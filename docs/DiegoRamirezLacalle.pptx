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6858000" cy="9144000"/>
  <p:embeddedFontLst>
    <p:embeddedFont>
      <p:font typeface="Kumbh Sans"/>
      <p:regular r:id="rId12"/>
      <p:bold r:id="rId13"/>
    </p:embeddedFont>
    <p:embeddedFont>
      <p:font typeface="Yeseva One"/>
      <p:regular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hyKe9OEmhIGwgVzwDGLcp6Ob+K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KumbhSans-bold.fntdata"/><Relationship Id="rId12" Type="http://schemas.openxmlformats.org/officeDocument/2006/relationships/font" Target="fonts/KumbhSans-regular.fntdata"/><Relationship Id="rId15" Type="http://customschemas.google.com/relationships/presentationmetadata" Target="metadata"/><Relationship Id="rId14" Type="http://schemas.openxmlformats.org/officeDocument/2006/relationships/font" Target="fonts/YesevaOne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1" name="Google Shape;159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0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" name="Google Shape;1821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2" name="Google Shape;182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4" name="Shape 1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5" name="Google Shape;1885;g39de3837a1a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6" name="Google Shape;1886;g39de3837a1a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0" name="Shape 1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1" name="Google Shape;195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2" name="Google Shape;195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0" name="Shape 1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" name="Google Shape;1971;g39e8b62e72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2" name="Google Shape;1972;g39e8b62e72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7" name="Shape 1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8" name="Google Shape;1978;g39e8b62e72a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9" name="Google Shape;1979;g39e8b62e72a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2" name="Shape 2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3" name="Google Shape;2043;g39e8b62e72a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4" name="Google Shape;2044;g39e8b62e72a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83"/>
          <p:cNvGrpSpPr/>
          <p:nvPr/>
        </p:nvGrpSpPr>
        <p:grpSpPr>
          <a:xfrm>
            <a:off x="0" y="3335700"/>
            <a:ext cx="9143958" cy="2112615"/>
            <a:chOff x="0" y="3030900"/>
            <a:chExt cx="9143958" cy="2112615"/>
          </a:xfrm>
        </p:grpSpPr>
        <p:sp>
          <p:nvSpPr>
            <p:cNvPr id="10" name="Google Shape;10;p83"/>
            <p:cNvSpPr/>
            <p:nvPr/>
          </p:nvSpPr>
          <p:spPr>
            <a:xfrm>
              <a:off x="2220593" y="3031086"/>
              <a:ext cx="2464972" cy="590906"/>
            </a:xfrm>
            <a:custGeom>
              <a:rect b="b" l="l" r="r" t="t"/>
              <a:pathLst>
                <a:path extrusionOk="0" h="9520" w="36847">
                  <a:moveTo>
                    <a:pt x="31438" y="101"/>
                  </a:moveTo>
                  <a:cubicBezTo>
                    <a:pt x="30078" y="188"/>
                    <a:pt x="28716" y="393"/>
                    <a:pt x="27400" y="793"/>
                  </a:cubicBezTo>
                  <a:cubicBezTo>
                    <a:pt x="25549" y="1355"/>
                    <a:pt x="23744" y="2362"/>
                    <a:pt x="22563" y="4079"/>
                  </a:cubicBezTo>
                  <a:cubicBezTo>
                    <a:pt x="21283" y="1206"/>
                    <a:pt x="18134" y="443"/>
                    <a:pt x="15498" y="168"/>
                  </a:cubicBezTo>
                  <a:cubicBezTo>
                    <a:pt x="14085" y="22"/>
                    <a:pt x="12661" y="9"/>
                    <a:pt x="11244" y="56"/>
                  </a:cubicBezTo>
                  <a:cubicBezTo>
                    <a:pt x="9821" y="102"/>
                    <a:pt x="8389" y="251"/>
                    <a:pt x="7001" y="603"/>
                  </a:cubicBezTo>
                  <a:cubicBezTo>
                    <a:pt x="5644" y="948"/>
                    <a:pt x="4294" y="1470"/>
                    <a:pt x="3141" y="2351"/>
                  </a:cubicBezTo>
                  <a:cubicBezTo>
                    <a:pt x="2018" y="3208"/>
                    <a:pt x="1124" y="4365"/>
                    <a:pt x="609" y="5765"/>
                  </a:cubicBezTo>
                  <a:cubicBezTo>
                    <a:pt x="167" y="6966"/>
                    <a:pt x="1" y="8237"/>
                    <a:pt x="13" y="9520"/>
                  </a:cubicBezTo>
                  <a:cubicBezTo>
                    <a:pt x="23" y="8338"/>
                    <a:pt x="197" y="7168"/>
                    <a:pt x="609" y="6059"/>
                  </a:cubicBezTo>
                  <a:cubicBezTo>
                    <a:pt x="1124" y="4673"/>
                    <a:pt x="2018" y="3528"/>
                    <a:pt x="3141" y="2679"/>
                  </a:cubicBezTo>
                  <a:cubicBezTo>
                    <a:pt x="4294" y="1810"/>
                    <a:pt x="5642" y="1290"/>
                    <a:pt x="7001" y="948"/>
                  </a:cubicBezTo>
                  <a:cubicBezTo>
                    <a:pt x="8389" y="600"/>
                    <a:pt x="9821" y="453"/>
                    <a:pt x="11244" y="407"/>
                  </a:cubicBezTo>
                  <a:cubicBezTo>
                    <a:pt x="12661" y="360"/>
                    <a:pt x="14085" y="374"/>
                    <a:pt x="15498" y="519"/>
                  </a:cubicBezTo>
                  <a:cubicBezTo>
                    <a:pt x="18137" y="791"/>
                    <a:pt x="21283" y="1546"/>
                    <a:pt x="22563" y="4389"/>
                  </a:cubicBezTo>
                  <a:cubicBezTo>
                    <a:pt x="23744" y="2692"/>
                    <a:pt x="25549" y="1694"/>
                    <a:pt x="27400" y="1137"/>
                  </a:cubicBezTo>
                  <a:cubicBezTo>
                    <a:pt x="28713" y="739"/>
                    <a:pt x="30078" y="539"/>
                    <a:pt x="31438" y="451"/>
                  </a:cubicBezTo>
                  <a:cubicBezTo>
                    <a:pt x="32879" y="360"/>
                    <a:pt x="34332" y="352"/>
                    <a:pt x="35773" y="451"/>
                  </a:cubicBezTo>
                  <a:cubicBezTo>
                    <a:pt x="36131" y="476"/>
                    <a:pt x="36489" y="507"/>
                    <a:pt x="36847" y="547"/>
                  </a:cubicBezTo>
                  <a:lnTo>
                    <a:pt x="36847" y="198"/>
                  </a:lnTo>
                  <a:cubicBezTo>
                    <a:pt x="36489" y="156"/>
                    <a:pt x="36131" y="123"/>
                    <a:pt x="35773" y="101"/>
                  </a:cubicBezTo>
                  <a:cubicBezTo>
                    <a:pt x="34330" y="0"/>
                    <a:pt x="32879" y="7"/>
                    <a:pt x="31438" y="1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p83"/>
            <p:cNvSpPr/>
            <p:nvPr/>
          </p:nvSpPr>
          <p:spPr>
            <a:xfrm>
              <a:off x="0" y="3030900"/>
              <a:ext cx="2139449" cy="500160"/>
            </a:xfrm>
            <a:custGeom>
              <a:rect b="b" l="l" r="r" t="t"/>
              <a:pathLst>
                <a:path extrusionOk="0" h="8058" w="31981">
                  <a:moveTo>
                    <a:pt x="3167" y="520"/>
                  </a:moveTo>
                  <a:cubicBezTo>
                    <a:pt x="5804" y="792"/>
                    <a:pt x="8950" y="1549"/>
                    <a:pt x="10230" y="4391"/>
                  </a:cubicBezTo>
                  <a:cubicBezTo>
                    <a:pt x="11417" y="2685"/>
                    <a:pt x="13243" y="1672"/>
                    <a:pt x="15107" y="1126"/>
                  </a:cubicBezTo>
                  <a:cubicBezTo>
                    <a:pt x="16426" y="738"/>
                    <a:pt x="17788" y="533"/>
                    <a:pt x="19153" y="449"/>
                  </a:cubicBezTo>
                  <a:cubicBezTo>
                    <a:pt x="20593" y="361"/>
                    <a:pt x="22046" y="354"/>
                    <a:pt x="23487" y="454"/>
                  </a:cubicBezTo>
                  <a:cubicBezTo>
                    <a:pt x="24872" y="552"/>
                    <a:pt x="26269" y="746"/>
                    <a:pt x="27593" y="1212"/>
                  </a:cubicBezTo>
                  <a:cubicBezTo>
                    <a:pt x="28851" y="1654"/>
                    <a:pt x="30059" y="2378"/>
                    <a:pt x="30855" y="3558"/>
                  </a:cubicBezTo>
                  <a:cubicBezTo>
                    <a:pt x="31673" y="4765"/>
                    <a:pt x="31949" y="6281"/>
                    <a:pt x="31978" y="7755"/>
                  </a:cubicBezTo>
                  <a:cubicBezTo>
                    <a:pt x="31979" y="7855"/>
                    <a:pt x="31978" y="7957"/>
                    <a:pt x="31978" y="8057"/>
                  </a:cubicBezTo>
                  <a:cubicBezTo>
                    <a:pt x="31981" y="7864"/>
                    <a:pt x="31981" y="7671"/>
                    <a:pt x="31978" y="7477"/>
                  </a:cubicBezTo>
                  <a:cubicBezTo>
                    <a:pt x="31948" y="5989"/>
                    <a:pt x="31673" y="4457"/>
                    <a:pt x="30855" y="3237"/>
                  </a:cubicBezTo>
                  <a:cubicBezTo>
                    <a:pt x="30059" y="2048"/>
                    <a:pt x="28851" y="1315"/>
                    <a:pt x="27593" y="868"/>
                  </a:cubicBezTo>
                  <a:cubicBezTo>
                    <a:pt x="26269" y="397"/>
                    <a:pt x="24872" y="201"/>
                    <a:pt x="23487" y="102"/>
                  </a:cubicBezTo>
                  <a:cubicBezTo>
                    <a:pt x="22046" y="0"/>
                    <a:pt x="20593" y="6"/>
                    <a:pt x="19153" y="96"/>
                  </a:cubicBezTo>
                  <a:cubicBezTo>
                    <a:pt x="17788" y="181"/>
                    <a:pt x="16427" y="388"/>
                    <a:pt x="15107" y="779"/>
                  </a:cubicBezTo>
                  <a:cubicBezTo>
                    <a:pt x="13243" y="1333"/>
                    <a:pt x="11417" y="2352"/>
                    <a:pt x="10230" y="4077"/>
                  </a:cubicBezTo>
                  <a:cubicBezTo>
                    <a:pt x="8949" y="1207"/>
                    <a:pt x="5804" y="441"/>
                    <a:pt x="3167" y="168"/>
                  </a:cubicBezTo>
                  <a:cubicBezTo>
                    <a:pt x="2114" y="59"/>
                    <a:pt x="1057" y="23"/>
                    <a:pt x="0" y="32"/>
                  </a:cubicBezTo>
                  <a:lnTo>
                    <a:pt x="0" y="383"/>
                  </a:lnTo>
                  <a:cubicBezTo>
                    <a:pt x="1057" y="377"/>
                    <a:pt x="2114" y="413"/>
                    <a:pt x="3167" y="5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83"/>
            <p:cNvSpPr/>
            <p:nvPr/>
          </p:nvSpPr>
          <p:spPr>
            <a:xfrm>
              <a:off x="1973206" y="4282663"/>
              <a:ext cx="446073" cy="103843"/>
            </a:xfrm>
            <a:custGeom>
              <a:rect b="b" l="l" r="r" t="t"/>
              <a:pathLst>
                <a:path extrusionOk="0" h="1673" w="6668">
                  <a:moveTo>
                    <a:pt x="3707" y="1673"/>
                  </a:moveTo>
                  <a:cubicBezTo>
                    <a:pt x="3965" y="1132"/>
                    <a:pt x="4379" y="666"/>
                    <a:pt x="4892" y="415"/>
                  </a:cubicBezTo>
                  <a:cubicBezTo>
                    <a:pt x="5451" y="140"/>
                    <a:pt x="6099" y="183"/>
                    <a:pt x="6668" y="400"/>
                  </a:cubicBezTo>
                  <a:lnTo>
                    <a:pt x="6586" y="223"/>
                  </a:lnTo>
                  <a:cubicBezTo>
                    <a:pt x="6038" y="28"/>
                    <a:pt x="5424" y="1"/>
                    <a:pt x="4890" y="269"/>
                  </a:cubicBezTo>
                  <a:cubicBezTo>
                    <a:pt x="4377" y="523"/>
                    <a:pt x="3965" y="993"/>
                    <a:pt x="3706" y="1538"/>
                  </a:cubicBezTo>
                  <a:cubicBezTo>
                    <a:pt x="2950" y="217"/>
                    <a:pt x="1172" y="50"/>
                    <a:pt x="47" y="873"/>
                  </a:cubicBezTo>
                  <a:cubicBezTo>
                    <a:pt x="32" y="930"/>
                    <a:pt x="18" y="989"/>
                    <a:pt x="1" y="1046"/>
                  </a:cubicBezTo>
                  <a:cubicBezTo>
                    <a:pt x="1127" y="193"/>
                    <a:pt x="2941" y="349"/>
                    <a:pt x="3707" y="167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83"/>
            <p:cNvSpPr/>
            <p:nvPr/>
          </p:nvSpPr>
          <p:spPr>
            <a:xfrm>
              <a:off x="268" y="3054487"/>
              <a:ext cx="4685434" cy="2089028"/>
            </a:xfrm>
            <a:custGeom>
              <a:rect b="b" l="l" r="r" t="t"/>
              <a:pathLst>
                <a:path extrusionOk="0" h="33656" w="70039">
                  <a:moveTo>
                    <a:pt x="21319" y="1"/>
                  </a:moveTo>
                  <a:cubicBezTo>
                    <a:pt x="20596" y="1"/>
                    <a:pt x="19872" y="24"/>
                    <a:pt x="19151" y="69"/>
                  </a:cubicBezTo>
                  <a:cubicBezTo>
                    <a:pt x="17789" y="153"/>
                    <a:pt x="16427" y="358"/>
                    <a:pt x="15106" y="746"/>
                  </a:cubicBezTo>
                  <a:cubicBezTo>
                    <a:pt x="13244" y="1292"/>
                    <a:pt x="11417" y="2305"/>
                    <a:pt x="10230" y="4011"/>
                  </a:cubicBezTo>
                  <a:cubicBezTo>
                    <a:pt x="8949" y="1169"/>
                    <a:pt x="5802" y="412"/>
                    <a:pt x="3166" y="140"/>
                  </a:cubicBezTo>
                  <a:cubicBezTo>
                    <a:pt x="2225" y="44"/>
                    <a:pt x="1280" y="5"/>
                    <a:pt x="337" y="5"/>
                  </a:cubicBezTo>
                  <a:cubicBezTo>
                    <a:pt x="225" y="5"/>
                    <a:pt x="112" y="6"/>
                    <a:pt x="0" y="7"/>
                  </a:cubicBezTo>
                  <a:lnTo>
                    <a:pt x="0" y="33655"/>
                  </a:lnTo>
                  <a:lnTo>
                    <a:pt x="70038" y="33655"/>
                  </a:lnTo>
                  <a:lnTo>
                    <a:pt x="70038" y="169"/>
                  </a:lnTo>
                  <a:cubicBezTo>
                    <a:pt x="69680" y="127"/>
                    <a:pt x="69322" y="97"/>
                    <a:pt x="68965" y="73"/>
                  </a:cubicBezTo>
                  <a:cubicBezTo>
                    <a:pt x="68256" y="24"/>
                    <a:pt x="67546" y="1"/>
                    <a:pt x="66836" y="1"/>
                  </a:cubicBezTo>
                  <a:cubicBezTo>
                    <a:pt x="66099" y="1"/>
                    <a:pt x="65362" y="26"/>
                    <a:pt x="64628" y="73"/>
                  </a:cubicBezTo>
                  <a:cubicBezTo>
                    <a:pt x="63268" y="160"/>
                    <a:pt x="61906" y="361"/>
                    <a:pt x="60590" y="759"/>
                  </a:cubicBezTo>
                  <a:cubicBezTo>
                    <a:pt x="58739" y="1314"/>
                    <a:pt x="56934" y="2313"/>
                    <a:pt x="55753" y="4011"/>
                  </a:cubicBezTo>
                  <a:cubicBezTo>
                    <a:pt x="54473" y="1168"/>
                    <a:pt x="51324" y="412"/>
                    <a:pt x="48688" y="140"/>
                  </a:cubicBezTo>
                  <a:cubicBezTo>
                    <a:pt x="47734" y="42"/>
                    <a:pt x="46775" y="5"/>
                    <a:pt x="45816" y="5"/>
                  </a:cubicBezTo>
                  <a:cubicBezTo>
                    <a:pt x="45355" y="5"/>
                    <a:pt x="44894" y="14"/>
                    <a:pt x="44434" y="28"/>
                  </a:cubicBezTo>
                  <a:cubicBezTo>
                    <a:pt x="43011" y="74"/>
                    <a:pt x="41579" y="222"/>
                    <a:pt x="40191" y="570"/>
                  </a:cubicBezTo>
                  <a:cubicBezTo>
                    <a:pt x="38834" y="912"/>
                    <a:pt x="37484" y="1431"/>
                    <a:pt x="36331" y="2300"/>
                  </a:cubicBezTo>
                  <a:cubicBezTo>
                    <a:pt x="35208" y="3149"/>
                    <a:pt x="34314" y="4294"/>
                    <a:pt x="33799" y="5680"/>
                  </a:cubicBezTo>
                  <a:cubicBezTo>
                    <a:pt x="33385" y="6790"/>
                    <a:pt x="33213" y="7959"/>
                    <a:pt x="33203" y="9142"/>
                  </a:cubicBezTo>
                  <a:cubicBezTo>
                    <a:pt x="33185" y="10997"/>
                    <a:pt x="33568" y="12886"/>
                    <a:pt x="34052" y="14624"/>
                  </a:cubicBezTo>
                  <a:cubicBezTo>
                    <a:pt x="34572" y="16484"/>
                    <a:pt x="35291" y="18270"/>
                    <a:pt x="36081" y="20008"/>
                  </a:cubicBezTo>
                  <a:lnTo>
                    <a:pt x="36161" y="20186"/>
                  </a:lnTo>
                  <a:cubicBezTo>
                    <a:pt x="35868" y="20073"/>
                    <a:pt x="35554" y="20007"/>
                    <a:pt x="35243" y="20007"/>
                  </a:cubicBezTo>
                  <a:cubicBezTo>
                    <a:pt x="34949" y="20007"/>
                    <a:pt x="34657" y="20066"/>
                    <a:pt x="34386" y="20200"/>
                  </a:cubicBezTo>
                  <a:cubicBezTo>
                    <a:pt x="33872" y="20452"/>
                    <a:pt x="33461" y="20917"/>
                    <a:pt x="33201" y="21458"/>
                  </a:cubicBezTo>
                  <a:cubicBezTo>
                    <a:pt x="32748" y="20676"/>
                    <a:pt x="31930" y="20302"/>
                    <a:pt x="31105" y="20302"/>
                  </a:cubicBezTo>
                  <a:cubicBezTo>
                    <a:pt x="30533" y="20302"/>
                    <a:pt x="29958" y="20481"/>
                    <a:pt x="29499" y="20830"/>
                  </a:cubicBezTo>
                  <a:cubicBezTo>
                    <a:pt x="29513" y="20773"/>
                    <a:pt x="29527" y="20714"/>
                    <a:pt x="29543" y="20657"/>
                  </a:cubicBezTo>
                  <a:cubicBezTo>
                    <a:pt x="30286" y="17725"/>
                    <a:pt x="31058" y="14789"/>
                    <a:pt x="31567" y="11798"/>
                  </a:cubicBezTo>
                  <a:cubicBezTo>
                    <a:pt x="31798" y="10443"/>
                    <a:pt x="31977" y="9061"/>
                    <a:pt x="31977" y="7677"/>
                  </a:cubicBezTo>
                  <a:cubicBezTo>
                    <a:pt x="31977" y="7577"/>
                    <a:pt x="31979" y="7475"/>
                    <a:pt x="31977" y="7375"/>
                  </a:cubicBezTo>
                  <a:cubicBezTo>
                    <a:pt x="31947" y="5901"/>
                    <a:pt x="31673" y="4385"/>
                    <a:pt x="30854" y="3178"/>
                  </a:cubicBezTo>
                  <a:cubicBezTo>
                    <a:pt x="30058" y="1998"/>
                    <a:pt x="28850" y="1274"/>
                    <a:pt x="27593" y="832"/>
                  </a:cubicBezTo>
                  <a:cubicBezTo>
                    <a:pt x="26269" y="366"/>
                    <a:pt x="24870" y="172"/>
                    <a:pt x="23486" y="74"/>
                  </a:cubicBezTo>
                  <a:cubicBezTo>
                    <a:pt x="22766" y="24"/>
                    <a:pt x="22043" y="1"/>
                    <a:pt x="213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83"/>
            <p:cNvSpPr/>
            <p:nvPr/>
          </p:nvSpPr>
          <p:spPr>
            <a:xfrm>
              <a:off x="6678850" y="3031086"/>
              <a:ext cx="2464972" cy="590906"/>
            </a:xfrm>
            <a:custGeom>
              <a:rect b="b" l="l" r="r" t="t"/>
              <a:pathLst>
                <a:path extrusionOk="0" h="9520" w="36847">
                  <a:moveTo>
                    <a:pt x="31438" y="101"/>
                  </a:moveTo>
                  <a:cubicBezTo>
                    <a:pt x="30078" y="188"/>
                    <a:pt x="28716" y="393"/>
                    <a:pt x="27400" y="793"/>
                  </a:cubicBezTo>
                  <a:cubicBezTo>
                    <a:pt x="25549" y="1355"/>
                    <a:pt x="23744" y="2362"/>
                    <a:pt x="22563" y="4079"/>
                  </a:cubicBezTo>
                  <a:cubicBezTo>
                    <a:pt x="21283" y="1206"/>
                    <a:pt x="18134" y="443"/>
                    <a:pt x="15498" y="168"/>
                  </a:cubicBezTo>
                  <a:cubicBezTo>
                    <a:pt x="14085" y="22"/>
                    <a:pt x="12661" y="9"/>
                    <a:pt x="11244" y="56"/>
                  </a:cubicBezTo>
                  <a:cubicBezTo>
                    <a:pt x="9821" y="102"/>
                    <a:pt x="8389" y="251"/>
                    <a:pt x="7001" y="603"/>
                  </a:cubicBezTo>
                  <a:cubicBezTo>
                    <a:pt x="5644" y="948"/>
                    <a:pt x="4294" y="1470"/>
                    <a:pt x="3141" y="2351"/>
                  </a:cubicBezTo>
                  <a:cubicBezTo>
                    <a:pt x="2018" y="3208"/>
                    <a:pt x="1124" y="4365"/>
                    <a:pt x="609" y="5765"/>
                  </a:cubicBezTo>
                  <a:cubicBezTo>
                    <a:pt x="167" y="6966"/>
                    <a:pt x="1" y="8237"/>
                    <a:pt x="13" y="9520"/>
                  </a:cubicBezTo>
                  <a:cubicBezTo>
                    <a:pt x="23" y="8338"/>
                    <a:pt x="197" y="7168"/>
                    <a:pt x="609" y="6059"/>
                  </a:cubicBezTo>
                  <a:cubicBezTo>
                    <a:pt x="1124" y="4673"/>
                    <a:pt x="2018" y="3528"/>
                    <a:pt x="3141" y="2679"/>
                  </a:cubicBezTo>
                  <a:cubicBezTo>
                    <a:pt x="4294" y="1810"/>
                    <a:pt x="5642" y="1290"/>
                    <a:pt x="7001" y="948"/>
                  </a:cubicBezTo>
                  <a:cubicBezTo>
                    <a:pt x="8389" y="600"/>
                    <a:pt x="9821" y="453"/>
                    <a:pt x="11244" y="407"/>
                  </a:cubicBezTo>
                  <a:cubicBezTo>
                    <a:pt x="12661" y="360"/>
                    <a:pt x="14085" y="374"/>
                    <a:pt x="15498" y="519"/>
                  </a:cubicBezTo>
                  <a:cubicBezTo>
                    <a:pt x="18137" y="791"/>
                    <a:pt x="21283" y="1546"/>
                    <a:pt x="22563" y="4389"/>
                  </a:cubicBezTo>
                  <a:cubicBezTo>
                    <a:pt x="23744" y="2692"/>
                    <a:pt x="25549" y="1694"/>
                    <a:pt x="27400" y="1137"/>
                  </a:cubicBezTo>
                  <a:cubicBezTo>
                    <a:pt x="28713" y="739"/>
                    <a:pt x="30078" y="539"/>
                    <a:pt x="31438" y="451"/>
                  </a:cubicBezTo>
                  <a:cubicBezTo>
                    <a:pt x="32879" y="360"/>
                    <a:pt x="34332" y="352"/>
                    <a:pt x="35773" y="451"/>
                  </a:cubicBezTo>
                  <a:cubicBezTo>
                    <a:pt x="36131" y="476"/>
                    <a:pt x="36489" y="507"/>
                    <a:pt x="36847" y="547"/>
                  </a:cubicBezTo>
                  <a:lnTo>
                    <a:pt x="36847" y="198"/>
                  </a:lnTo>
                  <a:cubicBezTo>
                    <a:pt x="36489" y="156"/>
                    <a:pt x="36131" y="123"/>
                    <a:pt x="35773" y="101"/>
                  </a:cubicBezTo>
                  <a:cubicBezTo>
                    <a:pt x="34330" y="0"/>
                    <a:pt x="32879" y="7"/>
                    <a:pt x="31438" y="1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83"/>
            <p:cNvSpPr/>
            <p:nvPr/>
          </p:nvSpPr>
          <p:spPr>
            <a:xfrm>
              <a:off x="4458257" y="3030900"/>
              <a:ext cx="2139449" cy="500160"/>
            </a:xfrm>
            <a:custGeom>
              <a:rect b="b" l="l" r="r" t="t"/>
              <a:pathLst>
                <a:path extrusionOk="0" h="8058" w="31981">
                  <a:moveTo>
                    <a:pt x="3167" y="520"/>
                  </a:moveTo>
                  <a:cubicBezTo>
                    <a:pt x="5804" y="792"/>
                    <a:pt x="8950" y="1549"/>
                    <a:pt x="10230" y="4391"/>
                  </a:cubicBezTo>
                  <a:cubicBezTo>
                    <a:pt x="11417" y="2685"/>
                    <a:pt x="13243" y="1672"/>
                    <a:pt x="15107" y="1126"/>
                  </a:cubicBezTo>
                  <a:cubicBezTo>
                    <a:pt x="16426" y="738"/>
                    <a:pt x="17788" y="533"/>
                    <a:pt x="19153" y="449"/>
                  </a:cubicBezTo>
                  <a:cubicBezTo>
                    <a:pt x="20593" y="361"/>
                    <a:pt x="22046" y="354"/>
                    <a:pt x="23487" y="454"/>
                  </a:cubicBezTo>
                  <a:cubicBezTo>
                    <a:pt x="24872" y="552"/>
                    <a:pt x="26269" y="746"/>
                    <a:pt x="27593" y="1212"/>
                  </a:cubicBezTo>
                  <a:cubicBezTo>
                    <a:pt x="28851" y="1654"/>
                    <a:pt x="30059" y="2378"/>
                    <a:pt x="30855" y="3558"/>
                  </a:cubicBezTo>
                  <a:cubicBezTo>
                    <a:pt x="31673" y="4765"/>
                    <a:pt x="31949" y="6281"/>
                    <a:pt x="31978" y="7755"/>
                  </a:cubicBezTo>
                  <a:cubicBezTo>
                    <a:pt x="31979" y="7855"/>
                    <a:pt x="31978" y="7957"/>
                    <a:pt x="31978" y="8057"/>
                  </a:cubicBezTo>
                  <a:cubicBezTo>
                    <a:pt x="31981" y="7864"/>
                    <a:pt x="31981" y="7671"/>
                    <a:pt x="31978" y="7477"/>
                  </a:cubicBezTo>
                  <a:cubicBezTo>
                    <a:pt x="31948" y="5989"/>
                    <a:pt x="31673" y="4457"/>
                    <a:pt x="30855" y="3237"/>
                  </a:cubicBezTo>
                  <a:cubicBezTo>
                    <a:pt x="30059" y="2048"/>
                    <a:pt x="28851" y="1315"/>
                    <a:pt x="27593" y="868"/>
                  </a:cubicBezTo>
                  <a:cubicBezTo>
                    <a:pt x="26269" y="397"/>
                    <a:pt x="24872" y="201"/>
                    <a:pt x="23487" y="102"/>
                  </a:cubicBezTo>
                  <a:cubicBezTo>
                    <a:pt x="22046" y="0"/>
                    <a:pt x="20593" y="6"/>
                    <a:pt x="19153" y="96"/>
                  </a:cubicBezTo>
                  <a:cubicBezTo>
                    <a:pt x="17788" y="181"/>
                    <a:pt x="16427" y="388"/>
                    <a:pt x="15107" y="779"/>
                  </a:cubicBezTo>
                  <a:cubicBezTo>
                    <a:pt x="13243" y="1333"/>
                    <a:pt x="11417" y="2352"/>
                    <a:pt x="10230" y="4077"/>
                  </a:cubicBezTo>
                  <a:cubicBezTo>
                    <a:pt x="8949" y="1207"/>
                    <a:pt x="5804" y="441"/>
                    <a:pt x="3167" y="168"/>
                  </a:cubicBezTo>
                  <a:cubicBezTo>
                    <a:pt x="2114" y="59"/>
                    <a:pt x="1057" y="23"/>
                    <a:pt x="0" y="32"/>
                  </a:cubicBezTo>
                  <a:lnTo>
                    <a:pt x="0" y="383"/>
                  </a:lnTo>
                  <a:cubicBezTo>
                    <a:pt x="1057" y="377"/>
                    <a:pt x="2114" y="413"/>
                    <a:pt x="3167" y="5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83"/>
            <p:cNvSpPr/>
            <p:nvPr/>
          </p:nvSpPr>
          <p:spPr>
            <a:xfrm>
              <a:off x="6431463" y="4282663"/>
              <a:ext cx="446073" cy="103843"/>
            </a:xfrm>
            <a:custGeom>
              <a:rect b="b" l="l" r="r" t="t"/>
              <a:pathLst>
                <a:path extrusionOk="0" h="1673" w="6668">
                  <a:moveTo>
                    <a:pt x="3707" y="1673"/>
                  </a:moveTo>
                  <a:cubicBezTo>
                    <a:pt x="3965" y="1132"/>
                    <a:pt x="4379" y="666"/>
                    <a:pt x="4892" y="415"/>
                  </a:cubicBezTo>
                  <a:cubicBezTo>
                    <a:pt x="5451" y="140"/>
                    <a:pt x="6099" y="183"/>
                    <a:pt x="6668" y="400"/>
                  </a:cubicBezTo>
                  <a:lnTo>
                    <a:pt x="6586" y="223"/>
                  </a:lnTo>
                  <a:cubicBezTo>
                    <a:pt x="6038" y="28"/>
                    <a:pt x="5424" y="1"/>
                    <a:pt x="4890" y="269"/>
                  </a:cubicBezTo>
                  <a:cubicBezTo>
                    <a:pt x="4377" y="523"/>
                    <a:pt x="3965" y="993"/>
                    <a:pt x="3706" y="1538"/>
                  </a:cubicBezTo>
                  <a:cubicBezTo>
                    <a:pt x="2950" y="217"/>
                    <a:pt x="1172" y="50"/>
                    <a:pt x="47" y="873"/>
                  </a:cubicBezTo>
                  <a:cubicBezTo>
                    <a:pt x="32" y="930"/>
                    <a:pt x="18" y="989"/>
                    <a:pt x="1" y="1046"/>
                  </a:cubicBezTo>
                  <a:cubicBezTo>
                    <a:pt x="1127" y="193"/>
                    <a:pt x="2941" y="349"/>
                    <a:pt x="3707" y="167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83"/>
            <p:cNvSpPr/>
            <p:nvPr/>
          </p:nvSpPr>
          <p:spPr>
            <a:xfrm>
              <a:off x="4458524" y="3054487"/>
              <a:ext cx="4685434" cy="2089028"/>
            </a:xfrm>
            <a:custGeom>
              <a:rect b="b" l="l" r="r" t="t"/>
              <a:pathLst>
                <a:path extrusionOk="0" h="33656" w="70039">
                  <a:moveTo>
                    <a:pt x="21319" y="1"/>
                  </a:moveTo>
                  <a:cubicBezTo>
                    <a:pt x="20596" y="1"/>
                    <a:pt x="19872" y="24"/>
                    <a:pt x="19151" y="69"/>
                  </a:cubicBezTo>
                  <a:cubicBezTo>
                    <a:pt x="17789" y="153"/>
                    <a:pt x="16427" y="358"/>
                    <a:pt x="15106" y="746"/>
                  </a:cubicBezTo>
                  <a:cubicBezTo>
                    <a:pt x="13244" y="1292"/>
                    <a:pt x="11417" y="2305"/>
                    <a:pt x="10230" y="4011"/>
                  </a:cubicBezTo>
                  <a:cubicBezTo>
                    <a:pt x="8949" y="1169"/>
                    <a:pt x="5802" y="412"/>
                    <a:pt x="3166" y="140"/>
                  </a:cubicBezTo>
                  <a:cubicBezTo>
                    <a:pt x="2225" y="44"/>
                    <a:pt x="1280" y="5"/>
                    <a:pt x="337" y="5"/>
                  </a:cubicBezTo>
                  <a:cubicBezTo>
                    <a:pt x="225" y="5"/>
                    <a:pt x="112" y="6"/>
                    <a:pt x="0" y="7"/>
                  </a:cubicBezTo>
                  <a:lnTo>
                    <a:pt x="0" y="33655"/>
                  </a:lnTo>
                  <a:lnTo>
                    <a:pt x="70038" y="33655"/>
                  </a:lnTo>
                  <a:lnTo>
                    <a:pt x="70038" y="169"/>
                  </a:lnTo>
                  <a:cubicBezTo>
                    <a:pt x="69680" y="127"/>
                    <a:pt x="69322" y="97"/>
                    <a:pt x="68965" y="73"/>
                  </a:cubicBezTo>
                  <a:cubicBezTo>
                    <a:pt x="68256" y="24"/>
                    <a:pt x="67546" y="1"/>
                    <a:pt x="66836" y="1"/>
                  </a:cubicBezTo>
                  <a:cubicBezTo>
                    <a:pt x="66099" y="1"/>
                    <a:pt x="65362" y="26"/>
                    <a:pt x="64628" y="73"/>
                  </a:cubicBezTo>
                  <a:cubicBezTo>
                    <a:pt x="63268" y="160"/>
                    <a:pt x="61906" y="361"/>
                    <a:pt x="60590" y="759"/>
                  </a:cubicBezTo>
                  <a:cubicBezTo>
                    <a:pt x="58739" y="1314"/>
                    <a:pt x="56934" y="2313"/>
                    <a:pt x="55753" y="4011"/>
                  </a:cubicBezTo>
                  <a:cubicBezTo>
                    <a:pt x="54473" y="1168"/>
                    <a:pt x="51324" y="412"/>
                    <a:pt x="48688" y="140"/>
                  </a:cubicBezTo>
                  <a:cubicBezTo>
                    <a:pt x="47734" y="42"/>
                    <a:pt x="46775" y="5"/>
                    <a:pt x="45816" y="5"/>
                  </a:cubicBezTo>
                  <a:cubicBezTo>
                    <a:pt x="45355" y="5"/>
                    <a:pt x="44894" y="14"/>
                    <a:pt x="44434" y="28"/>
                  </a:cubicBezTo>
                  <a:cubicBezTo>
                    <a:pt x="43011" y="74"/>
                    <a:pt x="41579" y="222"/>
                    <a:pt x="40191" y="570"/>
                  </a:cubicBezTo>
                  <a:cubicBezTo>
                    <a:pt x="38834" y="912"/>
                    <a:pt x="37484" y="1431"/>
                    <a:pt x="36331" y="2300"/>
                  </a:cubicBezTo>
                  <a:cubicBezTo>
                    <a:pt x="35208" y="3149"/>
                    <a:pt x="34314" y="4294"/>
                    <a:pt x="33799" y="5680"/>
                  </a:cubicBezTo>
                  <a:cubicBezTo>
                    <a:pt x="33385" y="6790"/>
                    <a:pt x="33213" y="7959"/>
                    <a:pt x="33203" y="9142"/>
                  </a:cubicBezTo>
                  <a:cubicBezTo>
                    <a:pt x="33185" y="10997"/>
                    <a:pt x="33568" y="12886"/>
                    <a:pt x="34052" y="14624"/>
                  </a:cubicBezTo>
                  <a:cubicBezTo>
                    <a:pt x="34572" y="16484"/>
                    <a:pt x="35291" y="18270"/>
                    <a:pt x="36081" y="20008"/>
                  </a:cubicBezTo>
                  <a:lnTo>
                    <a:pt x="36161" y="20186"/>
                  </a:lnTo>
                  <a:cubicBezTo>
                    <a:pt x="35868" y="20073"/>
                    <a:pt x="35554" y="20007"/>
                    <a:pt x="35243" y="20007"/>
                  </a:cubicBezTo>
                  <a:cubicBezTo>
                    <a:pt x="34949" y="20007"/>
                    <a:pt x="34657" y="20066"/>
                    <a:pt x="34386" y="20200"/>
                  </a:cubicBezTo>
                  <a:cubicBezTo>
                    <a:pt x="33872" y="20452"/>
                    <a:pt x="33461" y="20917"/>
                    <a:pt x="33201" y="21458"/>
                  </a:cubicBezTo>
                  <a:cubicBezTo>
                    <a:pt x="32748" y="20676"/>
                    <a:pt x="31930" y="20302"/>
                    <a:pt x="31105" y="20302"/>
                  </a:cubicBezTo>
                  <a:cubicBezTo>
                    <a:pt x="30533" y="20302"/>
                    <a:pt x="29958" y="20481"/>
                    <a:pt x="29499" y="20830"/>
                  </a:cubicBezTo>
                  <a:cubicBezTo>
                    <a:pt x="29513" y="20773"/>
                    <a:pt x="29527" y="20714"/>
                    <a:pt x="29543" y="20657"/>
                  </a:cubicBezTo>
                  <a:cubicBezTo>
                    <a:pt x="30286" y="17725"/>
                    <a:pt x="31058" y="14789"/>
                    <a:pt x="31567" y="11798"/>
                  </a:cubicBezTo>
                  <a:cubicBezTo>
                    <a:pt x="31798" y="10443"/>
                    <a:pt x="31977" y="9061"/>
                    <a:pt x="31977" y="7677"/>
                  </a:cubicBezTo>
                  <a:cubicBezTo>
                    <a:pt x="31977" y="7577"/>
                    <a:pt x="31979" y="7475"/>
                    <a:pt x="31977" y="7375"/>
                  </a:cubicBezTo>
                  <a:cubicBezTo>
                    <a:pt x="31947" y="5901"/>
                    <a:pt x="31673" y="4385"/>
                    <a:pt x="30854" y="3178"/>
                  </a:cubicBezTo>
                  <a:cubicBezTo>
                    <a:pt x="30058" y="1998"/>
                    <a:pt x="28850" y="1274"/>
                    <a:pt x="27593" y="832"/>
                  </a:cubicBezTo>
                  <a:cubicBezTo>
                    <a:pt x="26269" y="366"/>
                    <a:pt x="24870" y="172"/>
                    <a:pt x="23486" y="74"/>
                  </a:cubicBezTo>
                  <a:cubicBezTo>
                    <a:pt x="22766" y="24"/>
                    <a:pt x="22043" y="1"/>
                    <a:pt x="213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" name="Google Shape;18;p83"/>
          <p:cNvSpPr/>
          <p:nvPr/>
        </p:nvSpPr>
        <p:spPr>
          <a:xfrm>
            <a:off x="285100" y="268025"/>
            <a:ext cx="8573700" cy="4607400"/>
          </a:xfrm>
          <a:prstGeom prst="plus">
            <a:avLst>
              <a:gd fmla="val 3202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83"/>
          <p:cNvSpPr txBox="1"/>
          <p:nvPr>
            <p:ph idx="1" type="subTitle"/>
          </p:nvPr>
        </p:nvSpPr>
        <p:spPr>
          <a:xfrm rot="-546">
            <a:off x="2683643" y="4176888"/>
            <a:ext cx="37767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" name="Google Shape;20;p83"/>
          <p:cNvSpPr txBox="1"/>
          <p:nvPr>
            <p:ph type="ctrTitle"/>
          </p:nvPr>
        </p:nvSpPr>
        <p:spPr>
          <a:xfrm>
            <a:off x="2423225" y="540000"/>
            <a:ext cx="4297500" cy="36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0"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grpSp>
        <p:nvGrpSpPr>
          <p:cNvPr id="21" name="Google Shape;21;p83"/>
          <p:cNvGrpSpPr/>
          <p:nvPr/>
        </p:nvGrpSpPr>
        <p:grpSpPr>
          <a:xfrm>
            <a:off x="509025" y="540006"/>
            <a:ext cx="8076683" cy="3986141"/>
            <a:chOff x="509025" y="540006"/>
            <a:chExt cx="8076683" cy="3986141"/>
          </a:xfrm>
        </p:grpSpPr>
        <p:sp>
          <p:nvSpPr>
            <p:cNvPr id="22" name="Google Shape;22;p83"/>
            <p:cNvSpPr/>
            <p:nvPr/>
          </p:nvSpPr>
          <p:spPr>
            <a:xfrm>
              <a:off x="509025" y="392448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83"/>
            <p:cNvSpPr/>
            <p:nvPr/>
          </p:nvSpPr>
          <p:spPr>
            <a:xfrm>
              <a:off x="1017630" y="2533100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83"/>
            <p:cNvSpPr/>
            <p:nvPr/>
          </p:nvSpPr>
          <p:spPr>
            <a:xfrm>
              <a:off x="2261521" y="3697593"/>
              <a:ext cx="161712" cy="174330"/>
            </a:xfrm>
            <a:custGeom>
              <a:rect b="b" l="l" r="r" t="t"/>
              <a:pathLst>
                <a:path extrusionOk="0" h="3813" w="3537">
                  <a:moveTo>
                    <a:pt x="1658" y="0"/>
                  </a:moveTo>
                  <a:lnTo>
                    <a:pt x="1271" y="1399"/>
                  </a:lnTo>
                  <a:lnTo>
                    <a:pt x="0" y="1345"/>
                  </a:lnTo>
                  <a:lnTo>
                    <a:pt x="0" y="1345"/>
                  </a:lnTo>
                  <a:lnTo>
                    <a:pt x="988" y="2075"/>
                  </a:lnTo>
                  <a:lnTo>
                    <a:pt x="514" y="3812"/>
                  </a:lnTo>
                  <a:lnTo>
                    <a:pt x="1668" y="2639"/>
                  </a:lnTo>
                  <a:lnTo>
                    <a:pt x="2829" y="3427"/>
                  </a:lnTo>
                  <a:lnTo>
                    <a:pt x="2284" y="2301"/>
                  </a:lnTo>
                  <a:lnTo>
                    <a:pt x="3536" y="1586"/>
                  </a:lnTo>
                  <a:lnTo>
                    <a:pt x="1973" y="1475"/>
                  </a:lnTo>
                  <a:lnTo>
                    <a:pt x="1658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83"/>
            <p:cNvSpPr/>
            <p:nvPr/>
          </p:nvSpPr>
          <p:spPr>
            <a:xfrm>
              <a:off x="1827525" y="436635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83"/>
            <p:cNvSpPr/>
            <p:nvPr/>
          </p:nvSpPr>
          <p:spPr>
            <a:xfrm>
              <a:off x="2423225" y="54000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83"/>
            <p:cNvSpPr/>
            <p:nvPr/>
          </p:nvSpPr>
          <p:spPr>
            <a:xfrm>
              <a:off x="6720721" y="1826805"/>
              <a:ext cx="161712" cy="174330"/>
            </a:xfrm>
            <a:custGeom>
              <a:rect b="b" l="l" r="r" t="t"/>
              <a:pathLst>
                <a:path extrusionOk="0" h="3813" w="3537">
                  <a:moveTo>
                    <a:pt x="1658" y="0"/>
                  </a:moveTo>
                  <a:lnTo>
                    <a:pt x="1271" y="1399"/>
                  </a:lnTo>
                  <a:lnTo>
                    <a:pt x="0" y="1345"/>
                  </a:lnTo>
                  <a:lnTo>
                    <a:pt x="0" y="1345"/>
                  </a:lnTo>
                  <a:lnTo>
                    <a:pt x="988" y="2075"/>
                  </a:lnTo>
                  <a:lnTo>
                    <a:pt x="514" y="3812"/>
                  </a:lnTo>
                  <a:lnTo>
                    <a:pt x="1668" y="2639"/>
                  </a:lnTo>
                  <a:lnTo>
                    <a:pt x="2829" y="3427"/>
                  </a:lnTo>
                  <a:lnTo>
                    <a:pt x="2284" y="2301"/>
                  </a:lnTo>
                  <a:lnTo>
                    <a:pt x="3536" y="1586"/>
                  </a:lnTo>
                  <a:lnTo>
                    <a:pt x="1973" y="1475"/>
                  </a:lnTo>
                  <a:lnTo>
                    <a:pt x="1658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83"/>
            <p:cNvSpPr/>
            <p:nvPr/>
          </p:nvSpPr>
          <p:spPr>
            <a:xfrm>
              <a:off x="1096030" y="594525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83"/>
            <p:cNvSpPr/>
            <p:nvPr/>
          </p:nvSpPr>
          <p:spPr>
            <a:xfrm>
              <a:off x="1999100" y="257175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83"/>
            <p:cNvSpPr/>
            <p:nvPr/>
          </p:nvSpPr>
          <p:spPr>
            <a:xfrm>
              <a:off x="7934646" y="2849493"/>
              <a:ext cx="161712" cy="174330"/>
            </a:xfrm>
            <a:custGeom>
              <a:rect b="b" l="l" r="r" t="t"/>
              <a:pathLst>
                <a:path extrusionOk="0" h="3813" w="3537">
                  <a:moveTo>
                    <a:pt x="1658" y="0"/>
                  </a:moveTo>
                  <a:lnTo>
                    <a:pt x="1271" y="1399"/>
                  </a:lnTo>
                  <a:lnTo>
                    <a:pt x="0" y="1345"/>
                  </a:lnTo>
                  <a:lnTo>
                    <a:pt x="0" y="1345"/>
                  </a:lnTo>
                  <a:lnTo>
                    <a:pt x="988" y="2075"/>
                  </a:lnTo>
                  <a:lnTo>
                    <a:pt x="514" y="3812"/>
                  </a:lnTo>
                  <a:lnTo>
                    <a:pt x="1668" y="2639"/>
                  </a:lnTo>
                  <a:lnTo>
                    <a:pt x="2829" y="3427"/>
                  </a:lnTo>
                  <a:lnTo>
                    <a:pt x="2284" y="2301"/>
                  </a:lnTo>
                  <a:lnTo>
                    <a:pt x="3536" y="1586"/>
                  </a:lnTo>
                  <a:lnTo>
                    <a:pt x="1973" y="1475"/>
                  </a:lnTo>
                  <a:lnTo>
                    <a:pt x="1658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83"/>
            <p:cNvSpPr/>
            <p:nvPr/>
          </p:nvSpPr>
          <p:spPr>
            <a:xfrm>
              <a:off x="6598105" y="3559400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83"/>
            <p:cNvSpPr/>
            <p:nvPr/>
          </p:nvSpPr>
          <p:spPr>
            <a:xfrm>
              <a:off x="7711075" y="85360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83"/>
            <p:cNvSpPr/>
            <p:nvPr/>
          </p:nvSpPr>
          <p:spPr>
            <a:xfrm>
              <a:off x="8423996" y="1616518"/>
              <a:ext cx="161712" cy="174330"/>
            </a:xfrm>
            <a:custGeom>
              <a:rect b="b" l="l" r="r" t="t"/>
              <a:pathLst>
                <a:path extrusionOk="0" h="3813" w="3537">
                  <a:moveTo>
                    <a:pt x="1658" y="0"/>
                  </a:moveTo>
                  <a:lnTo>
                    <a:pt x="1271" y="1399"/>
                  </a:lnTo>
                  <a:lnTo>
                    <a:pt x="0" y="1345"/>
                  </a:lnTo>
                  <a:lnTo>
                    <a:pt x="0" y="1345"/>
                  </a:lnTo>
                  <a:lnTo>
                    <a:pt x="988" y="2075"/>
                  </a:lnTo>
                  <a:lnTo>
                    <a:pt x="514" y="3812"/>
                  </a:lnTo>
                  <a:lnTo>
                    <a:pt x="1668" y="2639"/>
                  </a:lnTo>
                  <a:lnTo>
                    <a:pt x="2829" y="3427"/>
                  </a:lnTo>
                  <a:lnTo>
                    <a:pt x="2284" y="2301"/>
                  </a:lnTo>
                  <a:lnTo>
                    <a:pt x="3536" y="1586"/>
                  </a:lnTo>
                  <a:lnTo>
                    <a:pt x="1973" y="1475"/>
                  </a:lnTo>
                  <a:lnTo>
                    <a:pt x="1658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83"/>
            <p:cNvSpPr/>
            <p:nvPr/>
          </p:nvSpPr>
          <p:spPr>
            <a:xfrm>
              <a:off x="8251280" y="4229350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oogle Shape;36;p84"/>
          <p:cNvGrpSpPr/>
          <p:nvPr/>
        </p:nvGrpSpPr>
        <p:grpSpPr>
          <a:xfrm>
            <a:off x="406975" y="2397418"/>
            <a:ext cx="8102825" cy="2113208"/>
            <a:chOff x="406975" y="2397418"/>
            <a:chExt cx="8102825" cy="2113208"/>
          </a:xfrm>
        </p:grpSpPr>
        <p:sp>
          <p:nvSpPr>
            <p:cNvPr id="37" name="Google Shape;37;p84"/>
            <p:cNvSpPr/>
            <p:nvPr/>
          </p:nvSpPr>
          <p:spPr>
            <a:xfrm>
              <a:off x="7050896" y="2397418"/>
              <a:ext cx="161712" cy="174330"/>
            </a:xfrm>
            <a:custGeom>
              <a:rect b="b" l="l" r="r" t="t"/>
              <a:pathLst>
                <a:path extrusionOk="0" h="3813" w="3537">
                  <a:moveTo>
                    <a:pt x="1658" y="0"/>
                  </a:moveTo>
                  <a:lnTo>
                    <a:pt x="1271" y="1399"/>
                  </a:lnTo>
                  <a:lnTo>
                    <a:pt x="0" y="1345"/>
                  </a:lnTo>
                  <a:lnTo>
                    <a:pt x="0" y="1345"/>
                  </a:lnTo>
                  <a:lnTo>
                    <a:pt x="988" y="2075"/>
                  </a:lnTo>
                  <a:lnTo>
                    <a:pt x="514" y="3812"/>
                  </a:lnTo>
                  <a:lnTo>
                    <a:pt x="1668" y="2639"/>
                  </a:lnTo>
                  <a:lnTo>
                    <a:pt x="2829" y="3427"/>
                  </a:lnTo>
                  <a:lnTo>
                    <a:pt x="2284" y="2301"/>
                  </a:lnTo>
                  <a:lnTo>
                    <a:pt x="3536" y="1586"/>
                  </a:lnTo>
                  <a:lnTo>
                    <a:pt x="1973" y="1475"/>
                  </a:lnTo>
                  <a:lnTo>
                    <a:pt x="1658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84"/>
            <p:cNvSpPr/>
            <p:nvPr/>
          </p:nvSpPr>
          <p:spPr>
            <a:xfrm>
              <a:off x="7795455" y="2789675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84"/>
            <p:cNvSpPr/>
            <p:nvPr/>
          </p:nvSpPr>
          <p:spPr>
            <a:xfrm>
              <a:off x="406975" y="336725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84"/>
            <p:cNvSpPr/>
            <p:nvPr/>
          </p:nvSpPr>
          <p:spPr>
            <a:xfrm>
              <a:off x="639146" y="3790268"/>
              <a:ext cx="161712" cy="174330"/>
            </a:xfrm>
            <a:custGeom>
              <a:rect b="b" l="l" r="r" t="t"/>
              <a:pathLst>
                <a:path extrusionOk="0" h="3813" w="3537">
                  <a:moveTo>
                    <a:pt x="1658" y="0"/>
                  </a:moveTo>
                  <a:lnTo>
                    <a:pt x="1271" y="1399"/>
                  </a:lnTo>
                  <a:lnTo>
                    <a:pt x="0" y="1345"/>
                  </a:lnTo>
                  <a:lnTo>
                    <a:pt x="0" y="1345"/>
                  </a:lnTo>
                  <a:lnTo>
                    <a:pt x="988" y="2075"/>
                  </a:lnTo>
                  <a:lnTo>
                    <a:pt x="514" y="3812"/>
                  </a:lnTo>
                  <a:lnTo>
                    <a:pt x="1668" y="2639"/>
                  </a:lnTo>
                  <a:lnTo>
                    <a:pt x="2829" y="3427"/>
                  </a:lnTo>
                  <a:lnTo>
                    <a:pt x="2284" y="2301"/>
                  </a:lnTo>
                  <a:lnTo>
                    <a:pt x="3536" y="1586"/>
                  </a:lnTo>
                  <a:lnTo>
                    <a:pt x="1973" y="1475"/>
                  </a:lnTo>
                  <a:lnTo>
                    <a:pt x="1658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84"/>
            <p:cNvSpPr/>
            <p:nvPr/>
          </p:nvSpPr>
          <p:spPr>
            <a:xfrm>
              <a:off x="6847255" y="4336250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84"/>
            <p:cNvSpPr/>
            <p:nvPr/>
          </p:nvSpPr>
          <p:spPr>
            <a:xfrm>
              <a:off x="7633746" y="4161918"/>
              <a:ext cx="161712" cy="174330"/>
            </a:xfrm>
            <a:custGeom>
              <a:rect b="b" l="l" r="r" t="t"/>
              <a:pathLst>
                <a:path extrusionOk="0" h="3813" w="3537">
                  <a:moveTo>
                    <a:pt x="1658" y="0"/>
                  </a:moveTo>
                  <a:lnTo>
                    <a:pt x="1271" y="1399"/>
                  </a:lnTo>
                  <a:lnTo>
                    <a:pt x="0" y="1345"/>
                  </a:lnTo>
                  <a:lnTo>
                    <a:pt x="0" y="1345"/>
                  </a:lnTo>
                  <a:lnTo>
                    <a:pt x="988" y="2075"/>
                  </a:lnTo>
                  <a:lnTo>
                    <a:pt x="514" y="3812"/>
                  </a:lnTo>
                  <a:lnTo>
                    <a:pt x="1668" y="2639"/>
                  </a:lnTo>
                  <a:lnTo>
                    <a:pt x="2829" y="3427"/>
                  </a:lnTo>
                  <a:lnTo>
                    <a:pt x="2284" y="2301"/>
                  </a:lnTo>
                  <a:lnTo>
                    <a:pt x="3536" y="1586"/>
                  </a:lnTo>
                  <a:lnTo>
                    <a:pt x="1973" y="1475"/>
                  </a:lnTo>
                  <a:lnTo>
                    <a:pt x="1658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84"/>
            <p:cNvSpPr/>
            <p:nvPr/>
          </p:nvSpPr>
          <p:spPr>
            <a:xfrm>
              <a:off x="8338213" y="2404694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84"/>
            <p:cNvSpPr/>
            <p:nvPr/>
          </p:nvSpPr>
          <p:spPr>
            <a:xfrm>
              <a:off x="505588" y="284033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" name="Google Shape;45;p84"/>
          <p:cNvSpPr/>
          <p:nvPr/>
        </p:nvSpPr>
        <p:spPr>
          <a:xfrm>
            <a:off x="285100" y="268025"/>
            <a:ext cx="8573700" cy="4607400"/>
          </a:xfrm>
          <a:prstGeom prst="plus">
            <a:avLst>
              <a:gd fmla="val 3202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84"/>
          <p:cNvSpPr txBox="1"/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47" name="Google Shape;47;p84"/>
          <p:cNvSpPr txBox="1"/>
          <p:nvPr>
            <p:ph idx="1" type="body"/>
          </p:nvPr>
        </p:nvSpPr>
        <p:spPr>
          <a:xfrm>
            <a:off x="720000" y="1237083"/>
            <a:ext cx="7704000" cy="3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05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85"/>
          <p:cNvGrpSpPr/>
          <p:nvPr/>
        </p:nvGrpSpPr>
        <p:grpSpPr>
          <a:xfrm>
            <a:off x="387246" y="1277318"/>
            <a:ext cx="8274771" cy="3195058"/>
            <a:chOff x="387246" y="1277318"/>
            <a:chExt cx="8274771" cy="3195058"/>
          </a:xfrm>
        </p:grpSpPr>
        <p:sp>
          <p:nvSpPr>
            <p:cNvPr id="50" name="Google Shape;50;p85"/>
            <p:cNvSpPr/>
            <p:nvPr/>
          </p:nvSpPr>
          <p:spPr>
            <a:xfrm>
              <a:off x="3932996" y="2918143"/>
              <a:ext cx="161712" cy="174330"/>
            </a:xfrm>
            <a:custGeom>
              <a:rect b="b" l="l" r="r" t="t"/>
              <a:pathLst>
                <a:path extrusionOk="0" h="3813" w="3537">
                  <a:moveTo>
                    <a:pt x="1658" y="0"/>
                  </a:moveTo>
                  <a:lnTo>
                    <a:pt x="1271" y="1399"/>
                  </a:lnTo>
                  <a:lnTo>
                    <a:pt x="0" y="1345"/>
                  </a:lnTo>
                  <a:lnTo>
                    <a:pt x="0" y="1345"/>
                  </a:lnTo>
                  <a:lnTo>
                    <a:pt x="988" y="2075"/>
                  </a:lnTo>
                  <a:lnTo>
                    <a:pt x="514" y="3812"/>
                  </a:lnTo>
                  <a:lnTo>
                    <a:pt x="1668" y="2639"/>
                  </a:lnTo>
                  <a:lnTo>
                    <a:pt x="2829" y="3427"/>
                  </a:lnTo>
                  <a:lnTo>
                    <a:pt x="2284" y="2301"/>
                  </a:lnTo>
                  <a:lnTo>
                    <a:pt x="3536" y="1586"/>
                  </a:lnTo>
                  <a:lnTo>
                    <a:pt x="1973" y="1475"/>
                  </a:lnTo>
                  <a:lnTo>
                    <a:pt x="1658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85"/>
            <p:cNvSpPr/>
            <p:nvPr/>
          </p:nvSpPr>
          <p:spPr>
            <a:xfrm>
              <a:off x="5533950" y="2917419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85"/>
            <p:cNvSpPr/>
            <p:nvPr/>
          </p:nvSpPr>
          <p:spPr>
            <a:xfrm>
              <a:off x="4422346" y="1685168"/>
              <a:ext cx="161712" cy="174330"/>
            </a:xfrm>
            <a:custGeom>
              <a:rect b="b" l="l" r="r" t="t"/>
              <a:pathLst>
                <a:path extrusionOk="0" h="3813" w="3537">
                  <a:moveTo>
                    <a:pt x="1658" y="0"/>
                  </a:moveTo>
                  <a:lnTo>
                    <a:pt x="1271" y="1399"/>
                  </a:lnTo>
                  <a:lnTo>
                    <a:pt x="0" y="1345"/>
                  </a:lnTo>
                  <a:lnTo>
                    <a:pt x="0" y="1345"/>
                  </a:lnTo>
                  <a:lnTo>
                    <a:pt x="988" y="2075"/>
                  </a:lnTo>
                  <a:lnTo>
                    <a:pt x="514" y="3812"/>
                  </a:lnTo>
                  <a:lnTo>
                    <a:pt x="1668" y="2639"/>
                  </a:lnTo>
                  <a:lnTo>
                    <a:pt x="2829" y="3427"/>
                  </a:lnTo>
                  <a:lnTo>
                    <a:pt x="2284" y="2301"/>
                  </a:lnTo>
                  <a:lnTo>
                    <a:pt x="3536" y="1586"/>
                  </a:lnTo>
                  <a:lnTo>
                    <a:pt x="1973" y="1475"/>
                  </a:lnTo>
                  <a:lnTo>
                    <a:pt x="1658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85"/>
            <p:cNvSpPr/>
            <p:nvPr/>
          </p:nvSpPr>
          <p:spPr>
            <a:xfrm>
              <a:off x="4249630" y="4298000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85"/>
            <p:cNvSpPr/>
            <p:nvPr/>
          </p:nvSpPr>
          <p:spPr>
            <a:xfrm>
              <a:off x="387246" y="1277318"/>
              <a:ext cx="161712" cy="174330"/>
            </a:xfrm>
            <a:custGeom>
              <a:rect b="b" l="l" r="r" t="t"/>
              <a:pathLst>
                <a:path extrusionOk="0" h="3813" w="3537">
                  <a:moveTo>
                    <a:pt x="1658" y="0"/>
                  </a:moveTo>
                  <a:lnTo>
                    <a:pt x="1271" y="1399"/>
                  </a:lnTo>
                  <a:lnTo>
                    <a:pt x="0" y="1345"/>
                  </a:lnTo>
                  <a:lnTo>
                    <a:pt x="0" y="1345"/>
                  </a:lnTo>
                  <a:lnTo>
                    <a:pt x="988" y="2075"/>
                  </a:lnTo>
                  <a:lnTo>
                    <a:pt x="514" y="3812"/>
                  </a:lnTo>
                  <a:lnTo>
                    <a:pt x="1668" y="2639"/>
                  </a:lnTo>
                  <a:lnTo>
                    <a:pt x="2829" y="3427"/>
                  </a:lnTo>
                  <a:lnTo>
                    <a:pt x="2284" y="2301"/>
                  </a:lnTo>
                  <a:lnTo>
                    <a:pt x="3536" y="1586"/>
                  </a:lnTo>
                  <a:lnTo>
                    <a:pt x="1973" y="1475"/>
                  </a:lnTo>
                  <a:lnTo>
                    <a:pt x="1658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85"/>
            <p:cNvSpPr/>
            <p:nvPr/>
          </p:nvSpPr>
          <p:spPr>
            <a:xfrm>
              <a:off x="8306571" y="1522243"/>
              <a:ext cx="161712" cy="174330"/>
            </a:xfrm>
            <a:custGeom>
              <a:rect b="b" l="l" r="r" t="t"/>
              <a:pathLst>
                <a:path extrusionOk="0" h="3813" w="3537">
                  <a:moveTo>
                    <a:pt x="1658" y="0"/>
                  </a:moveTo>
                  <a:lnTo>
                    <a:pt x="1271" y="1399"/>
                  </a:lnTo>
                  <a:lnTo>
                    <a:pt x="0" y="1345"/>
                  </a:lnTo>
                  <a:lnTo>
                    <a:pt x="0" y="1345"/>
                  </a:lnTo>
                  <a:lnTo>
                    <a:pt x="988" y="2075"/>
                  </a:lnTo>
                  <a:lnTo>
                    <a:pt x="514" y="3812"/>
                  </a:lnTo>
                  <a:lnTo>
                    <a:pt x="1668" y="2639"/>
                  </a:lnTo>
                  <a:lnTo>
                    <a:pt x="2829" y="3427"/>
                  </a:lnTo>
                  <a:lnTo>
                    <a:pt x="2284" y="2301"/>
                  </a:lnTo>
                  <a:lnTo>
                    <a:pt x="3536" y="1586"/>
                  </a:lnTo>
                  <a:lnTo>
                    <a:pt x="1973" y="1475"/>
                  </a:lnTo>
                  <a:lnTo>
                    <a:pt x="1658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85"/>
            <p:cNvSpPr/>
            <p:nvPr/>
          </p:nvSpPr>
          <p:spPr>
            <a:xfrm>
              <a:off x="7636425" y="298128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85"/>
            <p:cNvSpPr/>
            <p:nvPr/>
          </p:nvSpPr>
          <p:spPr>
            <a:xfrm>
              <a:off x="8500305" y="3782500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85"/>
            <p:cNvSpPr/>
            <p:nvPr/>
          </p:nvSpPr>
          <p:spPr>
            <a:xfrm>
              <a:off x="1202230" y="2910125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85"/>
            <p:cNvSpPr/>
            <p:nvPr/>
          </p:nvSpPr>
          <p:spPr>
            <a:xfrm>
              <a:off x="481996" y="4000793"/>
              <a:ext cx="161712" cy="174330"/>
            </a:xfrm>
            <a:custGeom>
              <a:rect b="b" l="l" r="r" t="t"/>
              <a:pathLst>
                <a:path extrusionOk="0" h="3813" w="3537">
                  <a:moveTo>
                    <a:pt x="1658" y="0"/>
                  </a:moveTo>
                  <a:lnTo>
                    <a:pt x="1271" y="1399"/>
                  </a:lnTo>
                  <a:lnTo>
                    <a:pt x="0" y="1345"/>
                  </a:lnTo>
                  <a:lnTo>
                    <a:pt x="0" y="1345"/>
                  </a:lnTo>
                  <a:lnTo>
                    <a:pt x="988" y="2075"/>
                  </a:lnTo>
                  <a:lnTo>
                    <a:pt x="514" y="3812"/>
                  </a:lnTo>
                  <a:lnTo>
                    <a:pt x="1668" y="2639"/>
                  </a:lnTo>
                  <a:lnTo>
                    <a:pt x="2829" y="3427"/>
                  </a:lnTo>
                  <a:lnTo>
                    <a:pt x="2284" y="2301"/>
                  </a:lnTo>
                  <a:lnTo>
                    <a:pt x="3536" y="1586"/>
                  </a:lnTo>
                  <a:lnTo>
                    <a:pt x="1973" y="1475"/>
                  </a:lnTo>
                  <a:lnTo>
                    <a:pt x="1658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85"/>
            <p:cNvSpPr/>
            <p:nvPr/>
          </p:nvSpPr>
          <p:spPr>
            <a:xfrm>
              <a:off x="4244700" y="2768169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" name="Google Shape;61;p85"/>
          <p:cNvSpPr/>
          <p:nvPr/>
        </p:nvSpPr>
        <p:spPr>
          <a:xfrm>
            <a:off x="285100" y="268025"/>
            <a:ext cx="8573700" cy="4607400"/>
          </a:xfrm>
          <a:prstGeom prst="plus">
            <a:avLst>
              <a:gd fmla="val 3202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85"/>
          <p:cNvSpPr txBox="1"/>
          <p:nvPr>
            <p:ph type="title"/>
          </p:nvPr>
        </p:nvSpPr>
        <p:spPr>
          <a:xfrm rot="965">
            <a:off x="720000" y="1522400"/>
            <a:ext cx="1068900" cy="111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700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3" name="Google Shape;63;p85"/>
          <p:cNvSpPr txBox="1"/>
          <p:nvPr>
            <p:ph idx="2" type="title"/>
          </p:nvPr>
        </p:nvSpPr>
        <p:spPr>
          <a:xfrm>
            <a:off x="1865200" y="1391350"/>
            <a:ext cx="22899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4" name="Google Shape;64;p85"/>
          <p:cNvSpPr txBox="1"/>
          <p:nvPr>
            <p:ph idx="1" type="subTitle"/>
          </p:nvPr>
        </p:nvSpPr>
        <p:spPr>
          <a:xfrm>
            <a:off x="1865200" y="2165473"/>
            <a:ext cx="22899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85"/>
          <p:cNvSpPr txBox="1"/>
          <p:nvPr>
            <p:ph idx="3"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66" name="Google Shape;66;p85"/>
          <p:cNvSpPr txBox="1"/>
          <p:nvPr>
            <p:ph idx="4" type="title"/>
          </p:nvPr>
        </p:nvSpPr>
        <p:spPr>
          <a:xfrm rot="965">
            <a:off x="4988900" y="1522400"/>
            <a:ext cx="1068900" cy="111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700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7" name="Google Shape;67;p85"/>
          <p:cNvSpPr txBox="1"/>
          <p:nvPr>
            <p:ph idx="5" type="title"/>
          </p:nvPr>
        </p:nvSpPr>
        <p:spPr>
          <a:xfrm>
            <a:off x="6134100" y="1391350"/>
            <a:ext cx="22899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8" name="Google Shape;68;p85"/>
          <p:cNvSpPr txBox="1"/>
          <p:nvPr>
            <p:ph idx="6" type="subTitle"/>
          </p:nvPr>
        </p:nvSpPr>
        <p:spPr>
          <a:xfrm>
            <a:off x="6134100" y="2165473"/>
            <a:ext cx="22899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85"/>
          <p:cNvSpPr txBox="1"/>
          <p:nvPr>
            <p:ph idx="7" type="title"/>
          </p:nvPr>
        </p:nvSpPr>
        <p:spPr>
          <a:xfrm rot="965">
            <a:off x="720000" y="3357725"/>
            <a:ext cx="1068900" cy="111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700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0" name="Google Shape;70;p85"/>
          <p:cNvSpPr txBox="1"/>
          <p:nvPr>
            <p:ph idx="8" type="title"/>
          </p:nvPr>
        </p:nvSpPr>
        <p:spPr>
          <a:xfrm>
            <a:off x="1865200" y="3226675"/>
            <a:ext cx="22899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1" name="Google Shape;71;p85"/>
          <p:cNvSpPr txBox="1"/>
          <p:nvPr>
            <p:ph idx="9" type="subTitle"/>
          </p:nvPr>
        </p:nvSpPr>
        <p:spPr>
          <a:xfrm>
            <a:off x="1865200" y="4000798"/>
            <a:ext cx="22899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85"/>
          <p:cNvSpPr txBox="1"/>
          <p:nvPr>
            <p:ph idx="13" type="title"/>
          </p:nvPr>
        </p:nvSpPr>
        <p:spPr>
          <a:xfrm rot="965">
            <a:off x="4988900" y="3357725"/>
            <a:ext cx="1068900" cy="111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700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3" name="Google Shape;73;p85"/>
          <p:cNvSpPr txBox="1"/>
          <p:nvPr>
            <p:ph idx="14" type="title"/>
          </p:nvPr>
        </p:nvSpPr>
        <p:spPr>
          <a:xfrm>
            <a:off x="6134100" y="3226675"/>
            <a:ext cx="22899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4" name="Google Shape;74;p85"/>
          <p:cNvSpPr txBox="1"/>
          <p:nvPr>
            <p:ph idx="15" type="subTitle"/>
          </p:nvPr>
        </p:nvSpPr>
        <p:spPr>
          <a:xfrm>
            <a:off x="6134100" y="4000798"/>
            <a:ext cx="22899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1">
  <p:cSld name="BLANK_1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86"/>
          <p:cNvSpPr/>
          <p:nvPr/>
        </p:nvSpPr>
        <p:spPr>
          <a:xfrm>
            <a:off x="285100" y="268025"/>
            <a:ext cx="8573700" cy="4607400"/>
          </a:xfrm>
          <a:prstGeom prst="plus">
            <a:avLst>
              <a:gd fmla="val 3202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86"/>
          <p:cNvSpPr txBox="1"/>
          <p:nvPr>
            <p:ph type="title"/>
          </p:nvPr>
        </p:nvSpPr>
        <p:spPr>
          <a:xfrm rot="568">
            <a:off x="2250375" y="1404410"/>
            <a:ext cx="1815000" cy="419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8" name="Google Shape;78;p86"/>
          <p:cNvSpPr txBox="1"/>
          <p:nvPr>
            <p:ph idx="2" type="title"/>
          </p:nvPr>
        </p:nvSpPr>
        <p:spPr>
          <a:xfrm>
            <a:off x="2012925" y="1823650"/>
            <a:ext cx="22899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9" name="Google Shape;79;p86"/>
          <p:cNvSpPr txBox="1"/>
          <p:nvPr>
            <p:ph idx="1" type="subTitle"/>
          </p:nvPr>
        </p:nvSpPr>
        <p:spPr>
          <a:xfrm>
            <a:off x="2012925" y="2502550"/>
            <a:ext cx="22899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86"/>
          <p:cNvSpPr txBox="1"/>
          <p:nvPr>
            <p:ph idx="3"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81" name="Google Shape;81;p86"/>
          <p:cNvSpPr txBox="1"/>
          <p:nvPr>
            <p:ph idx="4" type="title"/>
          </p:nvPr>
        </p:nvSpPr>
        <p:spPr>
          <a:xfrm rot="1136">
            <a:off x="5078625" y="1404560"/>
            <a:ext cx="1815000" cy="418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2" name="Google Shape;82;p86"/>
          <p:cNvSpPr txBox="1"/>
          <p:nvPr>
            <p:ph idx="5" type="title"/>
          </p:nvPr>
        </p:nvSpPr>
        <p:spPr>
          <a:xfrm>
            <a:off x="4841175" y="1823650"/>
            <a:ext cx="22899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3" name="Google Shape;83;p86"/>
          <p:cNvSpPr txBox="1"/>
          <p:nvPr>
            <p:ph idx="6" type="subTitle"/>
          </p:nvPr>
        </p:nvSpPr>
        <p:spPr>
          <a:xfrm>
            <a:off x="4841175" y="2502550"/>
            <a:ext cx="22899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86"/>
          <p:cNvSpPr txBox="1"/>
          <p:nvPr>
            <p:ph idx="7" type="title"/>
          </p:nvPr>
        </p:nvSpPr>
        <p:spPr>
          <a:xfrm rot="568">
            <a:off x="836250" y="3163521"/>
            <a:ext cx="1815000" cy="418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5" name="Google Shape;85;p86"/>
          <p:cNvSpPr txBox="1"/>
          <p:nvPr>
            <p:ph idx="8" type="title"/>
          </p:nvPr>
        </p:nvSpPr>
        <p:spPr>
          <a:xfrm>
            <a:off x="598800" y="3582785"/>
            <a:ext cx="22899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6" name="Google Shape;86;p86"/>
          <p:cNvSpPr txBox="1"/>
          <p:nvPr>
            <p:ph idx="9" type="subTitle"/>
          </p:nvPr>
        </p:nvSpPr>
        <p:spPr>
          <a:xfrm>
            <a:off x="598800" y="4250006"/>
            <a:ext cx="22899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86"/>
          <p:cNvSpPr txBox="1"/>
          <p:nvPr>
            <p:ph idx="13" type="title"/>
          </p:nvPr>
        </p:nvSpPr>
        <p:spPr>
          <a:xfrm rot="1136">
            <a:off x="3664500" y="3163663"/>
            <a:ext cx="1815000" cy="418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8" name="Google Shape;88;p86"/>
          <p:cNvSpPr txBox="1"/>
          <p:nvPr>
            <p:ph idx="14" type="title"/>
          </p:nvPr>
        </p:nvSpPr>
        <p:spPr>
          <a:xfrm>
            <a:off x="3427050" y="3582785"/>
            <a:ext cx="22899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9" name="Google Shape;89;p86"/>
          <p:cNvSpPr txBox="1"/>
          <p:nvPr>
            <p:ph idx="15" type="subTitle"/>
          </p:nvPr>
        </p:nvSpPr>
        <p:spPr>
          <a:xfrm>
            <a:off x="3427050" y="4250006"/>
            <a:ext cx="22899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86"/>
          <p:cNvSpPr txBox="1"/>
          <p:nvPr>
            <p:ph idx="16" type="title"/>
          </p:nvPr>
        </p:nvSpPr>
        <p:spPr>
          <a:xfrm rot="1136">
            <a:off x="6492750" y="3163666"/>
            <a:ext cx="1815000" cy="418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1" name="Google Shape;91;p86"/>
          <p:cNvSpPr txBox="1"/>
          <p:nvPr>
            <p:ph idx="17" type="title"/>
          </p:nvPr>
        </p:nvSpPr>
        <p:spPr>
          <a:xfrm>
            <a:off x="6255300" y="3582775"/>
            <a:ext cx="22899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2" name="Google Shape;92;p86"/>
          <p:cNvSpPr txBox="1"/>
          <p:nvPr>
            <p:ph idx="18" type="subTitle"/>
          </p:nvPr>
        </p:nvSpPr>
        <p:spPr>
          <a:xfrm>
            <a:off x="6255300" y="4249998"/>
            <a:ext cx="22899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93" name="Google Shape;93;p86"/>
          <p:cNvGrpSpPr/>
          <p:nvPr/>
        </p:nvGrpSpPr>
        <p:grpSpPr>
          <a:xfrm>
            <a:off x="387246" y="1277318"/>
            <a:ext cx="8274771" cy="2974005"/>
            <a:chOff x="387246" y="1277318"/>
            <a:chExt cx="8274771" cy="2974005"/>
          </a:xfrm>
        </p:grpSpPr>
        <p:sp>
          <p:nvSpPr>
            <p:cNvPr id="94" name="Google Shape;94;p86"/>
            <p:cNvSpPr/>
            <p:nvPr/>
          </p:nvSpPr>
          <p:spPr>
            <a:xfrm>
              <a:off x="892446" y="1526780"/>
              <a:ext cx="161712" cy="174330"/>
            </a:xfrm>
            <a:custGeom>
              <a:rect b="b" l="l" r="r" t="t"/>
              <a:pathLst>
                <a:path extrusionOk="0" h="3813" w="3537">
                  <a:moveTo>
                    <a:pt x="1658" y="0"/>
                  </a:moveTo>
                  <a:lnTo>
                    <a:pt x="1271" y="1399"/>
                  </a:lnTo>
                  <a:lnTo>
                    <a:pt x="0" y="1345"/>
                  </a:lnTo>
                  <a:lnTo>
                    <a:pt x="0" y="1345"/>
                  </a:lnTo>
                  <a:lnTo>
                    <a:pt x="988" y="2075"/>
                  </a:lnTo>
                  <a:lnTo>
                    <a:pt x="514" y="3812"/>
                  </a:lnTo>
                  <a:lnTo>
                    <a:pt x="1668" y="2639"/>
                  </a:lnTo>
                  <a:lnTo>
                    <a:pt x="2829" y="3427"/>
                  </a:lnTo>
                  <a:lnTo>
                    <a:pt x="2284" y="2301"/>
                  </a:lnTo>
                  <a:lnTo>
                    <a:pt x="3536" y="1586"/>
                  </a:lnTo>
                  <a:lnTo>
                    <a:pt x="1973" y="1475"/>
                  </a:lnTo>
                  <a:lnTo>
                    <a:pt x="1658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86"/>
            <p:cNvSpPr/>
            <p:nvPr/>
          </p:nvSpPr>
          <p:spPr>
            <a:xfrm>
              <a:off x="5991150" y="3374619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86"/>
            <p:cNvSpPr/>
            <p:nvPr/>
          </p:nvSpPr>
          <p:spPr>
            <a:xfrm>
              <a:off x="4422346" y="1685168"/>
              <a:ext cx="161712" cy="174330"/>
            </a:xfrm>
            <a:custGeom>
              <a:rect b="b" l="l" r="r" t="t"/>
              <a:pathLst>
                <a:path extrusionOk="0" h="3813" w="3537">
                  <a:moveTo>
                    <a:pt x="1658" y="0"/>
                  </a:moveTo>
                  <a:lnTo>
                    <a:pt x="1271" y="1399"/>
                  </a:lnTo>
                  <a:lnTo>
                    <a:pt x="0" y="1345"/>
                  </a:lnTo>
                  <a:lnTo>
                    <a:pt x="0" y="1345"/>
                  </a:lnTo>
                  <a:lnTo>
                    <a:pt x="988" y="2075"/>
                  </a:lnTo>
                  <a:lnTo>
                    <a:pt x="514" y="3812"/>
                  </a:lnTo>
                  <a:lnTo>
                    <a:pt x="1668" y="2639"/>
                  </a:lnTo>
                  <a:lnTo>
                    <a:pt x="2829" y="3427"/>
                  </a:lnTo>
                  <a:lnTo>
                    <a:pt x="2284" y="2301"/>
                  </a:lnTo>
                  <a:lnTo>
                    <a:pt x="3536" y="1586"/>
                  </a:lnTo>
                  <a:lnTo>
                    <a:pt x="1973" y="1475"/>
                  </a:lnTo>
                  <a:lnTo>
                    <a:pt x="1658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86"/>
            <p:cNvSpPr/>
            <p:nvPr/>
          </p:nvSpPr>
          <p:spPr>
            <a:xfrm>
              <a:off x="3182830" y="3536000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86"/>
            <p:cNvSpPr/>
            <p:nvPr/>
          </p:nvSpPr>
          <p:spPr>
            <a:xfrm>
              <a:off x="387246" y="1277318"/>
              <a:ext cx="161712" cy="174330"/>
            </a:xfrm>
            <a:custGeom>
              <a:rect b="b" l="l" r="r" t="t"/>
              <a:pathLst>
                <a:path extrusionOk="0" h="3813" w="3537">
                  <a:moveTo>
                    <a:pt x="1658" y="0"/>
                  </a:moveTo>
                  <a:lnTo>
                    <a:pt x="1271" y="1399"/>
                  </a:lnTo>
                  <a:lnTo>
                    <a:pt x="0" y="1345"/>
                  </a:lnTo>
                  <a:lnTo>
                    <a:pt x="0" y="1345"/>
                  </a:lnTo>
                  <a:lnTo>
                    <a:pt x="988" y="2075"/>
                  </a:lnTo>
                  <a:lnTo>
                    <a:pt x="514" y="3812"/>
                  </a:lnTo>
                  <a:lnTo>
                    <a:pt x="1668" y="2639"/>
                  </a:lnTo>
                  <a:lnTo>
                    <a:pt x="2829" y="3427"/>
                  </a:lnTo>
                  <a:lnTo>
                    <a:pt x="2284" y="2301"/>
                  </a:lnTo>
                  <a:lnTo>
                    <a:pt x="3536" y="1586"/>
                  </a:lnTo>
                  <a:lnTo>
                    <a:pt x="1973" y="1475"/>
                  </a:lnTo>
                  <a:lnTo>
                    <a:pt x="1658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86"/>
            <p:cNvSpPr/>
            <p:nvPr/>
          </p:nvSpPr>
          <p:spPr>
            <a:xfrm>
              <a:off x="8077971" y="1522243"/>
              <a:ext cx="161712" cy="174330"/>
            </a:xfrm>
            <a:custGeom>
              <a:rect b="b" l="l" r="r" t="t"/>
              <a:pathLst>
                <a:path extrusionOk="0" h="3813" w="3537">
                  <a:moveTo>
                    <a:pt x="1658" y="0"/>
                  </a:moveTo>
                  <a:lnTo>
                    <a:pt x="1271" y="1399"/>
                  </a:lnTo>
                  <a:lnTo>
                    <a:pt x="0" y="1345"/>
                  </a:lnTo>
                  <a:lnTo>
                    <a:pt x="0" y="1345"/>
                  </a:lnTo>
                  <a:lnTo>
                    <a:pt x="988" y="2075"/>
                  </a:lnTo>
                  <a:lnTo>
                    <a:pt x="514" y="3812"/>
                  </a:lnTo>
                  <a:lnTo>
                    <a:pt x="1668" y="2639"/>
                  </a:lnTo>
                  <a:lnTo>
                    <a:pt x="2829" y="3427"/>
                  </a:lnTo>
                  <a:lnTo>
                    <a:pt x="2284" y="2301"/>
                  </a:lnTo>
                  <a:lnTo>
                    <a:pt x="3536" y="1586"/>
                  </a:lnTo>
                  <a:lnTo>
                    <a:pt x="1973" y="1475"/>
                  </a:lnTo>
                  <a:lnTo>
                    <a:pt x="1658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86"/>
            <p:cNvSpPr/>
            <p:nvPr/>
          </p:nvSpPr>
          <p:spPr>
            <a:xfrm>
              <a:off x="7788825" y="237168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86"/>
            <p:cNvSpPr/>
            <p:nvPr/>
          </p:nvSpPr>
          <p:spPr>
            <a:xfrm>
              <a:off x="8500305" y="3782500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86"/>
            <p:cNvSpPr/>
            <p:nvPr/>
          </p:nvSpPr>
          <p:spPr>
            <a:xfrm>
              <a:off x="1202230" y="2910125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86"/>
            <p:cNvSpPr/>
            <p:nvPr/>
          </p:nvSpPr>
          <p:spPr>
            <a:xfrm>
              <a:off x="405796" y="4076993"/>
              <a:ext cx="161712" cy="174330"/>
            </a:xfrm>
            <a:custGeom>
              <a:rect b="b" l="l" r="r" t="t"/>
              <a:pathLst>
                <a:path extrusionOk="0" h="3813" w="3537">
                  <a:moveTo>
                    <a:pt x="1658" y="0"/>
                  </a:moveTo>
                  <a:lnTo>
                    <a:pt x="1271" y="1399"/>
                  </a:lnTo>
                  <a:lnTo>
                    <a:pt x="0" y="1345"/>
                  </a:lnTo>
                  <a:lnTo>
                    <a:pt x="0" y="1345"/>
                  </a:lnTo>
                  <a:lnTo>
                    <a:pt x="988" y="2075"/>
                  </a:lnTo>
                  <a:lnTo>
                    <a:pt x="514" y="3812"/>
                  </a:lnTo>
                  <a:lnTo>
                    <a:pt x="1668" y="2639"/>
                  </a:lnTo>
                  <a:lnTo>
                    <a:pt x="2829" y="3427"/>
                  </a:lnTo>
                  <a:lnTo>
                    <a:pt x="2284" y="2301"/>
                  </a:lnTo>
                  <a:lnTo>
                    <a:pt x="3536" y="1586"/>
                  </a:lnTo>
                  <a:lnTo>
                    <a:pt x="1973" y="1475"/>
                  </a:lnTo>
                  <a:lnTo>
                    <a:pt x="1658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SECTION_TITLE_AND_DESCRIPTION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7"/>
          <p:cNvSpPr/>
          <p:nvPr/>
        </p:nvSpPr>
        <p:spPr>
          <a:xfrm>
            <a:off x="285100" y="268025"/>
            <a:ext cx="8573700" cy="4607400"/>
          </a:xfrm>
          <a:prstGeom prst="plus">
            <a:avLst>
              <a:gd fmla="val 3202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87"/>
          <p:cNvSpPr txBox="1"/>
          <p:nvPr>
            <p:ph idx="1" type="subTitle"/>
          </p:nvPr>
        </p:nvSpPr>
        <p:spPr>
          <a:xfrm>
            <a:off x="4285125" y="2561000"/>
            <a:ext cx="4138800" cy="11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87"/>
          <p:cNvSpPr txBox="1"/>
          <p:nvPr>
            <p:ph type="title"/>
          </p:nvPr>
        </p:nvSpPr>
        <p:spPr>
          <a:xfrm>
            <a:off x="3677400" y="1556213"/>
            <a:ext cx="4746600" cy="9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grpSp>
        <p:nvGrpSpPr>
          <p:cNvPr id="108" name="Google Shape;108;p87"/>
          <p:cNvGrpSpPr/>
          <p:nvPr/>
        </p:nvGrpSpPr>
        <p:grpSpPr>
          <a:xfrm>
            <a:off x="593730" y="709956"/>
            <a:ext cx="7830282" cy="3718133"/>
            <a:chOff x="593730" y="709956"/>
            <a:chExt cx="7830282" cy="3718133"/>
          </a:xfrm>
        </p:grpSpPr>
        <p:sp>
          <p:nvSpPr>
            <p:cNvPr id="109" name="Google Shape;109;p87"/>
            <p:cNvSpPr/>
            <p:nvPr/>
          </p:nvSpPr>
          <p:spPr>
            <a:xfrm>
              <a:off x="7417550" y="89785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87"/>
            <p:cNvSpPr/>
            <p:nvPr/>
          </p:nvSpPr>
          <p:spPr>
            <a:xfrm>
              <a:off x="6934430" y="130556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87"/>
            <p:cNvSpPr/>
            <p:nvPr/>
          </p:nvSpPr>
          <p:spPr>
            <a:xfrm>
              <a:off x="4796375" y="99203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87"/>
            <p:cNvSpPr/>
            <p:nvPr/>
          </p:nvSpPr>
          <p:spPr>
            <a:xfrm>
              <a:off x="3508680" y="257173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87"/>
            <p:cNvSpPr/>
            <p:nvPr/>
          </p:nvSpPr>
          <p:spPr>
            <a:xfrm>
              <a:off x="5140780" y="425371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87"/>
            <p:cNvSpPr/>
            <p:nvPr/>
          </p:nvSpPr>
          <p:spPr>
            <a:xfrm>
              <a:off x="8252425" y="391205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87"/>
            <p:cNvSpPr/>
            <p:nvPr/>
          </p:nvSpPr>
          <p:spPr>
            <a:xfrm>
              <a:off x="593730" y="2368425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87"/>
            <p:cNvSpPr/>
            <p:nvPr/>
          </p:nvSpPr>
          <p:spPr>
            <a:xfrm>
              <a:off x="3108217" y="99893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87"/>
            <p:cNvSpPr/>
            <p:nvPr/>
          </p:nvSpPr>
          <p:spPr>
            <a:xfrm>
              <a:off x="2364475" y="70995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SECTION_TITLE_AND_DESCRIPTION_1_2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8"/>
          <p:cNvSpPr/>
          <p:nvPr/>
        </p:nvSpPr>
        <p:spPr>
          <a:xfrm>
            <a:off x="285100" y="268025"/>
            <a:ext cx="8573700" cy="4607400"/>
          </a:xfrm>
          <a:prstGeom prst="plus">
            <a:avLst>
              <a:gd fmla="val 3202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88"/>
          <p:cNvSpPr txBox="1"/>
          <p:nvPr>
            <p:ph idx="1" type="subTitle"/>
          </p:nvPr>
        </p:nvSpPr>
        <p:spPr>
          <a:xfrm>
            <a:off x="2129813" y="2560988"/>
            <a:ext cx="4884300" cy="10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88"/>
          <p:cNvSpPr txBox="1"/>
          <p:nvPr>
            <p:ph type="title"/>
          </p:nvPr>
        </p:nvSpPr>
        <p:spPr>
          <a:xfrm>
            <a:off x="2129888" y="1556213"/>
            <a:ext cx="4884300" cy="9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grpSp>
        <p:nvGrpSpPr>
          <p:cNvPr id="122" name="Google Shape;122;p88"/>
          <p:cNvGrpSpPr/>
          <p:nvPr/>
        </p:nvGrpSpPr>
        <p:grpSpPr>
          <a:xfrm>
            <a:off x="593730" y="709956"/>
            <a:ext cx="7830282" cy="3718133"/>
            <a:chOff x="593730" y="709956"/>
            <a:chExt cx="7830282" cy="3718133"/>
          </a:xfrm>
        </p:grpSpPr>
        <p:sp>
          <p:nvSpPr>
            <p:cNvPr id="123" name="Google Shape;123;p88"/>
            <p:cNvSpPr/>
            <p:nvPr/>
          </p:nvSpPr>
          <p:spPr>
            <a:xfrm>
              <a:off x="7417550" y="89785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88"/>
            <p:cNvSpPr/>
            <p:nvPr/>
          </p:nvSpPr>
          <p:spPr>
            <a:xfrm>
              <a:off x="6934430" y="130556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88"/>
            <p:cNvSpPr/>
            <p:nvPr/>
          </p:nvSpPr>
          <p:spPr>
            <a:xfrm>
              <a:off x="4796375" y="99203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88"/>
            <p:cNvSpPr/>
            <p:nvPr/>
          </p:nvSpPr>
          <p:spPr>
            <a:xfrm>
              <a:off x="2213280" y="333373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88"/>
            <p:cNvSpPr/>
            <p:nvPr/>
          </p:nvSpPr>
          <p:spPr>
            <a:xfrm>
              <a:off x="5140780" y="425371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88"/>
            <p:cNvSpPr/>
            <p:nvPr/>
          </p:nvSpPr>
          <p:spPr>
            <a:xfrm>
              <a:off x="8252425" y="391205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88"/>
            <p:cNvSpPr/>
            <p:nvPr/>
          </p:nvSpPr>
          <p:spPr>
            <a:xfrm>
              <a:off x="593730" y="2368425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88"/>
            <p:cNvSpPr/>
            <p:nvPr/>
          </p:nvSpPr>
          <p:spPr>
            <a:xfrm>
              <a:off x="3108217" y="99893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88"/>
            <p:cNvSpPr/>
            <p:nvPr/>
          </p:nvSpPr>
          <p:spPr>
            <a:xfrm>
              <a:off x="2364475" y="70995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9"/>
          <p:cNvSpPr/>
          <p:nvPr/>
        </p:nvSpPr>
        <p:spPr>
          <a:xfrm>
            <a:off x="285100" y="268025"/>
            <a:ext cx="8573700" cy="4607400"/>
          </a:xfrm>
          <a:prstGeom prst="plus">
            <a:avLst>
              <a:gd fmla="val 3202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89"/>
          <p:cNvSpPr txBox="1"/>
          <p:nvPr>
            <p:ph idx="1" type="subTitle"/>
          </p:nvPr>
        </p:nvSpPr>
        <p:spPr>
          <a:xfrm>
            <a:off x="720000" y="2564988"/>
            <a:ext cx="5261100" cy="12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35" name="Google Shape;135;p89"/>
          <p:cNvGrpSpPr/>
          <p:nvPr/>
        </p:nvGrpSpPr>
        <p:grpSpPr>
          <a:xfrm>
            <a:off x="1237713" y="594318"/>
            <a:ext cx="6833937" cy="3802283"/>
            <a:chOff x="1237713" y="594318"/>
            <a:chExt cx="6833937" cy="3802283"/>
          </a:xfrm>
        </p:grpSpPr>
        <p:sp>
          <p:nvSpPr>
            <p:cNvPr id="136" name="Google Shape;136;p89"/>
            <p:cNvSpPr/>
            <p:nvPr/>
          </p:nvSpPr>
          <p:spPr>
            <a:xfrm>
              <a:off x="5468696" y="594318"/>
              <a:ext cx="161712" cy="174330"/>
            </a:xfrm>
            <a:custGeom>
              <a:rect b="b" l="l" r="r" t="t"/>
              <a:pathLst>
                <a:path extrusionOk="0" h="3813" w="3537">
                  <a:moveTo>
                    <a:pt x="1658" y="0"/>
                  </a:moveTo>
                  <a:lnTo>
                    <a:pt x="1271" y="1399"/>
                  </a:lnTo>
                  <a:lnTo>
                    <a:pt x="0" y="1345"/>
                  </a:lnTo>
                  <a:lnTo>
                    <a:pt x="0" y="1345"/>
                  </a:lnTo>
                  <a:lnTo>
                    <a:pt x="988" y="2075"/>
                  </a:lnTo>
                  <a:lnTo>
                    <a:pt x="514" y="3812"/>
                  </a:lnTo>
                  <a:lnTo>
                    <a:pt x="1668" y="2639"/>
                  </a:lnTo>
                  <a:lnTo>
                    <a:pt x="2829" y="3427"/>
                  </a:lnTo>
                  <a:lnTo>
                    <a:pt x="2284" y="2301"/>
                  </a:lnTo>
                  <a:lnTo>
                    <a:pt x="3536" y="1586"/>
                  </a:lnTo>
                  <a:lnTo>
                    <a:pt x="1973" y="1475"/>
                  </a:lnTo>
                  <a:lnTo>
                    <a:pt x="1658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89"/>
            <p:cNvSpPr/>
            <p:nvPr/>
          </p:nvSpPr>
          <p:spPr>
            <a:xfrm>
              <a:off x="5981105" y="3431125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89"/>
            <p:cNvSpPr/>
            <p:nvPr/>
          </p:nvSpPr>
          <p:spPr>
            <a:xfrm>
              <a:off x="4486213" y="98190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89"/>
            <p:cNvSpPr/>
            <p:nvPr/>
          </p:nvSpPr>
          <p:spPr>
            <a:xfrm>
              <a:off x="3043096" y="682868"/>
              <a:ext cx="161712" cy="174330"/>
            </a:xfrm>
            <a:custGeom>
              <a:rect b="b" l="l" r="r" t="t"/>
              <a:pathLst>
                <a:path extrusionOk="0" h="3813" w="3537">
                  <a:moveTo>
                    <a:pt x="1658" y="0"/>
                  </a:moveTo>
                  <a:lnTo>
                    <a:pt x="1271" y="1399"/>
                  </a:lnTo>
                  <a:lnTo>
                    <a:pt x="0" y="1345"/>
                  </a:lnTo>
                  <a:lnTo>
                    <a:pt x="0" y="1345"/>
                  </a:lnTo>
                  <a:lnTo>
                    <a:pt x="988" y="2075"/>
                  </a:lnTo>
                  <a:lnTo>
                    <a:pt x="514" y="3812"/>
                  </a:lnTo>
                  <a:lnTo>
                    <a:pt x="1668" y="2639"/>
                  </a:lnTo>
                  <a:lnTo>
                    <a:pt x="2829" y="3427"/>
                  </a:lnTo>
                  <a:lnTo>
                    <a:pt x="2284" y="2301"/>
                  </a:lnTo>
                  <a:lnTo>
                    <a:pt x="3536" y="1586"/>
                  </a:lnTo>
                  <a:lnTo>
                    <a:pt x="1973" y="1475"/>
                  </a:lnTo>
                  <a:lnTo>
                    <a:pt x="1658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89"/>
            <p:cNvSpPr/>
            <p:nvPr/>
          </p:nvSpPr>
          <p:spPr>
            <a:xfrm>
              <a:off x="4017805" y="4222225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89"/>
            <p:cNvSpPr/>
            <p:nvPr/>
          </p:nvSpPr>
          <p:spPr>
            <a:xfrm>
              <a:off x="3530121" y="3823793"/>
              <a:ext cx="161712" cy="174330"/>
            </a:xfrm>
            <a:custGeom>
              <a:rect b="b" l="l" r="r" t="t"/>
              <a:pathLst>
                <a:path extrusionOk="0" h="3813" w="3537">
                  <a:moveTo>
                    <a:pt x="1658" y="0"/>
                  </a:moveTo>
                  <a:lnTo>
                    <a:pt x="1271" y="1399"/>
                  </a:lnTo>
                  <a:lnTo>
                    <a:pt x="0" y="1345"/>
                  </a:lnTo>
                  <a:lnTo>
                    <a:pt x="0" y="1345"/>
                  </a:lnTo>
                  <a:lnTo>
                    <a:pt x="988" y="2075"/>
                  </a:lnTo>
                  <a:lnTo>
                    <a:pt x="514" y="3812"/>
                  </a:lnTo>
                  <a:lnTo>
                    <a:pt x="1668" y="2639"/>
                  </a:lnTo>
                  <a:lnTo>
                    <a:pt x="2829" y="3427"/>
                  </a:lnTo>
                  <a:lnTo>
                    <a:pt x="2284" y="2301"/>
                  </a:lnTo>
                  <a:lnTo>
                    <a:pt x="3536" y="1586"/>
                  </a:lnTo>
                  <a:lnTo>
                    <a:pt x="1973" y="1475"/>
                  </a:lnTo>
                  <a:lnTo>
                    <a:pt x="1658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89"/>
            <p:cNvSpPr/>
            <p:nvPr/>
          </p:nvSpPr>
          <p:spPr>
            <a:xfrm>
              <a:off x="6032596" y="4173093"/>
              <a:ext cx="161712" cy="174330"/>
            </a:xfrm>
            <a:custGeom>
              <a:rect b="b" l="l" r="r" t="t"/>
              <a:pathLst>
                <a:path extrusionOk="0" h="3813" w="3537">
                  <a:moveTo>
                    <a:pt x="1658" y="0"/>
                  </a:moveTo>
                  <a:lnTo>
                    <a:pt x="1271" y="1399"/>
                  </a:lnTo>
                  <a:lnTo>
                    <a:pt x="0" y="1345"/>
                  </a:lnTo>
                  <a:lnTo>
                    <a:pt x="0" y="1345"/>
                  </a:lnTo>
                  <a:lnTo>
                    <a:pt x="988" y="2075"/>
                  </a:lnTo>
                  <a:lnTo>
                    <a:pt x="514" y="3812"/>
                  </a:lnTo>
                  <a:lnTo>
                    <a:pt x="1668" y="2639"/>
                  </a:lnTo>
                  <a:lnTo>
                    <a:pt x="2829" y="3427"/>
                  </a:lnTo>
                  <a:lnTo>
                    <a:pt x="2284" y="2301"/>
                  </a:lnTo>
                  <a:lnTo>
                    <a:pt x="3536" y="1586"/>
                  </a:lnTo>
                  <a:lnTo>
                    <a:pt x="1973" y="1475"/>
                  </a:lnTo>
                  <a:lnTo>
                    <a:pt x="1658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89"/>
            <p:cNvSpPr/>
            <p:nvPr/>
          </p:nvSpPr>
          <p:spPr>
            <a:xfrm>
              <a:off x="1409305" y="4173075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89"/>
            <p:cNvSpPr/>
            <p:nvPr/>
          </p:nvSpPr>
          <p:spPr>
            <a:xfrm>
              <a:off x="2378580" y="1141700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89"/>
            <p:cNvSpPr/>
            <p:nvPr/>
          </p:nvSpPr>
          <p:spPr>
            <a:xfrm>
              <a:off x="7900063" y="108880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89"/>
            <p:cNvSpPr/>
            <p:nvPr/>
          </p:nvSpPr>
          <p:spPr>
            <a:xfrm>
              <a:off x="1975188" y="396100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89"/>
            <p:cNvSpPr/>
            <p:nvPr/>
          </p:nvSpPr>
          <p:spPr>
            <a:xfrm>
              <a:off x="1237713" y="60885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8" name="Google Shape;148;p89"/>
          <p:cNvSpPr txBox="1"/>
          <p:nvPr>
            <p:ph type="title"/>
          </p:nvPr>
        </p:nvSpPr>
        <p:spPr>
          <a:xfrm>
            <a:off x="720000" y="1319713"/>
            <a:ext cx="6358800" cy="11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SECTION_TITLE_AND_DESCRIPTION_2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0"/>
          <p:cNvSpPr/>
          <p:nvPr/>
        </p:nvSpPr>
        <p:spPr>
          <a:xfrm>
            <a:off x="285100" y="268025"/>
            <a:ext cx="8573700" cy="4607400"/>
          </a:xfrm>
          <a:prstGeom prst="plus">
            <a:avLst>
              <a:gd fmla="val 3202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90"/>
          <p:cNvSpPr txBox="1"/>
          <p:nvPr>
            <p:ph idx="1" type="subTitle"/>
          </p:nvPr>
        </p:nvSpPr>
        <p:spPr>
          <a:xfrm>
            <a:off x="4196550" y="2466588"/>
            <a:ext cx="4212600" cy="14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90"/>
          <p:cNvSpPr txBox="1"/>
          <p:nvPr>
            <p:ph type="title"/>
          </p:nvPr>
        </p:nvSpPr>
        <p:spPr>
          <a:xfrm>
            <a:off x="2050025" y="1221288"/>
            <a:ext cx="6358800" cy="11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grpSp>
        <p:nvGrpSpPr>
          <p:cNvPr id="153" name="Google Shape;153;p90"/>
          <p:cNvGrpSpPr/>
          <p:nvPr/>
        </p:nvGrpSpPr>
        <p:grpSpPr>
          <a:xfrm>
            <a:off x="677480" y="532719"/>
            <a:ext cx="7812470" cy="4021520"/>
            <a:chOff x="827655" y="456456"/>
            <a:chExt cx="7812470" cy="4021520"/>
          </a:xfrm>
        </p:grpSpPr>
        <p:sp>
          <p:nvSpPr>
            <p:cNvPr id="154" name="Google Shape;154;p90"/>
            <p:cNvSpPr/>
            <p:nvPr/>
          </p:nvSpPr>
          <p:spPr>
            <a:xfrm>
              <a:off x="5468696" y="594318"/>
              <a:ext cx="161712" cy="174330"/>
            </a:xfrm>
            <a:custGeom>
              <a:rect b="b" l="l" r="r" t="t"/>
              <a:pathLst>
                <a:path extrusionOk="0" h="3813" w="3537">
                  <a:moveTo>
                    <a:pt x="1658" y="0"/>
                  </a:moveTo>
                  <a:lnTo>
                    <a:pt x="1271" y="1399"/>
                  </a:lnTo>
                  <a:lnTo>
                    <a:pt x="0" y="1345"/>
                  </a:lnTo>
                  <a:lnTo>
                    <a:pt x="0" y="1345"/>
                  </a:lnTo>
                  <a:lnTo>
                    <a:pt x="988" y="2075"/>
                  </a:lnTo>
                  <a:lnTo>
                    <a:pt x="514" y="3812"/>
                  </a:lnTo>
                  <a:lnTo>
                    <a:pt x="1668" y="2639"/>
                  </a:lnTo>
                  <a:lnTo>
                    <a:pt x="2829" y="3427"/>
                  </a:lnTo>
                  <a:lnTo>
                    <a:pt x="2284" y="2301"/>
                  </a:lnTo>
                  <a:lnTo>
                    <a:pt x="3536" y="1586"/>
                  </a:lnTo>
                  <a:lnTo>
                    <a:pt x="1973" y="1475"/>
                  </a:lnTo>
                  <a:lnTo>
                    <a:pt x="1658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90"/>
            <p:cNvSpPr/>
            <p:nvPr/>
          </p:nvSpPr>
          <p:spPr>
            <a:xfrm>
              <a:off x="6003680" y="211563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90"/>
            <p:cNvSpPr/>
            <p:nvPr/>
          </p:nvSpPr>
          <p:spPr>
            <a:xfrm>
              <a:off x="1553263" y="189893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90"/>
            <p:cNvSpPr/>
            <p:nvPr/>
          </p:nvSpPr>
          <p:spPr>
            <a:xfrm>
              <a:off x="3043096" y="682868"/>
              <a:ext cx="161712" cy="174330"/>
            </a:xfrm>
            <a:custGeom>
              <a:rect b="b" l="l" r="r" t="t"/>
              <a:pathLst>
                <a:path extrusionOk="0" h="3813" w="3537">
                  <a:moveTo>
                    <a:pt x="1658" y="0"/>
                  </a:moveTo>
                  <a:lnTo>
                    <a:pt x="1271" y="1399"/>
                  </a:lnTo>
                  <a:lnTo>
                    <a:pt x="0" y="1345"/>
                  </a:lnTo>
                  <a:lnTo>
                    <a:pt x="0" y="1345"/>
                  </a:lnTo>
                  <a:lnTo>
                    <a:pt x="988" y="2075"/>
                  </a:lnTo>
                  <a:lnTo>
                    <a:pt x="514" y="3812"/>
                  </a:lnTo>
                  <a:lnTo>
                    <a:pt x="1668" y="2639"/>
                  </a:lnTo>
                  <a:lnTo>
                    <a:pt x="2829" y="3427"/>
                  </a:lnTo>
                  <a:lnTo>
                    <a:pt x="2284" y="2301"/>
                  </a:lnTo>
                  <a:lnTo>
                    <a:pt x="3536" y="1586"/>
                  </a:lnTo>
                  <a:lnTo>
                    <a:pt x="1973" y="1475"/>
                  </a:lnTo>
                  <a:lnTo>
                    <a:pt x="1658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90"/>
            <p:cNvSpPr/>
            <p:nvPr/>
          </p:nvSpPr>
          <p:spPr>
            <a:xfrm>
              <a:off x="4953842" y="3937625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90"/>
            <p:cNvSpPr/>
            <p:nvPr/>
          </p:nvSpPr>
          <p:spPr>
            <a:xfrm>
              <a:off x="6032596" y="4173093"/>
              <a:ext cx="161712" cy="174330"/>
            </a:xfrm>
            <a:custGeom>
              <a:rect b="b" l="l" r="r" t="t"/>
              <a:pathLst>
                <a:path extrusionOk="0" h="3813" w="3537">
                  <a:moveTo>
                    <a:pt x="1658" y="0"/>
                  </a:moveTo>
                  <a:lnTo>
                    <a:pt x="1271" y="1399"/>
                  </a:lnTo>
                  <a:lnTo>
                    <a:pt x="0" y="1345"/>
                  </a:lnTo>
                  <a:lnTo>
                    <a:pt x="0" y="1345"/>
                  </a:lnTo>
                  <a:lnTo>
                    <a:pt x="988" y="2075"/>
                  </a:lnTo>
                  <a:lnTo>
                    <a:pt x="514" y="3812"/>
                  </a:lnTo>
                  <a:lnTo>
                    <a:pt x="1668" y="2639"/>
                  </a:lnTo>
                  <a:lnTo>
                    <a:pt x="2829" y="3427"/>
                  </a:lnTo>
                  <a:lnTo>
                    <a:pt x="2284" y="2301"/>
                  </a:lnTo>
                  <a:lnTo>
                    <a:pt x="3536" y="1586"/>
                  </a:lnTo>
                  <a:lnTo>
                    <a:pt x="1973" y="1475"/>
                  </a:lnTo>
                  <a:lnTo>
                    <a:pt x="1658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90"/>
            <p:cNvSpPr/>
            <p:nvPr/>
          </p:nvSpPr>
          <p:spPr>
            <a:xfrm>
              <a:off x="937855" y="4303600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90"/>
            <p:cNvSpPr/>
            <p:nvPr/>
          </p:nvSpPr>
          <p:spPr>
            <a:xfrm>
              <a:off x="827655" y="1592200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90"/>
            <p:cNvSpPr/>
            <p:nvPr/>
          </p:nvSpPr>
          <p:spPr>
            <a:xfrm>
              <a:off x="8468538" y="64535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90"/>
            <p:cNvSpPr/>
            <p:nvPr/>
          </p:nvSpPr>
          <p:spPr>
            <a:xfrm>
              <a:off x="1104663" y="3003419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90"/>
            <p:cNvSpPr/>
            <p:nvPr/>
          </p:nvSpPr>
          <p:spPr>
            <a:xfrm>
              <a:off x="1237713" y="45645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1"/>
          <p:cNvSpPr/>
          <p:nvPr/>
        </p:nvSpPr>
        <p:spPr>
          <a:xfrm>
            <a:off x="285100" y="268025"/>
            <a:ext cx="8573700" cy="4607400"/>
          </a:xfrm>
          <a:prstGeom prst="plus">
            <a:avLst>
              <a:gd fmla="val 3202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91"/>
          <p:cNvSpPr txBox="1"/>
          <p:nvPr>
            <p:ph type="title"/>
          </p:nvPr>
        </p:nvSpPr>
        <p:spPr>
          <a:xfrm>
            <a:off x="3796850" y="747011"/>
            <a:ext cx="1550100" cy="1353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7500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68" name="Google Shape;168;p91"/>
          <p:cNvSpPr txBox="1"/>
          <p:nvPr>
            <p:ph idx="1" type="subTitle"/>
          </p:nvPr>
        </p:nvSpPr>
        <p:spPr>
          <a:xfrm rot="473">
            <a:off x="2391975" y="3986087"/>
            <a:ext cx="43602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69" name="Google Shape;169;p91"/>
          <p:cNvGrpSpPr/>
          <p:nvPr/>
        </p:nvGrpSpPr>
        <p:grpSpPr>
          <a:xfrm>
            <a:off x="682475" y="630494"/>
            <a:ext cx="7913112" cy="3948295"/>
            <a:chOff x="682475" y="630494"/>
            <a:chExt cx="7913112" cy="3948295"/>
          </a:xfrm>
        </p:grpSpPr>
        <p:sp>
          <p:nvSpPr>
            <p:cNvPr id="170" name="Google Shape;170;p91"/>
            <p:cNvSpPr/>
            <p:nvPr/>
          </p:nvSpPr>
          <p:spPr>
            <a:xfrm>
              <a:off x="2499875" y="134390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91"/>
            <p:cNvSpPr/>
            <p:nvPr/>
          </p:nvSpPr>
          <p:spPr>
            <a:xfrm>
              <a:off x="5794105" y="165813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91"/>
            <p:cNvSpPr/>
            <p:nvPr/>
          </p:nvSpPr>
          <p:spPr>
            <a:xfrm>
              <a:off x="7918742" y="398576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91"/>
            <p:cNvSpPr/>
            <p:nvPr/>
          </p:nvSpPr>
          <p:spPr>
            <a:xfrm>
              <a:off x="2007242" y="440441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91"/>
            <p:cNvSpPr/>
            <p:nvPr/>
          </p:nvSpPr>
          <p:spPr>
            <a:xfrm>
              <a:off x="781392" y="239736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91"/>
            <p:cNvSpPr/>
            <p:nvPr/>
          </p:nvSpPr>
          <p:spPr>
            <a:xfrm>
              <a:off x="1195625" y="194080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91"/>
            <p:cNvSpPr/>
            <p:nvPr/>
          </p:nvSpPr>
          <p:spPr>
            <a:xfrm>
              <a:off x="1024050" y="423668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91"/>
            <p:cNvSpPr/>
            <p:nvPr/>
          </p:nvSpPr>
          <p:spPr>
            <a:xfrm>
              <a:off x="7430775" y="360950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91"/>
            <p:cNvSpPr/>
            <p:nvPr/>
          </p:nvSpPr>
          <p:spPr>
            <a:xfrm>
              <a:off x="5765525" y="86990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91"/>
            <p:cNvSpPr/>
            <p:nvPr/>
          </p:nvSpPr>
          <p:spPr>
            <a:xfrm>
              <a:off x="3142775" y="1665444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91"/>
            <p:cNvSpPr/>
            <p:nvPr/>
          </p:nvSpPr>
          <p:spPr>
            <a:xfrm>
              <a:off x="3028805" y="79026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91"/>
            <p:cNvSpPr/>
            <p:nvPr/>
          </p:nvSpPr>
          <p:spPr>
            <a:xfrm>
              <a:off x="1752213" y="630494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91"/>
            <p:cNvSpPr/>
            <p:nvPr/>
          </p:nvSpPr>
          <p:spPr>
            <a:xfrm>
              <a:off x="682475" y="1142319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91"/>
            <p:cNvSpPr/>
            <p:nvPr/>
          </p:nvSpPr>
          <p:spPr>
            <a:xfrm>
              <a:off x="8424000" y="3066619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4" name="Google Shape;184;p91"/>
          <p:cNvSpPr txBox="1"/>
          <p:nvPr>
            <p:ph idx="2" type="title"/>
          </p:nvPr>
        </p:nvSpPr>
        <p:spPr>
          <a:xfrm>
            <a:off x="2391900" y="2283750"/>
            <a:ext cx="4360200" cy="15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2"/>
          <p:cNvSpPr/>
          <p:nvPr/>
        </p:nvSpPr>
        <p:spPr>
          <a:xfrm>
            <a:off x="285100" y="268025"/>
            <a:ext cx="8573700" cy="4607400"/>
          </a:xfrm>
          <a:prstGeom prst="plus">
            <a:avLst>
              <a:gd fmla="val 3202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92"/>
          <p:cNvSpPr txBox="1"/>
          <p:nvPr>
            <p:ph type="title"/>
          </p:nvPr>
        </p:nvSpPr>
        <p:spPr>
          <a:xfrm>
            <a:off x="4055625" y="747011"/>
            <a:ext cx="1550100" cy="1353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7500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88" name="Google Shape;188;p92"/>
          <p:cNvSpPr txBox="1"/>
          <p:nvPr>
            <p:ph idx="1" type="subTitle"/>
          </p:nvPr>
        </p:nvSpPr>
        <p:spPr>
          <a:xfrm rot="473">
            <a:off x="4055625" y="3986087"/>
            <a:ext cx="43602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89" name="Google Shape;189;p92"/>
          <p:cNvGrpSpPr/>
          <p:nvPr/>
        </p:nvGrpSpPr>
        <p:grpSpPr>
          <a:xfrm>
            <a:off x="682475" y="630494"/>
            <a:ext cx="7913112" cy="3948295"/>
            <a:chOff x="682475" y="630494"/>
            <a:chExt cx="7913112" cy="3948295"/>
          </a:xfrm>
        </p:grpSpPr>
        <p:sp>
          <p:nvSpPr>
            <p:cNvPr id="190" name="Google Shape;190;p92"/>
            <p:cNvSpPr/>
            <p:nvPr/>
          </p:nvSpPr>
          <p:spPr>
            <a:xfrm>
              <a:off x="2499875" y="119150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92"/>
            <p:cNvSpPr/>
            <p:nvPr/>
          </p:nvSpPr>
          <p:spPr>
            <a:xfrm>
              <a:off x="5794105" y="165813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92"/>
            <p:cNvSpPr/>
            <p:nvPr/>
          </p:nvSpPr>
          <p:spPr>
            <a:xfrm>
              <a:off x="7918742" y="398576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92"/>
            <p:cNvSpPr/>
            <p:nvPr/>
          </p:nvSpPr>
          <p:spPr>
            <a:xfrm>
              <a:off x="2007242" y="440441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92"/>
            <p:cNvSpPr/>
            <p:nvPr/>
          </p:nvSpPr>
          <p:spPr>
            <a:xfrm>
              <a:off x="781392" y="239736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92"/>
            <p:cNvSpPr/>
            <p:nvPr/>
          </p:nvSpPr>
          <p:spPr>
            <a:xfrm>
              <a:off x="1024050" y="423668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92"/>
            <p:cNvSpPr/>
            <p:nvPr/>
          </p:nvSpPr>
          <p:spPr>
            <a:xfrm>
              <a:off x="7430775" y="360950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92"/>
            <p:cNvSpPr/>
            <p:nvPr/>
          </p:nvSpPr>
          <p:spPr>
            <a:xfrm>
              <a:off x="5765525" y="86990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92"/>
            <p:cNvSpPr/>
            <p:nvPr/>
          </p:nvSpPr>
          <p:spPr>
            <a:xfrm>
              <a:off x="3295175" y="1513044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92"/>
            <p:cNvSpPr/>
            <p:nvPr/>
          </p:nvSpPr>
          <p:spPr>
            <a:xfrm>
              <a:off x="3028805" y="79026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92"/>
            <p:cNvSpPr/>
            <p:nvPr/>
          </p:nvSpPr>
          <p:spPr>
            <a:xfrm>
              <a:off x="1752213" y="630494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92"/>
            <p:cNvSpPr/>
            <p:nvPr/>
          </p:nvSpPr>
          <p:spPr>
            <a:xfrm>
              <a:off x="682475" y="1142319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92"/>
            <p:cNvSpPr/>
            <p:nvPr/>
          </p:nvSpPr>
          <p:spPr>
            <a:xfrm>
              <a:off x="8424000" y="3066619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3" name="Google Shape;203;p92"/>
          <p:cNvSpPr txBox="1"/>
          <p:nvPr>
            <p:ph idx="2" type="title"/>
          </p:nvPr>
        </p:nvSpPr>
        <p:spPr>
          <a:xfrm>
            <a:off x="4055625" y="2283750"/>
            <a:ext cx="4360200" cy="15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3"/>
          <p:cNvSpPr/>
          <p:nvPr/>
        </p:nvSpPr>
        <p:spPr>
          <a:xfrm>
            <a:off x="285100" y="268025"/>
            <a:ext cx="8573700" cy="4607400"/>
          </a:xfrm>
          <a:prstGeom prst="plus">
            <a:avLst>
              <a:gd fmla="val 3202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93"/>
          <p:cNvSpPr txBox="1"/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07" name="Google Shape;207;p93"/>
          <p:cNvSpPr/>
          <p:nvPr/>
        </p:nvSpPr>
        <p:spPr>
          <a:xfrm>
            <a:off x="8470275" y="1620056"/>
            <a:ext cx="171587" cy="159791"/>
          </a:xfrm>
          <a:custGeom>
            <a:rect b="b" l="l" r="r" t="t"/>
            <a:pathLst>
              <a:path extrusionOk="0" h="3495" w="3753">
                <a:moveTo>
                  <a:pt x="3086" y="0"/>
                </a:moveTo>
                <a:lnTo>
                  <a:pt x="1984" y="942"/>
                </a:lnTo>
                <a:lnTo>
                  <a:pt x="960" y="185"/>
                </a:lnTo>
                <a:lnTo>
                  <a:pt x="960" y="185"/>
                </a:lnTo>
                <a:lnTo>
                  <a:pt x="1368" y="1344"/>
                </a:lnTo>
                <a:lnTo>
                  <a:pt x="1" y="2517"/>
                </a:lnTo>
                <a:lnTo>
                  <a:pt x="1616" y="2193"/>
                </a:lnTo>
                <a:lnTo>
                  <a:pt x="2135" y="3494"/>
                </a:lnTo>
                <a:lnTo>
                  <a:pt x="2316" y="2258"/>
                </a:lnTo>
                <a:lnTo>
                  <a:pt x="3753" y="2366"/>
                </a:lnTo>
                <a:lnTo>
                  <a:pt x="3753" y="2366"/>
                </a:lnTo>
                <a:lnTo>
                  <a:pt x="2518" y="1399"/>
                </a:lnTo>
                <a:lnTo>
                  <a:pt x="3086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93"/>
          <p:cNvSpPr/>
          <p:nvPr/>
        </p:nvSpPr>
        <p:spPr>
          <a:xfrm>
            <a:off x="512105" y="1779838"/>
            <a:ext cx="161712" cy="174376"/>
          </a:xfrm>
          <a:custGeom>
            <a:rect b="b" l="l" r="r" t="t"/>
            <a:pathLst>
              <a:path extrusionOk="0" h="3814" w="3537">
                <a:moveTo>
                  <a:pt x="1657" y="0"/>
                </a:moveTo>
                <a:lnTo>
                  <a:pt x="1270" y="1397"/>
                </a:lnTo>
                <a:lnTo>
                  <a:pt x="0" y="1344"/>
                </a:lnTo>
                <a:lnTo>
                  <a:pt x="0" y="1344"/>
                </a:lnTo>
                <a:lnTo>
                  <a:pt x="988" y="2076"/>
                </a:lnTo>
                <a:lnTo>
                  <a:pt x="512" y="3814"/>
                </a:lnTo>
                <a:lnTo>
                  <a:pt x="1668" y="2640"/>
                </a:lnTo>
                <a:lnTo>
                  <a:pt x="2829" y="3427"/>
                </a:lnTo>
                <a:lnTo>
                  <a:pt x="2284" y="2299"/>
                </a:lnTo>
                <a:lnTo>
                  <a:pt x="3536" y="1586"/>
                </a:lnTo>
                <a:lnTo>
                  <a:pt x="1970" y="1476"/>
                </a:lnTo>
                <a:lnTo>
                  <a:pt x="1657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93"/>
          <p:cNvSpPr/>
          <p:nvPr/>
        </p:nvSpPr>
        <p:spPr>
          <a:xfrm>
            <a:off x="340525" y="2361281"/>
            <a:ext cx="171587" cy="159791"/>
          </a:xfrm>
          <a:custGeom>
            <a:rect b="b" l="l" r="r" t="t"/>
            <a:pathLst>
              <a:path extrusionOk="0" h="3495" w="3753">
                <a:moveTo>
                  <a:pt x="3086" y="0"/>
                </a:moveTo>
                <a:lnTo>
                  <a:pt x="1984" y="942"/>
                </a:lnTo>
                <a:lnTo>
                  <a:pt x="960" y="185"/>
                </a:lnTo>
                <a:lnTo>
                  <a:pt x="960" y="185"/>
                </a:lnTo>
                <a:lnTo>
                  <a:pt x="1368" y="1344"/>
                </a:lnTo>
                <a:lnTo>
                  <a:pt x="1" y="2517"/>
                </a:lnTo>
                <a:lnTo>
                  <a:pt x="1616" y="2193"/>
                </a:lnTo>
                <a:lnTo>
                  <a:pt x="2135" y="3494"/>
                </a:lnTo>
                <a:lnTo>
                  <a:pt x="2316" y="2258"/>
                </a:lnTo>
                <a:lnTo>
                  <a:pt x="3753" y="2366"/>
                </a:lnTo>
                <a:lnTo>
                  <a:pt x="3753" y="2366"/>
                </a:lnTo>
                <a:lnTo>
                  <a:pt x="2518" y="1399"/>
                </a:lnTo>
                <a:lnTo>
                  <a:pt x="3086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93"/>
          <p:cNvSpPr/>
          <p:nvPr/>
        </p:nvSpPr>
        <p:spPr>
          <a:xfrm>
            <a:off x="312430" y="4402563"/>
            <a:ext cx="161712" cy="174376"/>
          </a:xfrm>
          <a:custGeom>
            <a:rect b="b" l="l" r="r" t="t"/>
            <a:pathLst>
              <a:path extrusionOk="0" h="3814" w="3537">
                <a:moveTo>
                  <a:pt x="1657" y="0"/>
                </a:moveTo>
                <a:lnTo>
                  <a:pt x="1270" y="1397"/>
                </a:lnTo>
                <a:lnTo>
                  <a:pt x="0" y="1344"/>
                </a:lnTo>
                <a:lnTo>
                  <a:pt x="0" y="1344"/>
                </a:lnTo>
                <a:lnTo>
                  <a:pt x="988" y="2076"/>
                </a:lnTo>
                <a:lnTo>
                  <a:pt x="512" y="3814"/>
                </a:lnTo>
                <a:lnTo>
                  <a:pt x="1668" y="2640"/>
                </a:lnTo>
                <a:lnTo>
                  <a:pt x="2829" y="3427"/>
                </a:lnTo>
                <a:lnTo>
                  <a:pt x="2284" y="2299"/>
                </a:lnTo>
                <a:lnTo>
                  <a:pt x="3536" y="1586"/>
                </a:lnTo>
                <a:lnTo>
                  <a:pt x="1970" y="1476"/>
                </a:lnTo>
                <a:lnTo>
                  <a:pt x="1657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93"/>
          <p:cNvSpPr/>
          <p:nvPr/>
        </p:nvSpPr>
        <p:spPr>
          <a:xfrm>
            <a:off x="8535930" y="770063"/>
            <a:ext cx="161712" cy="174376"/>
          </a:xfrm>
          <a:custGeom>
            <a:rect b="b" l="l" r="r" t="t"/>
            <a:pathLst>
              <a:path extrusionOk="0" h="3814" w="3537">
                <a:moveTo>
                  <a:pt x="1657" y="0"/>
                </a:moveTo>
                <a:lnTo>
                  <a:pt x="1270" y="1397"/>
                </a:lnTo>
                <a:lnTo>
                  <a:pt x="0" y="1344"/>
                </a:lnTo>
                <a:lnTo>
                  <a:pt x="0" y="1344"/>
                </a:lnTo>
                <a:lnTo>
                  <a:pt x="988" y="2076"/>
                </a:lnTo>
                <a:lnTo>
                  <a:pt x="512" y="3814"/>
                </a:lnTo>
                <a:lnTo>
                  <a:pt x="1668" y="2640"/>
                </a:lnTo>
                <a:lnTo>
                  <a:pt x="2829" y="3427"/>
                </a:lnTo>
                <a:lnTo>
                  <a:pt x="2284" y="2299"/>
                </a:lnTo>
                <a:lnTo>
                  <a:pt x="3536" y="1586"/>
                </a:lnTo>
                <a:lnTo>
                  <a:pt x="1970" y="1476"/>
                </a:lnTo>
                <a:lnTo>
                  <a:pt x="1657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4">
  <p:cSld name="TITLE_AND_TWO_COLUMNS_2_3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4"/>
          <p:cNvSpPr/>
          <p:nvPr/>
        </p:nvSpPr>
        <p:spPr>
          <a:xfrm>
            <a:off x="285100" y="268025"/>
            <a:ext cx="8573700" cy="4607400"/>
          </a:xfrm>
          <a:prstGeom prst="plus">
            <a:avLst>
              <a:gd fmla="val 3202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94"/>
          <p:cNvSpPr txBox="1"/>
          <p:nvPr>
            <p:ph idx="1" type="subTitle"/>
          </p:nvPr>
        </p:nvSpPr>
        <p:spPr>
          <a:xfrm>
            <a:off x="1280413" y="4014950"/>
            <a:ext cx="2683500" cy="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94"/>
          <p:cNvSpPr txBox="1"/>
          <p:nvPr>
            <p:ph idx="2" type="subTitle"/>
          </p:nvPr>
        </p:nvSpPr>
        <p:spPr>
          <a:xfrm>
            <a:off x="5180184" y="4014950"/>
            <a:ext cx="2683500" cy="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94"/>
          <p:cNvSpPr txBox="1"/>
          <p:nvPr>
            <p:ph type="title"/>
          </p:nvPr>
        </p:nvSpPr>
        <p:spPr>
          <a:xfrm>
            <a:off x="1016963" y="3341400"/>
            <a:ext cx="3210300" cy="63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17" name="Google Shape;217;p94"/>
          <p:cNvSpPr txBox="1"/>
          <p:nvPr>
            <p:ph idx="3" type="title"/>
          </p:nvPr>
        </p:nvSpPr>
        <p:spPr>
          <a:xfrm>
            <a:off x="4916737" y="3341400"/>
            <a:ext cx="3210300" cy="63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grpSp>
        <p:nvGrpSpPr>
          <p:cNvPr id="218" name="Google Shape;218;p94"/>
          <p:cNvGrpSpPr/>
          <p:nvPr/>
        </p:nvGrpSpPr>
        <p:grpSpPr>
          <a:xfrm>
            <a:off x="426430" y="539988"/>
            <a:ext cx="8291282" cy="4314976"/>
            <a:chOff x="426430" y="539988"/>
            <a:chExt cx="8291282" cy="4314976"/>
          </a:xfrm>
        </p:grpSpPr>
        <p:sp>
          <p:nvSpPr>
            <p:cNvPr id="219" name="Google Shape;219;p94"/>
            <p:cNvSpPr/>
            <p:nvPr/>
          </p:nvSpPr>
          <p:spPr>
            <a:xfrm>
              <a:off x="5128555" y="53998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94"/>
            <p:cNvSpPr/>
            <p:nvPr/>
          </p:nvSpPr>
          <p:spPr>
            <a:xfrm>
              <a:off x="1807355" y="605200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94"/>
            <p:cNvSpPr/>
            <p:nvPr/>
          </p:nvSpPr>
          <p:spPr>
            <a:xfrm>
              <a:off x="8546125" y="387203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94"/>
            <p:cNvSpPr/>
            <p:nvPr/>
          </p:nvSpPr>
          <p:spPr>
            <a:xfrm>
              <a:off x="548425" y="211485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94"/>
            <p:cNvSpPr/>
            <p:nvPr/>
          </p:nvSpPr>
          <p:spPr>
            <a:xfrm>
              <a:off x="6523180" y="71436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94"/>
            <p:cNvSpPr/>
            <p:nvPr/>
          </p:nvSpPr>
          <p:spPr>
            <a:xfrm>
              <a:off x="8468880" y="323893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94"/>
            <p:cNvSpPr/>
            <p:nvPr/>
          </p:nvSpPr>
          <p:spPr>
            <a:xfrm>
              <a:off x="7269900" y="547294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94"/>
            <p:cNvSpPr/>
            <p:nvPr/>
          </p:nvSpPr>
          <p:spPr>
            <a:xfrm>
              <a:off x="634213" y="3238944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94"/>
            <p:cNvSpPr/>
            <p:nvPr/>
          </p:nvSpPr>
          <p:spPr>
            <a:xfrm>
              <a:off x="426430" y="436153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94"/>
            <p:cNvSpPr/>
            <p:nvPr/>
          </p:nvSpPr>
          <p:spPr>
            <a:xfrm>
              <a:off x="4118705" y="64678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94"/>
            <p:cNvSpPr/>
            <p:nvPr/>
          </p:nvSpPr>
          <p:spPr>
            <a:xfrm>
              <a:off x="4989855" y="468058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94"/>
            <p:cNvSpPr/>
            <p:nvPr/>
          </p:nvSpPr>
          <p:spPr>
            <a:xfrm>
              <a:off x="4564655" y="369763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1" name="Google Shape;231;p94"/>
          <p:cNvSpPr txBox="1"/>
          <p:nvPr>
            <p:ph idx="4"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32" name="Google Shape;232;p94"/>
          <p:cNvSpPr/>
          <p:nvPr/>
        </p:nvSpPr>
        <p:spPr>
          <a:xfrm>
            <a:off x="4227280" y="4361538"/>
            <a:ext cx="161712" cy="174376"/>
          </a:xfrm>
          <a:custGeom>
            <a:rect b="b" l="l" r="r" t="t"/>
            <a:pathLst>
              <a:path extrusionOk="0" h="3814" w="3537">
                <a:moveTo>
                  <a:pt x="1657" y="0"/>
                </a:moveTo>
                <a:lnTo>
                  <a:pt x="1270" y="1397"/>
                </a:lnTo>
                <a:lnTo>
                  <a:pt x="0" y="1344"/>
                </a:lnTo>
                <a:lnTo>
                  <a:pt x="0" y="1344"/>
                </a:lnTo>
                <a:lnTo>
                  <a:pt x="988" y="2076"/>
                </a:lnTo>
                <a:lnTo>
                  <a:pt x="512" y="3814"/>
                </a:lnTo>
                <a:lnTo>
                  <a:pt x="1668" y="2640"/>
                </a:lnTo>
                <a:lnTo>
                  <a:pt x="2829" y="3427"/>
                </a:lnTo>
                <a:lnTo>
                  <a:pt x="2284" y="2299"/>
                </a:lnTo>
                <a:lnTo>
                  <a:pt x="3536" y="1586"/>
                </a:lnTo>
                <a:lnTo>
                  <a:pt x="1970" y="1476"/>
                </a:lnTo>
                <a:lnTo>
                  <a:pt x="1657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Google Shape;234;p95"/>
          <p:cNvGrpSpPr/>
          <p:nvPr/>
        </p:nvGrpSpPr>
        <p:grpSpPr>
          <a:xfrm>
            <a:off x="1521425" y="1394613"/>
            <a:ext cx="5858900" cy="3130926"/>
            <a:chOff x="1521425" y="1394613"/>
            <a:chExt cx="5858900" cy="3130926"/>
          </a:xfrm>
        </p:grpSpPr>
        <p:sp>
          <p:nvSpPr>
            <p:cNvPr id="235" name="Google Shape;235;p95"/>
            <p:cNvSpPr/>
            <p:nvPr/>
          </p:nvSpPr>
          <p:spPr>
            <a:xfrm>
              <a:off x="5726375" y="215770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95"/>
            <p:cNvSpPr/>
            <p:nvPr/>
          </p:nvSpPr>
          <p:spPr>
            <a:xfrm>
              <a:off x="5414305" y="260901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95"/>
            <p:cNvSpPr/>
            <p:nvPr/>
          </p:nvSpPr>
          <p:spPr>
            <a:xfrm>
              <a:off x="3682430" y="139461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95"/>
            <p:cNvSpPr/>
            <p:nvPr/>
          </p:nvSpPr>
          <p:spPr>
            <a:xfrm>
              <a:off x="5963105" y="394506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95"/>
            <p:cNvSpPr/>
            <p:nvPr/>
          </p:nvSpPr>
          <p:spPr>
            <a:xfrm>
              <a:off x="4486213" y="422910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95"/>
            <p:cNvSpPr/>
            <p:nvPr/>
          </p:nvSpPr>
          <p:spPr>
            <a:xfrm>
              <a:off x="2248338" y="173463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95"/>
            <p:cNvSpPr/>
            <p:nvPr/>
          </p:nvSpPr>
          <p:spPr>
            <a:xfrm>
              <a:off x="7139055" y="1471600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95"/>
            <p:cNvSpPr/>
            <p:nvPr/>
          </p:nvSpPr>
          <p:spPr>
            <a:xfrm>
              <a:off x="1521425" y="1401919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95"/>
            <p:cNvSpPr/>
            <p:nvPr/>
          </p:nvSpPr>
          <p:spPr>
            <a:xfrm>
              <a:off x="6818330" y="264183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95"/>
            <p:cNvSpPr/>
            <p:nvPr/>
          </p:nvSpPr>
          <p:spPr>
            <a:xfrm>
              <a:off x="3026730" y="435116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95"/>
            <p:cNvSpPr/>
            <p:nvPr/>
          </p:nvSpPr>
          <p:spPr>
            <a:xfrm>
              <a:off x="7208738" y="369520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6" name="Google Shape;246;p95"/>
          <p:cNvSpPr/>
          <p:nvPr/>
        </p:nvSpPr>
        <p:spPr>
          <a:xfrm>
            <a:off x="285100" y="268025"/>
            <a:ext cx="8573700" cy="4607400"/>
          </a:xfrm>
          <a:prstGeom prst="plus">
            <a:avLst>
              <a:gd fmla="val 3202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95"/>
          <p:cNvSpPr txBox="1"/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48" name="Google Shape;248;p95"/>
          <p:cNvSpPr txBox="1"/>
          <p:nvPr>
            <p:ph idx="1" type="subTitle"/>
          </p:nvPr>
        </p:nvSpPr>
        <p:spPr>
          <a:xfrm rot="-224">
            <a:off x="720000" y="2053208"/>
            <a:ext cx="4596900" cy="20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ONE_COLUMN_TEXT_1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6"/>
          <p:cNvSpPr txBox="1"/>
          <p:nvPr>
            <p:ph idx="1" type="subTitle"/>
          </p:nvPr>
        </p:nvSpPr>
        <p:spPr>
          <a:xfrm rot="-335">
            <a:off x="4709950" y="1566050"/>
            <a:ext cx="3077100" cy="29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1" name="Google Shape;251;p96"/>
          <p:cNvSpPr/>
          <p:nvPr/>
        </p:nvSpPr>
        <p:spPr>
          <a:xfrm>
            <a:off x="285100" y="268025"/>
            <a:ext cx="8573700" cy="4607400"/>
          </a:xfrm>
          <a:prstGeom prst="plus">
            <a:avLst>
              <a:gd fmla="val 3202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2" name="Google Shape;252;p96"/>
          <p:cNvGrpSpPr/>
          <p:nvPr/>
        </p:nvGrpSpPr>
        <p:grpSpPr>
          <a:xfrm>
            <a:off x="1521425" y="1394613"/>
            <a:ext cx="6998542" cy="3374784"/>
            <a:chOff x="1521425" y="1394613"/>
            <a:chExt cx="6998542" cy="3374784"/>
          </a:xfrm>
        </p:grpSpPr>
        <p:sp>
          <p:nvSpPr>
            <p:cNvPr id="253" name="Google Shape;253;p96"/>
            <p:cNvSpPr/>
            <p:nvPr/>
          </p:nvSpPr>
          <p:spPr>
            <a:xfrm>
              <a:off x="3682430" y="139461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96"/>
            <p:cNvSpPr/>
            <p:nvPr/>
          </p:nvSpPr>
          <p:spPr>
            <a:xfrm>
              <a:off x="4257613" y="422910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96"/>
            <p:cNvSpPr/>
            <p:nvPr/>
          </p:nvSpPr>
          <p:spPr>
            <a:xfrm>
              <a:off x="2248338" y="173463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96"/>
            <p:cNvSpPr/>
            <p:nvPr/>
          </p:nvSpPr>
          <p:spPr>
            <a:xfrm>
              <a:off x="8358255" y="1471600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96"/>
            <p:cNvSpPr/>
            <p:nvPr/>
          </p:nvSpPr>
          <p:spPr>
            <a:xfrm>
              <a:off x="1521425" y="1401919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96"/>
            <p:cNvSpPr/>
            <p:nvPr/>
          </p:nvSpPr>
          <p:spPr>
            <a:xfrm>
              <a:off x="7885130" y="226083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96"/>
            <p:cNvSpPr/>
            <p:nvPr/>
          </p:nvSpPr>
          <p:spPr>
            <a:xfrm>
              <a:off x="3026730" y="435116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96"/>
            <p:cNvSpPr/>
            <p:nvPr/>
          </p:nvSpPr>
          <p:spPr>
            <a:xfrm>
              <a:off x="7513538" y="460960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1" name="Google Shape;261;p96"/>
          <p:cNvSpPr txBox="1"/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62" name="Google Shape;262;p96"/>
          <p:cNvSpPr/>
          <p:nvPr/>
        </p:nvSpPr>
        <p:spPr>
          <a:xfrm>
            <a:off x="8074380" y="3767438"/>
            <a:ext cx="161712" cy="174376"/>
          </a:xfrm>
          <a:custGeom>
            <a:rect b="b" l="l" r="r" t="t"/>
            <a:pathLst>
              <a:path extrusionOk="0" h="3814" w="3537">
                <a:moveTo>
                  <a:pt x="1657" y="0"/>
                </a:moveTo>
                <a:lnTo>
                  <a:pt x="1270" y="1397"/>
                </a:lnTo>
                <a:lnTo>
                  <a:pt x="0" y="1344"/>
                </a:lnTo>
                <a:lnTo>
                  <a:pt x="0" y="1344"/>
                </a:lnTo>
                <a:lnTo>
                  <a:pt x="988" y="2076"/>
                </a:lnTo>
                <a:lnTo>
                  <a:pt x="512" y="3814"/>
                </a:lnTo>
                <a:lnTo>
                  <a:pt x="1668" y="2640"/>
                </a:lnTo>
                <a:lnTo>
                  <a:pt x="2829" y="3427"/>
                </a:lnTo>
                <a:lnTo>
                  <a:pt x="2284" y="2299"/>
                </a:lnTo>
                <a:lnTo>
                  <a:pt x="3536" y="1586"/>
                </a:lnTo>
                <a:lnTo>
                  <a:pt x="1970" y="1476"/>
                </a:lnTo>
                <a:lnTo>
                  <a:pt x="1657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97"/>
          <p:cNvSpPr/>
          <p:nvPr/>
        </p:nvSpPr>
        <p:spPr>
          <a:xfrm>
            <a:off x="285100" y="268025"/>
            <a:ext cx="8573700" cy="4607400"/>
          </a:xfrm>
          <a:prstGeom prst="plus">
            <a:avLst>
              <a:gd fmla="val 3202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97"/>
          <p:cNvSpPr txBox="1"/>
          <p:nvPr>
            <p:ph idx="1" type="subTitle"/>
          </p:nvPr>
        </p:nvSpPr>
        <p:spPr>
          <a:xfrm>
            <a:off x="1005450" y="3321500"/>
            <a:ext cx="2907600" cy="7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97"/>
          <p:cNvSpPr txBox="1"/>
          <p:nvPr>
            <p:ph idx="2" type="subTitle"/>
          </p:nvPr>
        </p:nvSpPr>
        <p:spPr>
          <a:xfrm>
            <a:off x="5231100" y="3321500"/>
            <a:ext cx="2907600" cy="7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97"/>
          <p:cNvSpPr txBox="1"/>
          <p:nvPr>
            <p:ph type="title"/>
          </p:nvPr>
        </p:nvSpPr>
        <p:spPr>
          <a:xfrm>
            <a:off x="720000" y="1022200"/>
            <a:ext cx="3478500" cy="63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68" name="Google Shape;268;p97"/>
          <p:cNvSpPr txBox="1"/>
          <p:nvPr>
            <p:ph idx="3" type="title"/>
          </p:nvPr>
        </p:nvSpPr>
        <p:spPr>
          <a:xfrm>
            <a:off x="4945650" y="1022200"/>
            <a:ext cx="3478500" cy="63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grpSp>
        <p:nvGrpSpPr>
          <p:cNvPr id="269" name="Google Shape;269;p97"/>
          <p:cNvGrpSpPr/>
          <p:nvPr/>
        </p:nvGrpSpPr>
        <p:grpSpPr>
          <a:xfrm>
            <a:off x="548425" y="452800"/>
            <a:ext cx="8082167" cy="4249764"/>
            <a:chOff x="548425" y="452800"/>
            <a:chExt cx="8082167" cy="4249764"/>
          </a:xfrm>
        </p:grpSpPr>
        <p:sp>
          <p:nvSpPr>
            <p:cNvPr id="270" name="Google Shape;270;p97"/>
            <p:cNvSpPr/>
            <p:nvPr/>
          </p:nvSpPr>
          <p:spPr>
            <a:xfrm>
              <a:off x="3913050" y="452360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97"/>
            <p:cNvSpPr/>
            <p:nvPr/>
          </p:nvSpPr>
          <p:spPr>
            <a:xfrm>
              <a:off x="5128555" y="53998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97"/>
            <p:cNvSpPr/>
            <p:nvPr/>
          </p:nvSpPr>
          <p:spPr>
            <a:xfrm>
              <a:off x="1807355" y="452800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97"/>
            <p:cNvSpPr/>
            <p:nvPr/>
          </p:nvSpPr>
          <p:spPr>
            <a:xfrm>
              <a:off x="7098325" y="425303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97"/>
            <p:cNvSpPr/>
            <p:nvPr/>
          </p:nvSpPr>
          <p:spPr>
            <a:xfrm>
              <a:off x="548425" y="211485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97"/>
            <p:cNvSpPr/>
            <p:nvPr/>
          </p:nvSpPr>
          <p:spPr>
            <a:xfrm>
              <a:off x="6523180" y="71436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97"/>
            <p:cNvSpPr/>
            <p:nvPr/>
          </p:nvSpPr>
          <p:spPr>
            <a:xfrm>
              <a:off x="8468880" y="323893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97"/>
            <p:cNvSpPr/>
            <p:nvPr/>
          </p:nvSpPr>
          <p:spPr>
            <a:xfrm>
              <a:off x="7269900" y="547294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97"/>
            <p:cNvSpPr/>
            <p:nvPr/>
          </p:nvSpPr>
          <p:spPr>
            <a:xfrm>
              <a:off x="634213" y="3238944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97"/>
            <p:cNvSpPr/>
            <p:nvPr/>
          </p:nvSpPr>
          <p:spPr>
            <a:xfrm>
              <a:off x="3404280" y="434921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97"/>
            <p:cNvSpPr/>
            <p:nvPr/>
          </p:nvSpPr>
          <p:spPr>
            <a:xfrm>
              <a:off x="1645630" y="428533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97"/>
            <p:cNvSpPr/>
            <p:nvPr/>
          </p:nvSpPr>
          <p:spPr>
            <a:xfrm>
              <a:off x="4118705" y="49438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97"/>
            <p:cNvSpPr/>
            <p:nvPr/>
          </p:nvSpPr>
          <p:spPr>
            <a:xfrm>
              <a:off x="6361455" y="452818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97"/>
            <p:cNvSpPr/>
            <p:nvPr/>
          </p:nvSpPr>
          <p:spPr>
            <a:xfrm>
              <a:off x="4945655" y="407863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97"/>
            <p:cNvSpPr/>
            <p:nvPr/>
          </p:nvSpPr>
          <p:spPr>
            <a:xfrm>
              <a:off x="4366438" y="235450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2_1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8"/>
          <p:cNvSpPr/>
          <p:nvPr/>
        </p:nvSpPr>
        <p:spPr>
          <a:xfrm>
            <a:off x="285100" y="268025"/>
            <a:ext cx="8573700" cy="4607400"/>
          </a:xfrm>
          <a:prstGeom prst="plus">
            <a:avLst>
              <a:gd fmla="val 3202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98"/>
          <p:cNvSpPr txBox="1"/>
          <p:nvPr>
            <p:ph idx="1" type="subTitle"/>
          </p:nvPr>
        </p:nvSpPr>
        <p:spPr>
          <a:xfrm>
            <a:off x="1851150" y="1410000"/>
            <a:ext cx="2079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98"/>
          <p:cNvSpPr txBox="1"/>
          <p:nvPr>
            <p:ph idx="2" type="subTitle"/>
          </p:nvPr>
        </p:nvSpPr>
        <p:spPr>
          <a:xfrm>
            <a:off x="5213826" y="3521226"/>
            <a:ext cx="2079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p98"/>
          <p:cNvSpPr txBox="1"/>
          <p:nvPr>
            <p:ph type="title"/>
          </p:nvPr>
        </p:nvSpPr>
        <p:spPr>
          <a:xfrm>
            <a:off x="1851147" y="736450"/>
            <a:ext cx="2079000" cy="63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90" name="Google Shape;290;p98"/>
          <p:cNvSpPr txBox="1"/>
          <p:nvPr>
            <p:ph idx="3" type="title"/>
          </p:nvPr>
        </p:nvSpPr>
        <p:spPr>
          <a:xfrm>
            <a:off x="5213825" y="2686450"/>
            <a:ext cx="2079000" cy="786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grpSp>
        <p:nvGrpSpPr>
          <p:cNvPr id="291" name="Google Shape;291;p98"/>
          <p:cNvGrpSpPr/>
          <p:nvPr/>
        </p:nvGrpSpPr>
        <p:grpSpPr>
          <a:xfrm>
            <a:off x="548425" y="387588"/>
            <a:ext cx="8082167" cy="4476676"/>
            <a:chOff x="548425" y="387588"/>
            <a:chExt cx="8082167" cy="4476676"/>
          </a:xfrm>
        </p:grpSpPr>
        <p:sp>
          <p:nvSpPr>
            <p:cNvPr id="292" name="Google Shape;292;p98"/>
            <p:cNvSpPr/>
            <p:nvPr/>
          </p:nvSpPr>
          <p:spPr>
            <a:xfrm>
              <a:off x="3913050" y="452360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98"/>
            <p:cNvSpPr/>
            <p:nvPr/>
          </p:nvSpPr>
          <p:spPr>
            <a:xfrm>
              <a:off x="5128555" y="38758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98"/>
            <p:cNvSpPr/>
            <p:nvPr/>
          </p:nvSpPr>
          <p:spPr>
            <a:xfrm>
              <a:off x="1807355" y="452800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98"/>
            <p:cNvSpPr/>
            <p:nvPr/>
          </p:nvSpPr>
          <p:spPr>
            <a:xfrm>
              <a:off x="7660900" y="4292644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98"/>
            <p:cNvSpPr/>
            <p:nvPr/>
          </p:nvSpPr>
          <p:spPr>
            <a:xfrm>
              <a:off x="548425" y="211485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98"/>
            <p:cNvSpPr/>
            <p:nvPr/>
          </p:nvSpPr>
          <p:spPr>
            <a:xfrm>
              <a:off x="7888330" y="375546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98"/>
            <p:cNvSpPr/>
            <p:nvPr/>
          </p:nvSpPr>
          <p:spPr>
            <a:xfrm>
              <a:off x="8468880" y="323893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98"/>
            <p:cNvSpPr/>
            <p:nvPr/>
          </p:nvSpPr>
          <p:spPr>
            <a:xfrm>
              <a:off x="7574700" y="547294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98"/>
            <p:cNvSpPr/>
            <p:nvPr/>
          </p:nvSpPr>
          <p:spPr>
            <a:xfrm>
              <a:off x="634213" y="3238944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98"/>
            <p:cNvSpPr/>
            <p:nvPr/>
          </p:nvSpPr>
          <p:spPr>
            <a:xfrm>
              <a:off x="2489880" y="457781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98"/>
            <p:cNvSpPr/>
            <p:nvPr/>
          </p:nvSpPr>
          <p:spPr>
            <a:xfrm>
              <a:off x="932405" y="4516300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98"/>
            <p:cNvSpPr/>
            <p:nvPr/>
          </p:nvSpPr>
          <p:spPr>
            <a:xfrm>
              <a:off x="7888330" y="237778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98"/>
            <p:cNvSpPr/>
            <p:nvPr/>
          </p:nvSpPr>
          <p:spPr>
            <a:xfrm>
              <a:off x="6629355" y="468988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98"/>
            <p:cNvSpPr/>
            <p:nvPr/>
          </p:nvSpPr>
          <p:spPr>
            <a:xfrm>
              <a:off x="1204717" y="211483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98"/>
            <p:cNvSpPr/>
            <p:nvPr/>
          </p:nvSpPr>
          <p:spPr>
            <a:xfrm>
              <a:off x="927463" y="117450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99"/>
          <p:cNvSpPr/>
          <p:nvPr/>
        </p:nvSpPr>
        <p:spPr>
          <a:xfrm>
            <a:off x="285100" y="268025"/>
            <a:ext cx="8573700" cy="4607400"/>
          </a:xfrm>
          <a:prstGeom prst="plus">
            <a:avLst>
              <a:gd fmla="val 3202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99"/>
          <p:cNvSpPr txBox="1"/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310" name="Google Shape;310;p99"/>
          <p:cNvSpPr txBox="1"/>
          <p:nvPr>
            <p:ph idx="2" type="title"/>
          </p:nvPr>
        </p:nvSpPr>
        <p:spPr>
          <a:xfrm>
            <a:off x="720000" y="3994950"/>
            <a:ext cx="23364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1" name="Google Shape;311;p99"/>
          <p:cNvSpPr txBox="1"/>
          <p:nvPr>
            <p:ph idx="1" type="subTitle"/>
          </p:nvPr>
        </p:nvSpPr>
        <p:spPr>
          <a:xfrm>
            <a:off x="3485300" y="1641903"/>
            <a:ext cx="23364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99"/>
          <p:cNvSpPr txBox="1"/>
          <p:nvPr>
            <p:ph idx="3" type="title"/>
          </p:nvPr>
        </p:nvSpPr>
        <p:spPr>
          <a:xfrm>
            <a:off x="720000" y="2851961"/>
            <a:ext cx="23364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3" name="Google Shape;313;p99"/>
          <p:cNvSpPr txBox="1"/>
          <p:nvPr>
            <p:ph idx="4" type="subTitle"/>
          </p:nvPr>
        </p:nvSpPr>
        <p:spPr>
          <a:xfrm>
            <a:off x="3485300" y="2784891"/>
            <a:ext cx="23364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4" name="Google Shape;314;p99"/>
          <p:cNvSpPr txBox="1"/>
          <p:nvPr>
            <p:ph idx="5" type="title"/>
          </p:nvPr>
        </p:nvSpPr>
        <p:spPr>
          <a:xfrm>
            <a:off x="720000" y="1708950"/>
            <a:ext cx="23364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5" name="Google Shape;315;p99"/>
          <p:cNvSpPr txBox="1"/>
          <p:nvPr>
            <p:ph idx="6" type="subTitle"/>
          </p:nvPr>
        </p:nvSpPr>
        <p:spPr>
          <a:xfrm>
            <a:off x="3485400" y="3927900"/>
            <a:ext cx="22548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16" name="Google Shape;316;p99"/>
          <p:cNvGrpSpPr/>
          <p:nvPr/>
        </p:nvGrpSpPr>
        <p:grpSpPr>
          <a:xfrm>
            <a:off x="477430" y="1331563"/>
            <a:ext cx="8301207" cy="3466163"/>
            <a:chOff x="477430" y="1331563"/>
            <a:chExt cx="8301207" cy="3466163"/>
          </a:xfrm>
        </p:grpSpPr>
        <p:sp>
          <p:nvSpPr>
            <p:cNvPr id="317" name="Google Shape;317;p99"/>
            <p:cNvSpPr/>
            <p:nvPr/>
          </p:nvSpPr>
          <p:spPr>
            <a:xfrm>
              <a:off x="6622063" y="262198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99"/>
            <p:cNvSpPr/>
            <p:nvPr/>
          </p:nvSpPr>
          <p:spPr>
            <a:xfrm>
              <a:off x="6967355" y="139461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99"/>
            <p:cNvSpPr/>
            <p:nvPr/>
          </p:nvSpPr>
          <p:spPr>
            <a:xfrm>
              <a:off x="3017450" y="147898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99"/>
            <p:cNvSpPr/>
            <p:nvPr/>
          </p:nvSpPr>
          <p:spPr>
            <a:xfrm>
              <a:off x="1264175" y="2378344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99"/>
            <p:cNvSpPr/>
            <p:nvPr/>
          </p:nvSpPr>
          <p:spPr>
            <a:xfrm>
              <a:off x="2582675" y="3525794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99"/>
            <p:cNvSpPr/>
            <p:nvPr/>
          </p:nvSpPr>
          <p:spPr>
            <a:xfrm>
              <a:off x="1620525" y="452360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99"/>
            <p:cNvSpPr/>
            <p:nvPr/>
          </p:nvSpPr>
          <p:spPr>
            <a:xfrm>
              <a:off x="6433300" y="446355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99"/>
            <p:cNvSpPr/>
            <p:nvPr/>
          </p:nvSpPr>
          <p:spPr>
            <a:xfrm>
              <a:off x="8607050" y="288845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99"/>
            <p:cNvSpPr/>
            <p:nvPr/>
          </p:nvSpPr>
          <p:spPr>
            <a:xfrm>
              <a:off x="6083580" y="3744925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99"/>
            <p:cNvSpPr/>
            <p:nvPr/>
          </p:nvSpPr>
          <p:spPr>
            <a:xfrm>
              <a:off x="5740205" y="227688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99"/>
            <p:cNvSpPr/>
            <p:nvPr/>
          </p:nvSpPr>
          <p:spPr>
            <a:xfrm>
              <a:off x="2632805" y="133156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99"/>
            <p:cNvSpPr/>
            <p:nvPr/>
          </p:nvSpPr>
          <p:spPr>
            <a:xfrm>
              <a:off x="1625455" y="2497525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99"/>
            <p:cNvSpPr/>
            <p:nvPr/>
          </p:nvSpPr>
          <p:spPr>
            <a:xfrm>
              <a:off x="2281155" y="3744925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99"/>
            <p:cNvSpPr/>
            <p:nvPr/>
          </p:nvSpPr>
          <p:spPr>
            <a:xfrm>
              <a:off x="1197855" y="4623350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99"/>
            <p:cNvSpPr/>
            <p:nvPr/>
          </p:nvSpPr>
          <p:spPr>
            <a:xfrm>
              <a:off x="8510205" y="3146175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99"/>
            <p:cNvSpPr/>
            <p:nvPr/>
          </p:nvSpPr>
          <p:spPr>
            <a:xfrm>
              <a:off x="639142" y="3396175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99"/>
            <p:cNvSpPr/>
            <p:nvPr/>
          </p:nvSpPr>
          <p:spPr>
            <a:xfrm>
              <a:off x="477430" y="2610525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3">
  <p:cSld name="BLANK_1_1_1_1_4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00"/>
          <p:cNvSpPr/>
          <p:nvPr/>
        </p:nvSpPr>
        <p:spPr>
          <a:xfrm>
            <a:off x="285100" y="268025"/>
            <a:ext cx="8573700" cy="4607400"/>
          </a:xfrm>
          <a:prstGeom prst="plus">
            <a:avLst>
              <a:gd fmla="val 3202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00"/>
          <p:cNvSpPr txBox="1"/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337" name="Google Shape;337;p100"/>
          <p:cNvSpPr txBox="1"/>
          <p:nvPr>
            <p:ph idx="2" type="title"/>
          </p:nvPr>
        </p:nvSpPr>
        <p:spPr>
          <a:xfrm>
            <a:off x="1834022" y="1660000"/>
            <a:ext cx="2603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8" name="Google Shape;338;p100"/>
          <p:cNvSpPr txBox="1"/>
          <p:nvPr>
            <p:ph idx="1" type="subTitle"/>
          </p:nvPr>
        </p:nvSpPr>
        <p:spPr>
          <a:xfrm>
            <a:off x="1834033" y="2170325"/>
            <a:ext cx="26037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9" name="Google Shape;339;p100"/>
          <p:cNvSpPr txBox="1"/>
          <p:nvPr>
            <p:ph idx="3" type="title"/>
          </p:nvPr>
        </p:nvSpPr>
        <p:spPr>
          <a:xfrm>
            <a:off x="5690074" y="1660000"/>
            <a:ext cx="2603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0" name="Google Shape;340;p100"/>
          <p:cNvSpPr txBox="1"/>
          <p:nvPr>
            <p:ph idx="4" type="subTitle"/>
          </p:nvPr>
        </p:nvSpPr>
        <p:spPr>
          <a:xfrm>
            <a:off x="5690083" y="2170325"/>
            <a:ext cx="26037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100"/>
          <p:cNvSpPr txBox="1"/>
          <p:nvPr>
            <p:ph idx="5" type="title"/>
          </p:nvPr>
        </p:nvSpPr>
        <p:spPr>
          <a:xfrm>
            <a:off x="1834010" y="3321900"/>
            <a:ext cx="26037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2" name="Google Shape;342;p100"/>
          <p:cNvSpPr txBox="1"/>
          <p:nvPr>
            <p:ph idx="6" type="subTitle"/>
          </p:nvPr>
        </p:nvSpPr>
        <p:spPr>
          <a:xfrm>
            <a:off x="1834022" y="3759800"/>
            <a:ext cx="26037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43" name="Google Shape;343;p100"/>
          <p:cNvSpPr txBox="1"/>
          <p:nvPr>
            <p:ph idx="7" type="title"/>
          </p:nvPr>
        </p:nvSpPr>
        <p:spPr>
          <a:xfrm>
            <a:off x="5690060" y="3321900"/>
            <a:ext cx="26037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4" name="Google Shape;344;p100"/>
          <p:cNvSpPr txBox="1"/>
          <p:nvPr>
            <p:ph idx="8" type="subTitle"/>
          </p:nvPr>
        </p:nvSpPr>
        <p:spPr>
          <a:xfrm>
            <a:off x="5690071" y="3759800"/>
            <a:ext cx="26037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45" name="Google Shape;345;p100"/>
          <p:cNvGrpSpPr/>
          <p:nvPr/>
        </p:nvGrpSpPr>
        <p:grpSpPr>
          <a:xfrm>
            <a:off x="430100" y="1277150"/>
            <a:ext cx="8329667" cy="3103851"/>
            <a:chOff x="430100" y="1277150"/>
            <a:chExt cx="8329667" cy="3103851"/>
          </a:xfrm>
        </p:grpSpPr>
        <p:sp>
          <p:nvSpPr>
            <p:cNvPr id="346" name="Google Shape;346;p100"/>
            <p:cNvSpPr/>
            <p:nvPr/>
          </p:nvSpPr>
          <p:spPr>
            <a:xfrm>
              <a:off x="4412700" y="131780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100"/>
            <p:cNvSpPr/>
            <p:nvPr/>
          </p:nvSpPr>
          <p:spPr>
            <a:xfrm>
              <a:off x="6698680" y="1277150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100"/>
            <p:cNvSpPr/>
            <p:nvPr/>
          </p:nvSpPr>
          <p:spPr>
            <a:xfrm>
              <a:off x="3353800" y="311388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100"/>
            <p:cNvSpPr/>
            <p:nvPr/>
          </p:nvSpPr>
          <p:spPr>
            <a:xfrm>
              <a:off x="430100" y="215885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100"/>
            <p:cNvSpPr/>
            <p:nvPr/>
          </p:nvSpPr>
          <p:spPr>
            <a:xfrm>
              <a:off x="846750" y="390763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100"/>
            <p:cNvSpPr/>
            <p:nvPr/>
          </p:nvSpPr>
          <p:spPr>
            <a:xfrm>
              <a:off x="7881150" y="3063544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100"/>
            <p:cNvSpPr/>
            <p:nvPr/>
          </p:nvSpPr>
          <p:spPr>
            <a:xfrm>
              <a:off x="4917950" y="3106494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100"/>
            <p:cNvSpPr/>
            <p:nvPr/>
          </p:nvSpPr>
          <p:spPr>
            <a:xfrm>
              <a:off x="3664230" y="1391175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100"/>
            <p:cNvSpPr/>
            <p:nvPr/>
          </p:nvSpPr>
          <p:spPr>
            <a:xfrm>
              <a:off x="1018330" y="1520125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100"/>
            <p:cNvSpPr/>
            <p:nvPr/>
          </p:nvSpPr>
          <p:spPr>
            <a:xfrm>
              <a:off x="2636155" y="2980775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100"/>
            <p:cNvSpPr/>
            <p:nvPr/>
          </p:nvSpPr>
          <p:spPr>
            <a:xfrm>
              <a:off x="441455" y="4206625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100"/>
            <p:cNvSpPr/>
            <p:nvPr/>
          </p:nvSpPr>
          <p:spPr>
            <a:xfrm>
              <a:off x="8598055" y="3601300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100"/>
            <p:cNvSpPr/>
            <p:nvPr/>
          </p:nvSpPr>
          <p:spPr>
            <a:xfrm>
              <a:off x="7375280" y="1451075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0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2">
              <a:alpha val="34509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01"/>
          <p:cNvSpPr/>
          <p:nvPr/>
        </p:nvSpPr>
        <p:spPr>
          <a:xfrm>
            <a:off x="285100" y="268025"/>
            <a:ext cx="8573700" cy="4607400"/>
          </a:xfrm>
          <a:prstGeom prst="plus">
            <a:avLst>
              <a:gd fmla="val 3202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01"/>
          <p:cNvSpPr txBox="1"/>
          <p:nvPr>
            <p:ph type="title"/>
          </p:nvPr>
        </p:nvSpPr>
        <p:spPr>
          <a:xfrm>
            <a:off x="1389750" y="540000"/>
            <a:ext cx="6364500" cy="1301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363" name="Google Shape;363;p101"/>
          <p:cNvSpPr/>
          <p:nvPr/>
        </p:nvSpPr>
        <p:spPr>
          <a:xfrm>
            <a:off x="1730746" y="2397418"/>
            <a:ext cx="161712" cy="174330"/>
          </a:xfrm>
          <a:custGeom>
            <a:rect b="b" l="l" r="r" t="t"/>
            <a:pathLst>
              <a:path extrusionOk="0" h="3813" w="3537">
                <a:moveTo>
                  <a:pt x="1658" y="0"/>
                </a:moveTo>
                <a:lnTo>
                  <a:pt x="1271" y="1399"/>
                </a:lnTo>
                <a:lnTo>
                  <a:pt x="0" y="1345"/>
                </a:lnTo>
                <a:lnTo>
                  <a:pt x="0" y="1345"/>
                </a:lnTo>
                <a:lnTo>
                  <a:pt x="988" y="2075"/>
                </a:lnTo>
                <a:lnTo>
                  <a:pt x="514" y="3812"/>
                </a:lnTo>
                <a:lnTo>
                  <a:pt x="1668" y="2639"/>
                </a:lnTo>
                <a:lnTo>
                  <a:pt x="2829" y="3427"/>
                </a:lnTo>
                <a:lnTo>
                  <a:pt x="2284" y="2301"/>
                </a:lnTo>
                <a:lnTo>
                  <a:pt x="3536" y="1586"/>
                </a:lnTo>
                <a:lnTo>
                  <a:pt x="1973" y="1475"/>
                </a:lnTo>
                <a:lnTo>
                  <a:pt x="1658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01"/>
          <p:cNvSpPr/>
          <p:nvPr/>
        </p:nvSpPr>
        <p:spPr>
          <a:xfrm>
            <a:off x="6474725" y="4029219"/>
            <a:ext cx="171587" cy="159791"/>
          </a:xfrm>
          <a:custGeom>
            <a:rect b="b" l="l" r="r" t="t"/>
            <a:pathLst>
              <a:path extrusionOk="0" h="3495" w="3753">
                <a:moveTo>
                  <a:pt x="3086" y="0"/>
                </a:moveTo>
                <a:lnTo>
                  <a:pt x="1984" y="942"/>
                </a:lnTo>
                <a:lnTo>
                  <a:pt x="960" y="185"/>
                </a:lnTo>
                <a:lnTo>
                  <a:pt x="960" y="185"/>
                </a:lnTo>
                <a:lnTo>
                  <a:pt x="1368" y="1344"/>
                </a:lnTo>
                <a:lnTo>
                  <a:pt x="1" y="2517"/>
                </a:lnTo>
                <a:lnTo>
                  <a:pt x="1616" y="2193"/>
                </a:lnTo>
                <a:lnTo>
                  <a:pt x="2135" y="3494"/>
                </a:lnTo>
                <a:lnTo>
                  <a:pt x="2316" y="2258"/>
                </a:lnTo>
                <a:lnTo>
                  <a:pt x="3753" y="2366"/>
                </a:lnTo>
                <a:lnTo>
                  <a:pt x="3753" y="2366"/>
                </a:lnTo>
                <a:lnTo>
                  <a:pt x="2518" y="1399"/>
                </a:lnTo>
                <a:lnTo>
                  <a:pt x="3086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01"/>
          <p:cNvSpPr/>
          <p:nvPr/>
        </p:nvSpPr>
        <p:spPr>
          <a:xfrm>
            <a:off x="1963521" y="3139093"/>
            <a:ext cx="161712" cy="174330"/>
          </a:xfrm>
          <a:custGeom>
            <a:rect b="b" l="l" r="r" t="t"/>
            <a:pathLst>
              <a:path extrusionOk="0" h="3813" w="3537">
                <a:moveTo>
                  <a:pt x="1658" y="0"/>
                </a:moveTo>
                <a:lnTo>
                  <a:pt x="1271" y="1399"/>
                </a:lnTo>
                <a:lnTo>
                  <a:pt x="0" y="1345"/>
                </a:lnTo>
                <a:lnTo>
                  <a:pt x="0" y="1345"/>
                </a:lnTo>
                <a:lnTo>
                  <a:pt x="988" y="2075"/>
                </a:lnTo>
                <a:lnTo>
                  <a:pt x="514" y="3812"/>
                </a:lnTo>
                <a:lnTo>
                  <a:pt x="1668" y="2639"/>
                </a:lnTo>
                <a:lnTo>
                  <a:pt x="2829" y="3427"/>
                </a:lnTo>
                <a:lnTo>
                  <a:pt x="2284" y="2301"/>
                </a:lnTo>
                <a:lnTo>
                  <a:pt x="3536" y="1586"/>
                </a:lnTo>
                <a:lnTo>
                  <a:pt x="1973" y="1475"/>
                </a:lnTo>
                <a:lnTo>
                  <a:pt x="1658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01"/>
          <p:cNvSpPr/>
          <p:nvPr/>
        </p:nvSpPr>
        <p:spPr>
          <a:xfrm>
            <a:off x="7335655" y="3906975"/>
            <a:ext cx="161712" cy="174376"/>
          </a:xfrm>
          <a:custGeom>
            <a:rect b="b" l="l" r="r" t="t"/>
            <a:pathLst>
              <a:path extrusionOk="0" h="3814" w="3537">
                <a:moveTo>
                  <a:pt x="1657" y="0"/>
                </a:moveTo>
                <a:lnTo>
                  <a:pt x="1270" y="1397"/>
                </a:lnTo>
                <a:lnTo>
                  <a:pt x="0" y="1344"/>
                </a:lnTo>
                <a:lnTo>
                  <a:pt x="0" y="1344"/>
                </a:lnTo>
                <a:lnTo>
                  <a:pt x="988" y="2076"/>
                </a:lnTo>
                <a:lnTo>
                  <a:pt x="512" y="3814"/>
                </a:lnTo>
                <a:lnTo>
                  <a:pt x="1668" y="2640"/>
                </a:lnTo>
                <a:lnTo>
                  <a:pt x="2829" y="3427"/>
                </a:lnTo>
                <a:lnTo>
                  <a:pt x="2284" y="2299"/>
                </a:lnTo>
                <a:lnTo>
                  <a:pt x="3536" y="1586"/>
                </a:lnTo>
                <a:lnTo>
                  <a:pt x="1970" y="1476"/>
                </a:lnTo>
                <a:lnTo>
                  <a:pt x="1657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01"/>
          <p:cNvSpPr/>
          <p:nvPr/>
        </p:nvSpPr>
        <p:spPr>
          <a:xfrm>
            <a:off x="864771" y="1797593"/>
            <a:ext cx="161712" cy="174330"/>
          </a:xfrm>
          <a:custGeom>
            <a:rect b="b" l="l" r="r" t="t"/>
            <a:pathLst>
              <a:path extrusionOk="0" h="3813" w="3537">
                <a:moveTo>
                  <a:pt x="1658" y="0"/>
                </a:moveTo>
                <a:lnTo>
                  <a:pt x="1271" y="1399"/>
                </a:lnTo>
                <a:lnTo>
                  <a:pt x="0" y="1345"/>
                </a:lnTo>
                <a:lnTo>
                  <a:pt x="0" y="1345"/>
                </a:lnTo>
                <a:lnTo>
                  <a:pt x="988" y="2075"/>
                </a:lnTo>
                <a:lnTo>
                  <a:pt x="514" y="3812"/>
                </a:lnTo>
                <a:lnTo>
                  <a:pt x="1668" y="2639"/>
                </a:lnTo>
                <a:lnTo>
                  <a:pt x="2829" y="3427"/>
                </a:lnTo>
                <a:lnTo>
                  <a:pt x="2284" y="2301"/>
                </a:lnTo>
                <a:lnTo>
                  <a:pt x="3536" y="1586"/>
                </a:lnTo>
                <a:lnTo>
                  <a:pt x="1973" y="1475"/>
                </a:lnTo>
                <a:lnTo>
                  <a:pt x="1658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01"/>
          <p:cNvSpPr/>
          <p:nvPr/>
        </p:nvSpPr>
        <p:spPr>
          <a:xfrm>
            <a:off x="8306571" y="1522243"/>
            <a:ext cx="161712" cy="174330"/>
          </a:xfrm>
          <a:custGeom>
            <a:rect b="b" l="l" r="r" t="t"/>
            <a:pathLst>
              <a:path extrusionOk="0" h="3813" w="3537">
                <a:moveTo>
                  <a:pt x="1658" y="0"/>
                </a:moveTo>
                <a:lnTo>
                  <a:pt x="1271" y="1399"/>
                </a:lnTo>
                <a:lnTo>
                  <a:pt x="0" y="1345"/>
                </a:lnTo>
                <a:lnTo>
                  <a:pt x="0" y="1345"/>
                </a:lnTo>
                <a:lnTo>
                  <a:pt x="988" y="2075"/>
                </a:lnTo>
                <a:lnTo>
                  <a:pt x="514" y="3812"/>
                </a:lnTo>
                <a:lnTo>
                  <a:pt x="1668" y="2639"/>
                </a:lnTo>
                <a:lnTo>
                  <a:pt x="2829" y="3427"/>
                </a:lnTo>
                <a:lnTo>
                  <a:pt x="2284" y="2301"/>
                </a:lnTo>
                <a:lnTo>
                  <a:pt x="3536" y="1586"/>
                </a:lnTo>
                <a:lnTo>
                  <a:pt x="1973" y="1475"/>
                </a:lnTo>
                <a:lnTo>
                  <a:pt x="1658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01"/>
          <p:cNvSpPr/>
          <p:nvPr/>
        </p:nvSpPr>
        <p:spPr>
          <a:xfrm>
            <a:off x="7201675" y="2571756"/>
            <a:ext cx="171587" cy="159791"/>
          </a:xfrm>
          <a:custGeom>
            <a:rect b="b" l="l" r="r" t="t"/>
            <a:pathLst>
              <a:path extrusionOk="0" h="3495" w="3753">
                <a:moveTo>
                  <a:pt x="3086" y="0"/>
                </a:moveTo>
                <a:lnTo>
                  <a:pt x="1984" y="942"/>
                </a:lnTo>
                <a:lnTo>
                  <a:pt x="960" y="185"/>
                </a:lnTo>
                <a:lnTo>
                  <a:pt x="960" y="185"/>
                </a:lnTo>
                <a:lnTo>
                  <a:pt x="1368" y="1344"/>
                </a:lnTo>
                <a:lnTo>
                  <a:pt x="1" y="2517"/>
                </a:lnTo>
                <a:lnTo>
                  <a:pt x="1616" y="2193"/>
                </a:lnTo>
                <a:lnTo>
                  <a:pt x="2135" y="3494"/>
                </a:lnTo>
                <a:lnTo>
                  <a:pt x="2316" y="2258"/>
                </a:lnTo>
                <a:lnTo>
                  <a:pt x="3753" y="2366"/>
                </a:lnTo>
                <a:lnTo>
                  <a:pt x="3753" y="2366"/>
                </a:lnTo>
                <a:lnTo>
                  <a:pt x="2518" y="1399"/>
                </a:lnTo>
                <a:lnTo>
                  <a:pt x="3086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01"/>
          <p:cNvSpPr/>
          <p:nvPr/>
        </p:nvSpPr>
        <p:spPr>
          <a:xfrm>
            <a:off x="8424005" y="3354875"/>
            <a:ext cx="161712" cy="174376"/>
          </a:xfrm>
          <a:custGeom>
            <a:rect b="b" l="l" r="r" t="t"/>
            <a:pathLst>
              <a:path extrusionOk="0" h="3814" w="3537">
                <a:moveTo>
                  <a:pt x="1657" y="0"/>
                </a:moveTo>
                <a:lnTo>
                  <a:pt x="1270" y="1397"/>
                </a:lnTo>
                <a:lnTo>
                  <a:pt x="0" y="1344"/>
                </a:lnTo>
                <a:lnTo>
                  <a:pt x="0" y="1344"/>
                </a:lnTo>
                <a:lnTo>
                  <a:pt x="988" y="2076"/>
                </a:lnTo>
                <a:lnTo>
                  <a:pt x="512" y="3814"/>
                </a:lnTo>
                <a:lnTo>
                  <a:pt x="1668" y="2640"/>
                </a:lnTo>
                <a:lnTo>
                  <a:pt x="2829" y="3427"/>
                </a:lnTo>
                <a:lnTo>
                  <a:pt x="2284" y="2299"/>
                </a:lnTo>
                <a:lnTo>
                  <a:pt x="3536" y="1586"/>
                </a:lnTo>
                <a:lnTo>
                  <a:pt x="1970" y="1476"/>
                </a:lnTo>
                <a:lnTo>
                  <a:pt x="1657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01"/>
          <p:cNvSpPr/>
          <p:nvPr/>
        </p:nvSpPr>
        <p:spPr>
          <a:xfrm>
            <a:off x="1202230" y="2910125"/>
            <a:ext cx="161712" cy="174376"/>
          </a:xfrm>
          <a:custGeom>
            <a:rect b="b" l="l" r="r" t="t"/>
            <a:pathLst>
              <a:path extrusionOk="0" h="3814" w="3537">
                <a:moveTo>
                  <a:pt x="1657" y="0"/>
                </a:moveTo>
                <a:lnTo>
                  <a:pt x="1270" y="1397"/>
                </a:lnTo>
                <a:lnTo>
                  <a:pt x="0" y="1344"/>
                </a:lnTo>
                <a:lnTo>
                  <a:pt x="0" y="1344"/>
                </a:lnTo>
                <a:lnTo>
                  <a:pt x="988" y="2076"/>
                </a:lnTo>
                <a:lnTo>
                  <a:pt x="512" y="3814"/>
                </a:lnTo>
                <a:lnTo>
                  <a:pt x="1668" y="2640"/>
                </a:lnTo>
                <a:lnTo>
                  <a:pt x="2829" y="3427"/>
                </a:lnTo>
                <a:lnTo>
                  <a:pt x="2284" y="2299"/>
                </a:lnTo>
                <a:lnTo>
                  <a:pt x="3536" y="1586"/>
                </a:lnTo>
                <a:lnTo>
                  <a:pt x="1970" y="1476"/>
                </a:lnTo>
                <a:lnTo>
                  <a:pt x="1657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01"/>
          <p:cNvSpPr/>
          <p:nvPr/>
        </p:nvSpPr>
        <p:spPr>
          <a:xfrm>
            <a:off x="1202233" y="3956868"/>
            <a:ext cx="161712" cy="174330"/>
          </a:xfrm>
          <a:custGeom>
            <a:rect b="b" l="l" r="r" t="t"/>
            <a:pathLst>
              <a:path extrusionOk="0" h="3813" w="3537">
                <a:moveTo>
                  <a:pt x="1658" y="0"/>
                </a:moveTo>
                <a:lnTo>
                  <a:pt x="1271" y="1399"/>
                </a:lnTo>
                <a:lnTo>
                  <a:pt x="0" y="1345"/>
                </a:lnTo>
                <a:lnTo>
                  <a:pt x="0" y="1345"/>
                </a:lnTo>
                <a:lnTo>
                  <a:pt x="988" y="2075"/>
                </a:lnTo>
                <a:lnTo>
                  <a:pt x="514" y="3812"/>
                </a:lnTo>
                <a:lnTo>
                  <a:pt x="1668" y="2639"/>
                </a:lnTo>
                <a:lnTo>
                  <a:pt x="2829" y="3427"/>
                </a:lnTo>
                <a:lnTo>
                  <a:pt x="2284" y="2301"/>
                </a:lnTo>
                <a:lnTo>
                  <a:pt x="3536" y="1586"/>
                </a:lnTo>
                <a:lnTo>
                  <a:pt x="1973" y="1475"/>
                </a:lnTo>
                <a:lnTo>
                  <a:pt x="1658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01"/>
          <p:cNvSpPr/>
          <p:nvPr/>
        </p:nvSpPr>
        <p:spPr>
          <a:xfrm>
            <a:off x="8007775" y="2689769"/>
            <a:ext cx="171587" cy="159791"/>
          </a:xfrm>
          <a:custGeom>
            <a:rect b="b" l="l" r="r" t="t"/>
            <a:pathLst>
              <a:path extrusionOk="0" h="3495" w="3753">
                <a:moveTo>
                  <a:pt x="3086" y="0"/>
                </a:moveTo>
                <a:lnTo>
                  <a:pt x="1984" y="942"/>
                </a:lnTo>
                <a:lnTo>
                  <a:pt x="960" y="185"/>
                </a:lnTo>
                <a:lnTo>
                  <a:pt x="960" y="185"/>
                </a:lnTo>
                <a:lnTo>
                  <a:pt x="1368" y="1344"/>
                </a:lnTo>
                <a:lnTo>
                  <a:pt x="1" y="2517"/>
                </a:lnTo>
                <a:lnTo>
                  <a:pt x="1616" y="2193"/>
                </a:lnTo>
                <a:lnTo>
                  <a:pt x="2135" y="3494"/>
                </a:lnTo>
                <a:lnTo>
                  <a:pt x="2316" y="2258"/>
                </a:lnTo>
                <a:lnTo>
                  <a:pt x="3753" y="2366"/>
                </a:lnTo>
                <a:lnTo>
                  <a:pt x="3753" y="2366"/>
                </a:lnTo>
                <a:lnTo>
                  <a:pt x="2518" y="1399"/>
                </a:lnTo>
                <a:lnTo>
                  <a:pt x="3086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CAPTION_ONLY_1">
    <p:bg>
      <p:bgPr>
        <a:solidFill>
          <a:schemeClr val="accent1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0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2">
              <a:alpha val="34509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02"/>
          <p:cNvSpPr/>
          <p:nvPr/>
        </p:nvSpPr>
        <p:spPr>
          <a:xfrm>
            <a:off x="285100" y="268025"/>
            <a:ext cx="8573700" cy="4607400"/>
          </a:xfrm>
          <a:prstGeom prst="plus">
            <a:avLst>
              <a:gd fmla="val 3202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02"/>
          <p:cNvSpPr txBox="1"/>
          <p:nvPr>
            <p:ph type="title"/>
          </p:nvPr>
        </p:nvSpPr>
        <p:spPr>
          <a:xfrm>
            <a:off x="1389750" y="3334225"/>
            <a:ext cx="6364500" cy="1301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378" name="Google Shape;378;p102"/>
          <p:cNvSpPr/>
          <p:nvPr/>
        </p:nvSpPr>
        <p:spPr>
          <a:xfrm>
            <a:off x="1730746" y="2397418"/>
            <a:ext cx="161712" cy="174330"/>
          </a:xfrm>
          <a:custGeom>
            <a:rect b="b" l="l" r="r" t="t"/>
            <a:pathLst>
              <a:path extrusionOk="0" h="3813" w="3537">
                <a:moveTo>
                  <a:pt x="1658" y="0"/>
                </a:moveTo>
                <a:lnTo>
                  <a:pt x="1271" y="1399"/>
                </a:lnTo>
                <a:lnTo>
                  <a:pt x="0" y="1345"/>
                </a:lnTo>
                <a:lnTo>
                  <a:pt x="0" y="1345"/>
                </a:lnTo>
                <a:lnTo>
                  <a:pt x="988" y="2075"/>
                </a:lnTo>
                <a:lnTo>
                  <a:pt x="514" y="3812"/>
                </a:lnTo>
                <a:lnTo>
                  <a:pt x="1668" y="2639"/>
                </a:lnTo>
                <a:lnTo>
                  <a:pt x="2829" y="3427"/>
                </a:lnTo>
                <a:lnTo>
                  <a:pt x="2284" y="2301"/>
                </a:lnTo>
                <a:lnTo>
                  <a:pt x="3536" y="1586"/>
                </a:lnTo>
                <a:lnTo>
                  <a:pt x="1973" y="1475"/>
                </a:lnTo>
                <a:lnTo>
                  <a:pt x="1658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02"/>
          <p:cNvSpPr/>
          <p:nvPr/>
        </p:nvSpPr>
        <p:spPr>
          <a:xfrm>
            <a:off x="6474725" y="4029219"/>
            <a:ext cx="171587" cy="159791"/>
          </a:xfrm>
          <a:custGeom>
            <a:rect b="b" l="l" r="r" t="t"/>
            <a:pathLst>
              <a:path extrusionOk="0" h="3495" w="3753">
                <a:moveTo>
                  <a:pt x="3086" y="0"/>
                </a:moveTo>
                <a:lnTo>
                  <a:pt x="1984" y="942"/>
                </a:lnTo>
                <a:lnTo>
                  <a:pt x="960" y="185"/>
                </a:lnTo>
                <a:lnTo>
                  <a:pt x="960" y="185"/>
                </a:lnTo>
                <a:lnTo>
                  <a:pt x="1368" y="1344"/>
                </a:lnTo>
                <a:lnTo>
                  <a:pt x="1" y="2517"/>
                </a:lnTo>
                <a:lnTo>
                  <a:pt x="1616" y="2193"/>
                </a:lnTo>
                <a:lnTo>
                  <a:pt x="2135" y="3494"/>
                </a:lnTo>
                <a:lnTo>
                  <a:pt x="2316" y="2258"/>
                </a:lnTo>
                <a:lnTo>
                  <a:pt x="3753" y="2366"/>
                </a:lnTo>
                <a:lnTo>
                  <a:pt x="3753" y="2366"/>
                </a:lnTo>
                <a:lnTo>
                  <a:pt x="2518" y="1399"/>
                </a:lnTo>
                <a:lnTo>
                  <a:pt x="3086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02"/>
          <p:cNvSpPr/>
          <p:nvPr/>
        </p:nvSpPr>
        <p:spPr>
          <a:xfrm>
            <a:off x="1963521" y="3139093"/>
            <a:ext cx="161712" cy="174330"/>
          </a:xfrm>
          <a:custGeom>
            <a:rect b="b" l="l" r="r" t="t"/>
            <a:pathLst>
              <a:path extrusionOk="0" h="3813" w="3537">
                <a:moveTo>
                  <a:pt x="1658" y="0"/>
                </a:moveTo>
                <a:lnTo>
                  <a:pt x="1271" y="1399"/>
                </a:lnTo>
                <a:lnTo>
                  <a:pt x="0" y="1345"/>
                </a:lnTo>
                <a:lnTo>
                  <a:pt x="0" y="1345"/>
                </a:lnTo>
                <a:lnTo>
                  <a:pt x="988" y="2075"/>
                </a:lnTo>
                <a:lnTo>
                  <a:pt x="514" y="3812"/>
                </a:lnTo>
                <a:lnTo>
                  <a:pt x="1668" y="2639"/>
                </a:lnTo>
                <a:lnTo>
                  <a:pt x="2829" y="3427"/>
                </a:lnTo>
                <a:lnTo>
                  <a:pt x="2284" y="2301"/>
                </a:lnTo>
                <a:lnTo>
                  <a:pt x="3536" y="1586"/>
                </a:lnTo>
                <a:lnTo>
                  <a:pt x="1973" y="1475"/>
                </a:lnTo>
                <a:lnTo>
                  <a:pt x="1658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02"/>
          <p:cNvSpPr/>
          <p:nvPr/>
        </p:nvSpPr>
        <p:spPr>
          <a:xfrm>
            <a:off x="7335655" y="3906975"/>
            <a:ext cx="161712" cy="174376"/>
          </a:xfrm>
          <a:custGeom>
            <a:rect b="b" l="l" r="r" t="t"/>
            <a:pathLst>
              <a:path extrusionOk="0" h="3814" w="3537">
                <a:moveTo>
                  <a:pt x="1657" y="0"/>
                </a:moveTo>
                <a:lnTo>
                  <a:pt x="1270" y="1397"/>
                </a:lnTo>
                <a:lnTo>
                  <a:pt x="0" y="1344"/>
                </a:lnTo>
                <a:lnTo>
                  <a:pt x="0" y="1344"/>
                </a:lnTo>
                <a:lnTo>
                  <a:pt x="988" y="2076"/>
                </a:lnTo>
                <a:lnTo>
                  <a:pt x="512" y="3814"/>
                </a:lnTo>
                <a:lnTo>
                  <a:pt x="1668" y="2640"/>
                </a:lnTo>
                <a:lnTo>
                  <a:pt x="2829" y="3427"/>
                </a:lnTo>
                <a:lnTo>
                  <a:pt x="2284" y="2299"/>
                </a:lnTo>
                <a:lnTo>
                  <a:pt x="3536" y="1586"/>
                </a:lnTo>
                <a:lnTo>
                  <a:pt x="1970" y="1476"/>
                </a:lnTo>
                <a:lnTo>
                  <a:pt x="1657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02"/>
          <p:cNvSpPr/>
          <p:nvPr/>
        </p:nvSpPr>
        <p:spPr>
          <a:xfrm>
            <a:off x="864771" y="1797593"/>
            <a:ext cx="161712" cy="174330"/>
          </a:xfrm>
          <a:custGeom>
            <a:rect b="b" l="l" r="r" t="t"/>
            <a:pathLst>
              <a:path extrusionOk="0" h="3813" w="3537">
                <a:moveTo>
                  <a:pt x="1658" y="0"/>
                </a:moveTo>
                <a:lnTo>
                  <a:pt x="1271" y="1399"/>
                </a:lnTo>
                <a:lnTo>
                  <a:pt x="0" y="1345"/>
                </a:lnTo>
                <a:lnTo>
                  <a:pt x="0" y="1345"/>
                </a:lnTo>
                <a:lnTo>
                  <a:pt x="988" y="2075"/>
                </a:lnTo>
                <a:lnTo>
                  <a:pt x="514" y="3812"/>
                </a:lnTo>
                <a:lnTo>
                  <a:pt x="1668" y="2639"/>
                </a:lnTo>
                <a:lnTo>
                  <a:pt x="2829" y="3427"/>
                </a:lnTo>
                <a:lnTo>
                  <a:pt x="2284" y="2301"/>
                </a:lnTo>
                <a:lnTo>
                  <a:pt x="3536" y="1586"/>
                </a:lnTo>
                <a:lnTo>
                  <a:pt x="1973" y="1475"/>
                </a:lnTo>
                <a:lnTo>
                  <a:pt x="1658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02"/>
          <p:cNvSpPr/>
          <p:nvPr/>
        </p:nvSpPr>
        <p:spPr>
          <a:xfrm>
            <a:off x="8306571" y="1522243"/>
            <a:ext cx="161712" cy="174330"/>
          </a:xfrm>
          <a:custGeom>
            <a:rect b="b" l="l" r="r" t="t"/>
            <a:pathLst>
              <a:path extrusionOk="0" h="3813" w="3537">
                <a:moveTo>
                  <a:pt x="1658" y="0"/>
                </a:moveTo>
                <a:lnTo>
                  <a:pt x="1271" y="1399"/>
                </a:lnTo>
                <a:lnTo>
                  <a:pt x="0" y="1345"/>
                </a:lnTo>
                <a:lnTo>
                  <a:pt x="0" y="1345"/>
                </a:lnTo>
                <a:lnTo>
                  <a:pt x="988" y="2075"/>
                </a:lnTo>
                <a:lnTo>
                  <a:pt x="514" y="3812"/>
                </a:lnTo>
                <a:lnTo>
                  <a:pt x="1668" y="2639"/>
                </a:lnTo>
                <a:lnTo>
                  <a:pt x="2829" y="3427"/>
                </a:lnTo>
                <a:lnTo>
                  <a:pt x="2284" y="2301"/>
                </a:lnTo>
                <a:lnTo>
                  <a:pt x="3536" y="1586"/>
                </a:lnTo>
                <a:lnTo>
                  <a:pt x="1973" y="1475"/>
                </a:lnTo>
                <a:lnTo>
                  <a:pt x="1658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02"/>
          <p:cNvSpPr/>
          <p:nvPr/>
        </p:nvSpPr>
        <p:spPr>
          <a:xfrm>
            <a:off x="7201675" y="2571756"/>
            <a:ext cx="171587" cy="159791"/>
          </a:xfrm>
          <a:custGeom>
            <a:rect b="b" l="l" r="r" t="t"/>
            <a:pathLst>
              <a:path extrusionOk="0" h="3495" w="3753">
                <a:moveTo>
                  <a:pt x="3086" y="0"/>
                </a:moveTo>
                <a:lnTo>
                  <a:pt x="1984" y="942"/>
                </a:lnTo>
                <a:lnTo>
                  <a:pt x="960" y="185"/>
                </a:lnTo>
                <a:lnTo>
                  <a:pt x="960" y="185"/>
                </a:lnTo>
                <a:lnTo>
                  <a:pt x="1368" y="1344"/>
                </a:lnTo>
                <a:lnTo>
                  <a:pt x="1" y="2517"/>
                </a:lnTo>
                <a:lnTo>
                  <a:pt x="1616" y="2193"/>
                </a:lnTo>
                <a:lnTo>
                  <a:pt x="2135" y="3494"/>
                </a:lnTo>
                <a:lnTo>
                  <a:pt x="2316" y="2258"/>
                </a:lnTo>
                <a:lnTo>
                  <a:pt x="3753" y="2366"/>
                </a:lnTo>
                <a:lnTo>
                  <a:pt x="3753" y="2366"/>
                </a:lnTo>
                <a:lnTo>
                  <a:pt x="2518" y="1399"/>
                </a:lnTo>
                <a:lnTo>
                  <a:pt x="3086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02"/>
          <p:cNvSpPr/>
          <p:nvPr/>
        </p:nvSpPr>
        <p:spPr>
          <a:xfrm>
            <a:off x="8424005" y="3354875"/>
            <a:ext cx="161712" cy="174376"/>
          </a:xfrm>
          <a:custGeom>
            <a:rect b="b" l="l" r="r" t="t"/>
            <a:pathLst>
              <a:path extrusionOk="0" h="3814" w="3537">
                <a:moveTo>
                  <a:pt x="1657" y="0"/>
                </a:moveTo>
                <a:lnTo>
                  <a:pt x="1270" y="1397"/>
                </a:lnTo>
                <a:lnTo>
                  <a:pt x="0" y="1344"/>
                </a:lnTo>
                <a:lnTo>
                  <a:pt x="0" y="1344"/>
                </a:lnTo>
                <a:lnTo>
                  <a:pt x="988" y="2076"/>
                </a:lnTo>
                <a:lnTo>
                  <a:pt x="512" y="3814"/>
                </a:lnTo>
                <a:lnTo>
                  <a:pt x="1668" y="2640"/>
                </a:lnTo>
                <a:lnTo>
                  <a:pt x="2829" y="3427"/>
                </a:lnTo>
                <a:lnTo>
                  <a:pt x="2284" y="2299"/>
                </a:lnTo>
                <a:lnTo>
                  <a:pt x="3536" y="1586"/>
                </a:lnTo>
                <a:lnTo>
                  <a:pt x="1970" y="1476"/>
                </a:lnTo>
                <a:lnTo>
                  <a:pt x="1657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02"/>
          <p:cNvSpPr/>
          <p:nvPr/>
        </p:nvSpPr>
        <p:spPr>
          <a:xfrm>
            <a:off x="1202230" y="2910125"/>
            <a:ext cx="161712" cy="174376"/>
          </a:xfrm>
          <a:custGeom>
            <a:rect b="b" l="l" r="r" t="t"/>
            <a:pathLst>
              <a:path extrusionOk="0" h="3814" w="3537">
                <a:moveTo>
                  <a:pt x="1657" y="0"/>
                </a:moveTo>
                <a:lnTo>
                  <a:pt x="1270" y="1397"/>
                </a:lnTo>
                <a:lnTo>
                  <a:pt x="0" y="1344"/>
                </a:lnTo>
                <a:lnTo>
                  <a:pt x="0" y="1344"/>
                </a:lnTo>
                <a:lnTo>
                  <a:pt x="988" y="2076"/>
                </a:lnTo>
                <a:lnTo>
                  <a:pt x="512" y="3814"/>
                </a:lnTo>
                <a:lnTo>
                  <a:pt x="1668" y="2640"/>
                </a:lnTo>
                <a:lnTo>
                  <a:pt x="2829" y="3427"/>
                </a:lnTo>
                <a:lnTo>
                  <a:pt x="2284" y="2299"/>
                </a:lnTo>
                <a:lnTo>
                  <a:pt x="3536" y="1586"/>
                </a:lnTo>
                <a:lnTo>
                  <a:pt x="1970" y="1476"/>
                </a:lnTo>
                <a:lnTo>
                  <a:pt x="1657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02"/>
          <p:cNvSpPr/>
          <p:nvPr/>
        </p:nvSpPr>
        <p:spPr>
          <a:xfrm>
            <a:off x="1202233" y="3956868"/>
            <a:ext cx="161712" cy="174330"/>
          </a:xfrm>
          <a:custGeom>
            <a:rect b="b" l="l" r="r" t="t"/>
            <a:pathLst>
              <a:path extrusionOk="0" h="3813" w="3537">
                <a:moveTo>
                  <a:pt x="1658" y="0"/>
                </a:moveTo>
                <a:lnTo>
                  <a:pt x="1271" y="1399"/>
                </a:lnTo>
                <a:lnTo>
                  <a:pt x="0" y="1345"/>
                </a:lnTo>
                <a:lnTo>
                  <a:pt x="0" y="1345"/>
                </a:lnTo>
                <a:lnTo>
                  <a:pt x="988" y="2075"/>
                </a:lnTo>
                <a:lnTo>
                  <a:pt x="514" y="3812"/>
                </a:lnTo>
                <a:lnTo>
                  <a:pt x="1668" y="2639"/>
                </a:lnTo>
                <a:lnTo>
                  <a:pt x="2829" y="3427"/>
                </a:lnTo>
                <a:lnTo>
                  <a:pt x="2284" y="2301"/>
                </a:lnTo>
                <a:lnTo>
                  <a:pt x="3536" y="1586"/>
                </a:lnTo>
                <a:lnTo>
                  <a:pt x="1973" y="1475"/>
                </a:lnTo>
                <a:lnTo>
                  <a:pt x="1658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02"/>
          <p:cNvSpPr/>
          <p:nvPr/>
        </p:nvSpPr>
        <p:spPr>
          <a:xfrm>
            <a:off x="8007775" y="2689769"/>
            <a:ext cx="171587" cy="159791"/>
          </a:xfrm>
          <a:custGeom>
            <a:rect b="b" l="l" r="r" t="t"/>
            <a:pathLst>
              <a:path extrusionOk="0" h="3495" w="3753">
                <a:moveTo>
                  <a:pt x="3086" y="0"/>
                </a:moveTo>
                <a:lnTo>
                  <a:pt x="1984" y="942"/>
                </a:lnTo>
                <a:lnTo>
                  <a:pt x="960" y="185"/>
                </a:lnTo>
                <a:lnTo>
                  <a:pt x="960" y="185"/>
                </a:lnTo>
                <a:lnTo>
                  <a:pt x="1368" y="1344"/>
                </a:lnTo>
                <a:lnTo>
                  <a:pt x="1" y="2517"/>
                </a:lnTo>
                <a:lnTo>
                  <a:pt x="1616" y="2193"/>
                </a:lnTo>
                <a:lnTo>
                  <a:pt x="2135" y="3494"/>
                </a:lnTo>
                <a:lnTo>
                  <a:pt x="2316" y="2258"/>
                </a:lnTo>
                <a:lnTo>
                  <a:pt x="3753" y="2366"/>
                </a:lnTo>
                <a:lnTo>
                  <a:pt x="3753" y="2366"/>
                </a:lnTo>
                <a:lnTo>
                  <a:pt x="2518" y="1399"/>
                </a:lnTo>
                <a:lnTo>
                  <a:pt x="3086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_1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03"/>
          <p:cNvSpPr/>
          <p:nvPr/>
        </p:nvSpPr>
        <p:spPr>
          <a:xfrm>
            <a:off x="285100" y="268025"/>
            <a:ext cx="8573700" cy="4607400"/>
          </a:xfrm>
          <a:prstGeom prst="plus">
            <a:avLst>
              <a:gd fmla="val 3202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03"/>
          <p:cNvSpPr txBox="1"/>
          <p:nvPr>
            <p:ph type="title"/>
          </p:nvPr>
        </p:nvSpPr>
        <p:spPr>
          <a:xfrm>
            <a:off x="1464438" y="1894949"/>
            <a:ext cx="1550100" cy="1353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7500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392" name="Google Shape;392;p103"/>
          <p:cNvSpPr txBox="1"/>
          <p:nvPr>
            <p:ph idx="1" type="subTitle"/>
          </p:nvPr>
        </p:nvSpPr>
        <p:spPr>
          <a:xfrm rot="473">
            <a:off x="3319362" y="3217712"/>
            <a:ext cx="43602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93" name="Google Shape;393;p103"/>
          <p:cNvGrpSpPr/>
          <p:nvPr/>
        </p:nvGrpSpPr>
        <p:grpSpPr>
          <a:xfrm>
            <a:off x="682475" y="630494"/>
            <a:ext cx="7913112" cy="3948295"/>
            <a:chOff x="682475" y="630494"/>
            <a:chExt cx="7913112" cy="3948295"/>
          </a:xfrm>
        </p:grpSpPr>
        <p:sp>
          <p:nvSpPr>
            <p:cNvPr id="394" name="Google Shape;394;p103"/>
            <p:cNvSpPr/>
            <p:nvPr/>
          </p:nvSpPr>
          <p:spPr>
            <a:xfrm>
              <a:off x="2499875" y="134390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103"/>
            <p:cNvSpPr/>
            <p:nvPr/>
          </p:nvSpPr>
          <p:spPr>
            <a:xfrm>
              <a:off x="6632305" y="104853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103"/>
            <p:cNvSpPr/>
            <p:nvPr/>
          </p:nvSpPr>
          <p:spPr>
            <a:xfrm>
              <a:off x="7918742" y="398576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103"/>
            <p:cNvSpPr/>
            <p:nvPr/>
          </p:nvSpPr>
          <p:spPr>
            <a:xfrm>
              <a:off x="2007242" y="440441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103"/>
            <p:cNvSpPr/>
            <p:nvPr/>
          </p:nvSpPr>
          <p:spPr>
            <a:xfrm>
              <a:off x="781392" y="239736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103"/>
            <p:cNvSpPr/>
            <p:nvPr/>
          </p:nvSpPr>
          <p:spPr>
            <a:xfrm>
              <a:off x="1195625" y="194080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103"/>
            <p:cNvSpPr/>
            <p:nvPr/>
          </p:nvSpPr>
          <p:spPr>
            <a:xfrm>
              <a:off x="1024050" y="423668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103"/>
            <p:cNvSpPr/>
            <p:nvPr/>
          </p:nvSpPr>
          <p:spPr>
            <a:xfrm>
              <a:off x="7506975" y="360950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103"/>
            <p:cNvSpPr/>
            <p:nvPr/>
          </p:nvSpPr>
          <p:spPr>
            <a:xfrm>
              <a:off x="5765525" y="86990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103"/>
            <p:cNvSpPr/>
            <p:nvPr/>
          </p:nvSpPr>
          <p:spPr>
            <a:xfrm>
              <a:off x="5035450" y="4363744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103"/>
            <p:cNvSpPr/>
            <p:nvPr/>
          </p:nvSpPr>
          <p:spPr>
            <a:xfrm>
              <a:off x="3028805" y="79026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103"/>
            <p:cNvSpPr/>
            <p:nvPr/>
          </p:nvSpPr>
          <p:spPr>
            <a:xfrm>
              <a:off x="1752213" y="630494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103"/>
            <p:cNvSpPr/>
            <p:nvPr/>
          </p:nvSpPr>
          <p:spPr>
            <a:xfrm>
              <a:off x="682475" y="1142319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103"/>
            <p:cNvSpPr/>
            <p:nvPr/>
          </p:nvSpPr>
          <p:spPr>
            <a:xfrm>
              <a:off x="8424000" y="3066619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8" name="Google Shape;408;p103"/>
          <p:cNvSpPr txBox="1"/>
          <p:nvPr>
            <p:ph idx="2" type="title"/>
          </p:nvPr>
        </p:nvSpPr>
        <p:spPr>
          <a:xfrm>
            <a:off x="3319288" y="1515375"/>
            <a:ext cx="4360200" cy="15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04"/>
          <p:cNvSpPr/>
          <p:nvPr/>
        </p:nvSpPr>
        <p:spPr>
          <a:xfrm>
            <a:off x="285100" y="268025"/>
            <a:ext cx="8573700" cy="4607400"/>
          </a:xfrm>
          <a:prstGeom prst="plus">
            <a:avLst>
              <a:gd fmla="val 3202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04"/>
          <p:cNvSpPr txBox="1"/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412" name="Google Shape;412;p104"/>
          <p:cNvSpPr txBox="1"/>
          <p:nvPr>
            <p:ph idx="2" type="title"/>
          </p:nvPr>
        </p:nvSpPr>
        <p:spPr>
          <a:xfrm>
            <a:off x="720012" y="1858988"/>
            <a:ext cx="2603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3" name="Google Shape;413;p104"/>
          <p:cNvSpPr txBox="1"/>
          <p:nvPr>
            <p:ph idx="1" type="subTitle"/>
          </p:nvPr>
        </p:nvSpPr>
        <p:spPr>
          <a:xfrm>
            <a:off x="720023" y="2369313"/>
            <a:ext cx="26037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14" name="Google Shape;414;p104"/>
          <p:cNvSpPr txBox="1"/>
          <p:nvPr>
            <p:ph idx="3" type="title"/>
          </p:nvPr>
        </p:nvSpPr>
        <p:spPr>
          <a:xfrm>
            <a:off x="5820289" y="1858988"/>
            <a:ext cx="2603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5" name="Google Shape;415;p104"/>
          <p:cNvSpPr txBox="1"/>
          <p:nvPr>
            <p:ph idx="4" type="subTitle"/>
          </p:nvPr>
        </p:nvSpPr>
        <p:spPr>
          <a:xfrm>
            <a:off x="5820298" y="2369313"/>
            <a:ext cx="26037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16" name="Google Shape;416;p104"/>
          <p:cNvSpPr txBox="1"/>
          <p:nvPr>
            <p:ph idx="5" type="title"/>
          </p:nvPr>
        </p:nvSpPr>
        <p:spPr>
          <a:xfrm>
            <a:off x="720000" y="3525100"/>
            <a:ext cx="26037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7" name="Google Shape;417;p104"/>
          <p:cNvSpPr txBox="1"/>
          <p:nvPr>
            <p:ph idx="6" type="subTitle"/>
          </p:nvPr>
        </p:nvSpPr>
        <p:spPr>
          <a:xfrm>
            <a:off x="720012" y="3963000"/>
            <a:ext cx="26037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18" name="Google Shape;418;p104"/>
          <p:cNvSpPr txBox="1"/>
          <p:nvPr>
            <p:ph idx="7" type="title"/>
          </p:nvPr>
        </p:nvSpPr>
        <p:spPr>
          <a:xfrm>
            <a:off x="5820275" y="3525100"/>
            <a:ext cx="26037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9" name="Google Shape;419;p104"/>
          <p:cNvSpPr txBox="1"/>
          <p:nvPr>
            <p:ph idx="8" type="subTitle"/>
          </p:nvPr>
        </p:nvSpPr>
        <p:spPr>
          <a:xfrm>
            <a:off x="5820287" y="3963000"/>
            <a:ext cx="26037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20" name="Google Shape;420;p104"/>
          <p:cNvGrpSpPr/>
          <p:nvPr/>
        </p:nvGrpSpPr>
        <p:grpSpPr>
          <a:xfrm>
            <a:off x="441455" y="1394006"/>
            <a:ext cx="7937312" cy="2986995"/>
            <a:chOff x="441455" y="1394006"/>
            <a:chExt cx="7937312" cy="2986995"/>
          </a:xfrm>
        </p:grpSpPr>
        <p:sp>
          <p:nvSpPr>
            <p:cNvPr id="421" name="Google Shape;421;p104"/>
            <p:cNvSpPr/>
            <p:nvPr/>
          </p:nvSpPr>
          <p:spPr>
            <a:xfrm>
              <a:off x="4412700" y="139400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104"/>
            <p:cNvSpPr/>
            <p:nvPr/>
          </p:nvSpPr>
          <p:spPr>
            <a:xfrm>
              <a:off x="6774880" y="1429550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104"/>
            <p:cNvSpPr/>
            <p:nvPr/>
          </p:nvSpPr>
          <p:spPr>
            <a:xfrm>
              <a:off x="3049000" y="326628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104"/>
            <p:cNvSpPr/>
            <p:nvPr/>
          </p:nvSpPr>
          <p:spPr>
            <a:xfrm>
              <a:off x="811100" y="231125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104"/>
            <p:cNvSpPr/>
            <p:nvPr/>
          </p:nvSpPr>
          <p:spPr>
            <a:xfrm>
              <a:off x="846750" y="390763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104"/>
            <p:cNvSpPr/>
            <p:nvPr/>
          </p:nvSpPr>
          <p:spPr>
            <a:xfrm>
              <a:off x="7881150" y="3292144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104"/>
            <p:cNvSpPr/>
            <p:nvPr/>
          </p:nvSpPr>
          <p:spPr>
            <a:xfrm>
              <a:off x="5222750" y="3106494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104"/>
            <p:cNvSpPr/>
            <p:nvPr/>
          </p:nvSpPr>
          <p:spPr>
            <a:xfrm>
              <a:off x="4045230" y="1619775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104"/>
            <p:cNvSpPr/>
            <p:nvPr/>
          </p:nvSpPr>
          <p:spPr>
            <a:xfrm>
              <a:off x="1018330" y="1824925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104"/>
            <p:cNvSpPr/>
            <p:nvPr/>
          </p:nvSpPr>
          <p:spPr>
            <a:xfrm>
              <a:off x="2636155" y="2980775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104"/>
            <p:cNvSpPr/>
            <p:nvPr/>
          </p:nvSpPr>
          <p:spPr>
            <a:xfrm>
              <a:off x="441455" y="4206625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104"/>
            <p:cNvSpPr/>
            <p:nvPr/>
          </p:nvSpPr>
          <p:spPr>
            <a:xfrm>
              <a:off x="8217055" y="3525100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104"/>
            <p:cNvSpPr/>
            <p:nvPr/>
          </p:nvSpPr>
          <p:spPr>
            <a:xfrm>
              <a:off x="5572830" y="3284850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104"/>
            <p:cNvSpPr/>
            <p:nvPr/>
          </p:nvSpPr>
          <p:spPr>
            <a:xfrm>
              <a:off x="7222880" y="1603475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4">
  <p:cSld name="BLANK_1_1_1_1_4_1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05"/>
          <p:cNvSpPr/>
          <p:nvPr/>
        </p:nvSpPr>
        <p:spPr>
          <a:xfrm>
            <a:off x="285100" y="268025"/>
            <a:ext cx="8573700" cy="4607400"/>
          </a:xfrm>
          <a:prstGeom prst="plus">
            <a:avLst>
              <a:gd fmla="val 3202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05"/>
          <p:cNvSpPr txBox="1"/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438" name="Google Shape;438;p105"/>
          <p:cNvSpPr txBox="1"/>
          <p:nvPr>
            <p:ph idx="2" type="title"/>
          </p:nvPr>
        </p:nvSpPr>
        <p:spPr>
          <a:xfrm>
            <a:off x="686150" y="3398100"/>
            <a:ext cx="21171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39" name="Google Shape;439;p105"/>
          <p:cNvSpPr txBox="1"/>
          <p:nvPr>
            <p:ph idx="1" type="subTitle"/>
          </p:nvPr>
        </p:nvSpPr>
        <p:spPr>
          <a:xfrm>
            <a:off x="908000" y="3832260"/>
            <a:ext cx="1673400" cy="7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40" name="Google Shape;440;p105"/>
          <p:cNvSpPr txBox="1"/>
          <p:nvPr>
            <p:ph idx="3" type="title"/>
          </p:nvPr>
        </p:nvSpPr>
        <p:spPr>
          <a:xfrm>
            <a:off x="2585058" y="2197388"/>
            <a:ext cx="21171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41" name="Google Shape;441;p105"/>
          <p:cNvSpPr txBox="1"/>
          <p:nvPr>
            <p:ph idx="4" type="subTitle"/>
          </p:nvPr>
        </p:nvSpPr>
        <p:spPr>
          <a:xfrm>
            <a:off x="2806908" y="1381310"/>
            <a:ext cx="16734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42" name="Google Shape;442;p105"/>
          <p:cNvSpPr txBox="1"/>
          <p:nvPr>
            <p:ph idx="5" type="title"/>
          </p:nvPr>
        </p:nvSpPr>
        <p:spPr>
          <a:xfrm>
            <a:off x="4483967" y="3398100"/>
            <a:ext cx="21171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43" name="Google Shape;443;p105"/>
          <p:cNvSpPr txBox="1"/>
          <p:nvPr>
            <p:ph idx="6" type="subTitle"/>
          </p:nvPr>
        </p:nvSpPr>
        <p:spPr>
          <a:xfrm>
            <a:off x="4705817" y="3832100"/>
            <a:ext cx="1673400" cy="7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44" name="Google Shape;444;p105"/>
          <p:cNvSpPr txBox="1"/>
          <p:nvPr>
            <p:ph idx="7" type="title"/>
          </p:nvPr>
        </p:nvSpPr>
        <p:spPr>
          <a:xfrm>
            <a:off x="6382875" y="2197400"/>
            <a:ext cx="21171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45" name="Google Shape;445;p105"/>
          <p:cNvSpPr txBox="1"/>
          <p:nvPr>
            <p:ph idx="8" type="subTitle"/>
          </p:nvPr>
        </p:nvSpPr>
        <p:spPr>
          <a:xfrm>
            <a:off x="6604725" y="1381150"/>
            <a:ext cx="16734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46" name="Google Shape;446;p105"/>
          <p:cNvGrpSpPr/>
          <p:nvPr/>
        </p:nvGrpSpPr>
        <p:grpSpPr>
          <a:xfrm>
            <a:off x="441455" y="1277150"/>
            <a:ext cx="8323937" cy="3103851"/>
            <a:chOff x="441455" y="1277150"/>
            <a:chExt cx="8323937" cy="3103851"/>
          </a:xfrm>
        </p:grpSpPr>
        <p:sp>
          <p:nvSpPr>
            <p:cNvPr id="447" name="Google Shape;447;p105"/>
            <p:cNvSpPr/>
            <p:nvPr/>
          </p:nvSpPr>
          <p:spPr>
            <a:xfrm>
              <a:off x="4488900" y="139400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105"/>
            <p:cNvSpPr/>
            <p:nvPr/>
          </p:nvSpPr>
          <p:spPr>
            <a:xfrm>
              <a:off x="8603680" y="1277150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105"/>
            <p:cNvSpPr/>
            <p:nvPr/>
          </p:nvSpPr>
          <p:spPr>
            <a:xfrm>
              <a:off x="3049000" y="326628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105"/>
            <p:cNvSpPr/>
            <p:nvPr/>
          </p:nvSpPr>
          <p:spPr>
            <a:xfrm>
              <a:off x="811100" y="231125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105"/>
            <p:cNvSpPr/>
            <p:nvPr/>
          </p:nvSpPr>
          <p:spPr>
            <a:xfrm>
              <a:off x="541950" y="375523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105"/>
            <p:cNvSpPr/>
            <p:nvPr/>
          </p:nvSpPr>
          <p:spPr>
            <a:xfrm>
              <a:off x="7881150" y="3292144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105"/>
            <p:cNvSpPr/>
            <p:nvPr/>
          </p:nvSpPr>
          <p:spPr>
            <a:xfrm>
              <a:off x="4841750" y="3030294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105"/>
            <p:cNvSpPr/>
            <p:nvPr/>
          </p:nvSpPr>
          <p:spPr>
            <a:xfrm>
              <a:off x="4654830" y="2000775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105"/>
            <p:cNvSpPr/>
            <p:nvPr/>
          </p:nvSpPr>
          <p:spPr>
            <a:xfrm>
              <a:off x="1018330" y="1824925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105"/>
            <p:cNvSpPr/>
            <p:nvPr/>
          </p:nvSpPr>
          <p:spPr>
            <a:xfrm>
              <a:off x="2636155" y="2980775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105"/>
            <p:cNvSpPr/>
            <p:nvPr/>
          </p:nvSpPr>
          <p:spPr>
            <a:xfrm>
              <a:off x="441455" y="4206625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105"/>
            <p:cNvSpPr/>
            <p:nvPr/>
          </p:nvSpPr>
          <p:spPr>
            <a:xfrm>
              <a:off x="8217055" y="3525100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105"/>
            <p:cNvSpPr/>
            <p:nvPr/>
          </p:nvSpPr>
          <p:spPr>
            <a:xfrm>
              <a:off x="6334830" y="3056250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105"/>
            <p:cNvSpPr/>
            <p:nvPr/>
          </p:nvSpPr>
          <p:spPr>
            <a:xfrm>
              <a:off x="8442080" y="1603475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TITLE_AND_TWO_COLUMNS_2_2_1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06"/>
          <p:cNvSpPr/>
          <p:nvPr/>
        </p:nvSpPr>
        <p:spPr>
          <a:xfrm>
            <a:off x="285100" y="268025"/>
            <a:ext cx="8573700" cy="4607400"/>
          </a:xfrm>
          <a:prstGeom prst="plus">
            <a:avLst>
              <a:gd fmla="val 3202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06"/>
          <p:cNvSpPr txBox="1"/>
          <p:nvPr>
            <p:ph idx="1" type="subTitle"/>
          </p:nvPr>
        </p:nvSpPr>
        <p:spPr>
          <a:xfrm>
            <a:off x="918872" y="3712100"/>
            <a:ext cx="21048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64" name="Google Shape;464;p106"/>
          <p:cNvSpPr txBox="1"/>
          <p:nvPr>
            <p:ph idx="2" type="subTitle"/>
          </p:nvPr>
        </p:nvSpPr>
        <p:spPr>
          <a:xfrm>
            <a:off x="3537104" y="3712100"/>
            <a:ext cx="21048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65" name="Google Shape;465;p106"/>
          <p:cNvSpPr txBox="1"/>
          <p:nvPr>
            <p:ph type="title"/>
          </p:nvPr>
        </p:nvSpPr>
        <p:spPr>
          <a:xfrm>
            <a:off x="712172" y="3038550"/>
            <a:ext cx="2518200" cy="6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466" name="Google Shape;466;p106"/>
          <p:cNvSpPr txBox="1"/>
          <p:nvPr>
            <p:ph idx="3" type="title"/>
          </p:nvPr>
        </p:nvSpPr>
        <p:spPr>
          <a:xfrm>
            <a:off x="3330404" y="3038550"/>
            <a:ext cx="2518200" cy="6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grpSp>
        <p:nvGrpSpPr>
          <p:cNvPr id="467" name="Google Shape;467;p106"/>
          <p:cNvGrpSpPr/>
          <p:nvPr/>
        </p:nvGrpSpPr>
        <p:grpSpPr>
          <a:xfrm>
            <a:off x="367263" y="539988"/>
            <a:ext cx="8377379" cy="4295809"/>
            <a:chOff x="405613" y="539988"/>
            <a:chExt cx="8377379" cy="4295809"/>
          </a:xfrm>
        </p:grpSpPr>
        <p:sp>
          <p:nvSpPr>
            <p:cNvPr id="468" name="Google Shape;468;p106"/>
            <p:cNvSpPr/>
            <p:nvPr/>
          </p:nvSpPr>
          <p:spPr>
            <a:xfrm>
              <a:off x="3989250" y="467600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106"/>
            <p:cNvSpPr/>
            <p:nvPr/>
          </p:nvSpPr>
          <p:spPr>
            <a:xfrm>
              <a:off x="5128555" y="53998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106"/>
            <p:cNvSpPr/>
            <p:nvPr/>
          </p:nvSpPr>
          <p:spPr>
            <a:xfrm>
              <a:off x="1807355" y="1291000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106"/>
            <p:cNvSpPr/>
            <p:nvPr/>
          </p:nvSpPr>
          <p:spPr>
            <a:xfrm>
              <a:off x="6133925" y="203755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106"/>
            <p:cNvSpPr/>
            <p:nvPr/>
          </p:nvSpPr>
          <p:spPr>
            <a:xfrm>
              <a:off x="548425" y="211485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106"/>
            <p:cNvSpPr/>
            <p:nvPr/>
          </p:nvSpPr>
          <p:spPr>
            <a:xfrm>
              <a:off x="6523180" y="71436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106"/>
            <p:cNvSpPr/>
            <p:nvPr/>
          </p:nvSpPr>
          <p:spPr>
            <a:xfrm>
              <a:off x="8621280" y="323893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106"/>
            <p:cNvSpPr/>
            <p:nvPr/>
          </p:nvSpPr>
          <p:spPr>
            <a:xfrm>
              <a:off x="7269900" y="547294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106"/>
            <p:cNvSpPr/>
            <p:nvPr/>
          </p:nvSpPr>
          <p:spPr>
            <a:xfrm>
              <a:off x="405613" y="3315144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106"/>
            <p:cNvSpPr/>
            <p:nvPr/>
          </p:nvSpPr>
          <p:spPr>
            <a:xfrm>
              <a:off x="3404280" y="434921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106"/>
            <p:cNvSpPr/>
            <p:nvPr/>
          </p:nvSpPr>
          <p:spPr>
            <a:xfrm>
              <a:off x="1036030" y="459013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106"/>
            <p:cNvSpPr/>
            <p:nvPr/>
          </p:nvSpPr>
          <p:spPr>
            <a:xfrm>
              <a:off x="4118705" y="57058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106"/>
            <p:cNvSpPr/>
            <p:nvPr/>
          </p:nvSpPr>
          <p:spPr>
            <a:xfrm>
              <a:off x="5980455" y="460438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106"/>
            <p:cNvSpPr/>
            <p:nvPr/>
          </p:nvSpPr>
          <p:spPr>
            <a:xfrm>
              <a:off x="5783855" y="278323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2" name="Google Shape;482;p106"/>
          <p:cNvSpPr txBox="1"/>
          <p:nvPr>
            <p:ph idx="4"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483" name="Google Shape;483;p106"/>
          <p:cNvSpPr txBox="1"/>
          <p:nvPr>
            <p:ph idx="5" type="subTitle"/>
          </p:nvPr>
        </p:nvSpPr>
        <p:spPr>
          <a:xfrm>
            <a:off x="6155329" y="3712100"/>
            <a:ext cx="21048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84" name="Google Shape;484;p106"/>
          <p:cNvSpPr txBox="1"/>
          <p:nvPr>
            <p:ph idx="6" type="title"/>
          </p:nvPr>
        </p:nvSpPr>
        <p:spPr>
          <a:xfrm>
            <a:off x="5948629" y="3038550"/>
            <a:ext cx="2518200" cy="6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TITLE_AND_TWO_COLUMNS_1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07"/>
          <p:cNvSpPr/>
          <p:nvPr/>
        </p:nvSpPr>
        <p:spPr>
          <a:xfrm>
            <a:off x="285100" y="268025"/>
            <a:ext cx="8573700" cy="4607400"/>
          </a:xfrm>
          <a:prstGeom prst="plus">
            <a:avLst>
              <a:gd fmla="val 3202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07"/>
          <p:cNvSpPr txBox="1"/>
          <p:nvPr>
            <p:ph idx="1" type="subTitle"/>
          </p:nvPr>
        </p:nvSpPr>
        <p:spPr>
          <a:xfrm>
            <a:off x="720000" y="3972050"/>
            <a:ext cx="2258100" cy="5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88" name="Google Shape;488;p107"/>
          <p:cNvSpPr txBox="1"/>
          <p:nvPr>
            <p:ph type="title"/>
          </p:nvPr>
        </p:nvSpPr>
        <p:spPr>
          <a:xfrm>
            <a:off x="720000" y="1733225"/>
            <a:ext cx="2258100" cy="113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489" name="Google Shape;489;p107"/>
          <p:cNvSpPr txBox="1"/>
          <p:nvPr>
            <p:ph idx="2" type="title"/>
          </p:nvPr>
        </p:nvSpPr>
        <p:spPr>
          <a:xfrm>
            <a:off x="720000" y="3428050"/>
            <a:ext cx="22581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0" name="Google Shape;490;p107"/>
          <p:cNvSpPr txBox="1"/>
          <p:nvPr>
            <p:ph idx="3" type="subTitle"/>
          </p:nvPr>
        </p:nvSpPr>
        <p:spPr>
          <a:xfrm>
            <a:off x="3442900" y="3972050"/>
            <a:ext cx="2258100" cy="5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91" name="Google Shape;491;p107"/>
          <p:cNvSpPr txBox="1"/>
          <p:nvPr>
            <p:ph idx="4" type="title"/>
          </p:nvPr>
        </p:nvSpPr>
        <p:spPr>
          <a:xfrm>
            <a:off x="3442900" y="1733225"/>
            <a:ext cx="2258100" cy="113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492" name="Google Shape;492;p107"/>
          <p:cNvSpPr txBox="1"/>
          <p:nvPr>
            <p:ph idx="5" type="title"/>
          </p:nvPr>
        </p:nvSpPr>
        <p:spPr>
          <a:xfrm>
            <a:off x="3442900" y="3428050"/>
            <a:ext cx="22581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3" name="Google Shape;493;p107"/>
          <p:cNvSpPr txBox="1"/>
          <p:nvPr>
            <p:ph idx="6" type="subTitle"/>
          </p:nvPr>
        </p:nvSpPr>
        <p:spPr>
          <a:xfrm>
            <a:off x="6165800" y="3972050"/>
            <a:ext cx="2258100" cy="5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94" name="Google Shape;494;p107"/>
          <p:cNvSpPr txBox="1"/>
          <p:nvPr>
            <p:ph idx="7" type="title"/>
          </p:nvPr>
        </p:nvSpPr>
        <p:spPr>
          <a:xfrm>
            <a:off x="6165800" y="1733225"/>
            <a:ext cx="2258100" cy="113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495" name="Google Shape;495;p107"/>
          <p:cNvSpPr txBox="1"/>
          <p:nvPr>
            <p:ph idx="8" type="title"/>
          </p:nvPr>
        </p:nvSpPr>
        <p:spPr>
          <a:xfrm>
            <a:off x="6165800" y="3428050"/>
            <a:ext cx="22581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6" name="Google Shape;496;p107"/>
          <p:cNvSpPr txBox="1"/>
          <p:nvPr>
            <p:ph idx="9"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grpSp>
        <p:nvGrpSpPr>
          <p:cNvPr id="497" name="Google Shape;497;p107"/>
          <p:cNvGrpSpPr/>
          <p:nvPr/>
        </p:nvGrpSpPr>
        <p:grpSpPr>
          <a:xfrm>
            <a:off x="353430" y="1254306"/>
            <a:ext cx="8397757" cy="3491208"/>
            <a:chOff x="353430" y="1254306"/>
            <a:chExt cx="8397757" cy="3491208"/>
          </a:xfrm>
        </p:grpSpPr>
        <p:sp>
          <p:nvSpPr>
            <p:cNvPr id="498" name="Google Shape;498;p107"/>
            <p:cNvSpPr/>
            <p:nvPr/>
          </p:nvSpPr>
          <p:spPr>
            <a:xfrm>
              <a:off x="3209850" y="346798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107"/>
            <p:cNvSpPr/>
            <p:nvPr/>
          </p:nvSpPr>
          <p:spPr>
            <a:xfrm>
              <a:off x="5848380" y="325366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107"/>
            <p:cNvSpPr/>
            <p:nvPr/>
          </p:nvSpPr>
          <p:spPr>
            <a:xfrm>
              <a:off x="2634080" y="130796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107"/>
            <p:cNvSpPr/>
            <p:nvPr/>
          </p:nvSpPr>
          <p:spPr>
            <a:xfrm>
              <a:off x="353430" y="239736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107"/>
            <p:cNvSpPr/>
            <p:nvPr/>
          </p:nvSpPr>
          <p:spPr>
            <a:xfrm>
              <a:off x="1009130" y="333348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107"/>
            <p:cNvSpPr/>
            <p:nvPr/>
          </p:nvSpPr>
          <p:spPr>
            <a:xfrm>
              <a:off x="8549530" y="389093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107"/>
            <p:cNvSpPr/>
            <p:nvPr/>
          </p:nvSpPr>
          <p:spPr>
            <a:xfrm>
              <a:off x="7658655" y="136666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107"/>
            <p:cNvSpPr/>
            <p:nvPr/>
          </p:nvSpPr>
          <p:spPr>
            <a:xfrm>
              <a:off x="2940555" y="457113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107"/>
            <p:cNvSpPr/>
            <p:nvPr/>
          </p:nvSpPr>
          <p:spPr>
            <a:xfrm>
              <a:off x="515150" y="317370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107"/>
            <p:cNvSpPr/>
            <p:nvPr/>
          </p:nvSpPr>
          <p:spPr>
            <a:xfrm>
              <a:off x="2090225" y="148235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107"/>
            <p:cNvSpPr/>
            <p:nvPr/>
          </p:nvSpPr>
          <p:spPr>
            <a:xfrm>
              <a:off x="8124700" y="125430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107"/>
            <p:cNvSpPr/>
            <p:nvPr/>
          </p:nvSpPr>
          <p:spPr>
            <a:xfrm>
              <a:off x="6010100" y="362778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107"/>
            <p:cNvSpPr/>
            <p:nvPr/>
          </p:nvSpPr>
          <p:spPr>
            <a:xfrm>
              <a:off x="8579600" y="342805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TITLE_AND_TWO_COLUMNS_1_1"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08"/>
          <p:cNvSpPr/>
          <p:nvPr/>
        </p:nvSpPr>
        <p:spPr>
          <a:xfrm>
            <a:off x="285100" y="268025"/>
            <a:ext cx="8573700" cy="4607400"/>
          </a:xfrm>
          <a:prstGeom prst="plus">
            <a:avLst>
              <a:gd fmla="val 3202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108"/>
          <p:cNvSpPr txBox="1"/>
          <p:nvPr>
            <p:ph idx="1" type="subTitle"/>
          </p:nvPr>
        </p:nvSpPr>
        <p:spPr>
          <a:xfrm>
            <a:off x="5701650" y="2271725"/>
            <a:ext cx="2722500" cy="10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14" name="Google Shape;514;p108"/>
          <p:cNvSpPr txBox="1"/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grpSp>
        <p:nvGrpSpPr>
          <p:cNvPr id="515" name="Google Shape;515;p108"/>
          <p:cNvGrpSpPr/>
          <p:nvPr/>
        </p:nvGrpSpPr>
        <p:grpSpPr>
          <a:xfrm>
            <a:off x="386700" y="1363888"/>
            <a:ext cx="8037312" cy="3132101"/>
            <a:chOff x="386700" y="1363888"/>
            <a:chExt cx="8037312" cy="3132101"/>
          </a:xfrm>
        </p:grpSpPr>
        <p:sp>
          <p:nvSpPr>
            <p:cNvPr id="516" name="Google Shape;516;p108"/>
            <p:cNvSpPr/>
            <p:nvPr/>
          </p:nvSpPr>
          <p:spPr>
            <a:xfrm>
              <a:off x="6695000" y="175750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108"/>
            <p:cNvSpPr/>
            <p:nvPr/>
          </p:nvSpPr>
          <p:spPr>
            <a:xfrm>
              <a:off x="6910330" y="199818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108"/>
            <p:cNvSpPr/>
            <p:nvPr/>
          </p:nvSpPr>
          <p:spPr>
            <a:xfrm>
              <a:off x="6133480" y="395813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108"/>
            <p:cNvSpPr/>
            <p:nvPr/>
          </p:nvSpPr>
          <p:spPr>
            <a:xfrm>
              <a:off x="7829730" y="432161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108"/>
            <p:cNvSpPr/>
            <p:nvPr/>
          </p:nvSpPr>
          <p:spPr>
            <a:xfrm>
              <a:off x="5342355" y="136388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108"/>
            <p:cNvSpPr/>
            <p:nvPr/>
          </p:nvSpPr>
          <p:spPr>
            <a:xfrm>
              <a:off x="558280" y="254636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108"/>
            <p:cNvSpPr/>
            <p:nvPr/>
          </p:nvSpPr>
          <p:spPr>
            <a:xfrm>
              <a:off x="7935100" y="167198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108"/>
            <p:cNvSpPr/>
            <p:nvPr/>
          </p:nvSpPr>
          <p:spPr>
            <a:xfrm>
              <a:off x="6500250" y="422348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108"/>
            <p:cNvSpPr/>
            <p:nvPr/>
          </p:nvSpPr>
          <p:spPr>
            <a:xfrm>
              <a:off x="8252425" y="3965444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108"/>
            <p:cNvSpPr/>
            <p:nvPr/>
          </p:nvSpPr>
          <p:spPr>
            <a:xfrm>
              <a:off x="5651200" y="1780544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108"/>
            <p:cNvSpPr/>
            <p:nvPr/>
          </p:nvSpPr>
          <p:spPr>
            <a:xfrm>
              <a:off x="462700" y="1780544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108"/>
            <p:cNvSpPr/>
            <p:nvPr/>
          </p:nvSpPr>
          <p:spPr>
            <a:xfrm>
              <a:off x="386700" y="3805669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6">
  <p:cSld name="TITLE_AND_TWO_COLUMNS_1_1_1"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09"/>
          <p:cNvSpPr/>
          <p:nvPr/>
        </p:nvSpPr>
        <p:spPr>
          <a:xfrm>
            <a:off x="285100" y="268025"/>
            <a:ext cx="8573700" cy="4607400"/>
          </a:xfrm>
          <a:prstGeom prst="plus">
            <a:avLst>
              <a:gd fmla="val 3202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09"/>
          <p:cNvSpPr txBox="1"/>
          <p:nvPr>
            <p:ph idx="1" type="subTitle"/>
          </p:nvPr>
        </p:nvSpPr>
        <p:spPr>
          <a:xfrm>
            <a:off x="1945650" y="3741125"/>
            <a:ext cx="5252700" cy="5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31" name="Google Shape;531;p109"/>
          <p:cNvSpPr txBox="1"/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grpSp>
        <p:nvGrpSpPr>
          <p:cNvPr id="532" name="Google Shape;532;p109"/>
          <p:cNvGrpSpPr/>
          <p:nvPr/>
        </p:nvGrpSpPr>
        <p:grpSpPr>
          <a:xfrm>
            <a:off x="386700" y="1671981"/>
            <a:ext cx="8037312" cy="2824008"/>
            <a:chOff x="386700" y="1671981"/>
            <a:chExt cx="8037312" cy="2824008"/>
          </a:xfrm>
        </p:grpSpPr>
        <p:sp>
          <p:nvSpPr>
            <p:cNvPr id="533" name="Google Shape;533;p109"/>
            <p:cNvSpPr/>
            <p:nvPr/>
          </p:nvSpPr>
          <p:spPr>
            <a:xfrm>
              <a:off x="6695000" y="175750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109"/>
            <p:cNvSpPr/>
            <p:nvPr/>
          </p:nvSpPr>
          <p:spPr>
            <a:xfrm>
              <a:off x="6910330" y="199818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109"/>
            <p:cNvSpPr/>
            <p:nvPr/>
          </p:nvSpPr>
          <p:spPr>
            <a:xfrm>
              <a:off x="1492180" y="340718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109"/>
            <p:cNvSpPr/>
            <p:nvPr/>
          </p:nvSpPr>
          <p:spPr>
            <a:xfrm>
              <a:off x="7829730" y="432161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109"/>
            <p:cNvSpPr/>
            <p:nvPr/>
          </p:nvSpPr>
          <p:spPr>
            <a:xfrm>
              <a:off x="1142130" y="412521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109"/>
            <p:cNvSpPr/>
            <p:nvPr/>
          </p:nvSpPr>
          <p:spPr>
            <a:xfrm>
              <a:off x="558280" y="254636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109"/>
            <p:cNvSpPr/>
            <p:nvPr/>
          </p:nvSpPr>
          <p:spPr>
            <a:xfrm>
              <a:off x="7935100" y="167198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109"/>
            <p:cNvSpPr/>
            <p:nvPr/>
          </p:nvSpPr>
          <p:spPr>
            <a:xfrm>
              <a:off x="1247725" y="228355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109"/>
            <p:cNvSpPr/>
            <p:nvPr/>
          </p:nvSpPr>
          <p:spPr>
            <a:xfrm>
              <a:off x="8252425" y="3965444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109"/>
            <p:cNvSpPr/>
            <p:nvPr/>
          </p:nvSpPr>
          <p:spPr>
            <a:xfrm>
              <a:off x="1945650" y="167198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109"/>
            <p:cNvSpPr/>
            <p:nvPr/>
          </p:nvSpPr>
          <p:spPr>
            <a:xfrm>
              <a:off x="462700" y="1780544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109"/>
            <p:cNvSpPr/>
            <p:nvPr/>
          </p:nvSpPr>
          <p:spPr>
            <a:xfrm>
              <a:off x="386700" y="3805669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SECTION_HEADER_1_1_1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110"/>
          <p:cNvSpPr/>
          <p:nvPr/>
        </p:nvSpPr>
        <p:spPr>
          <a:xfrm>
            <a:off x="285100" y="268025"/>
            <a:ext cx="8573700" cy="4607400"/>
          </a:xfrm>
          <a:prstGeom prst="plus">
            <a:avLst>
              <a:gd fmla="val 3202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110"/>
          <p:cNvSpPr txBox="1"/>
          <p:nvPr>
            <p:ph type="title"/>
          </p:nvPr>
        </p:nvSpPr>
        <p:spPr>
          <a:xfrm>
            <a:off x="3751588" y="838586"/>
            <a:ext cx="1550100" cy="1353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7500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548" name="Google Shape;548;p110"/>
          <p:cNvSpPr txBox="1"/>
          <p:nvPr>
            <p:ph idx="1" type="subTitle"/>
          </p:nvPr>
        </p:nvSpPr>
        <p:spPr>
          <a:xfrm rot="473">
            <a:off x="941487" y="3894525"/>
            <a:ext cx="43602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549" name="Google Shape;549;p110"/>
          <p:cNvGrpSpPr/>
          <p:nvPr/>
        </p:nvGrpSpPr>
        <p:grpSpPr>
          <a:xfrm>
            <a:off x="682475" y="630494"/>
            <a:ext cx="7913112" cy="3948295"/>
            <a:chOff x="682475" y="630494"/>
            <a:chExt cx="7913112" cy="3948295"/>
          </a:xfrm>
        </p:grpSpPr>
        <p:sp>
          <p:nvSpPr>
            <p:cNvPr id="550" name="Google Shape;550;p110"/>
            <p:cNvSpPr/>
            <p:nvPr/>
          </p:nvSpPr>
          <p:spPr>
            <a:xfrm>
              <a:off x="2499875" y="134390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110"/>
            <p:cNvSpPr/>
            <p:nvPr/>
          </p:nvSpPr>
          <p:spPr>
            <a:xfrm>
              <a:off x="5794105" y="165813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110"/>
            <p:cNvSpPr/>
            <p:nvPr/>
          </p:nvSpPr>
          <p:spPr>
            <a:xfrm>
              <a:off x="7918742" y="398576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110"/>
            <p:cNvSpPr/>
            <p:nvPr/>
          </p:nvSpPr>
          <p:spPr>
            <a:xfrm>
              <a:off x="2007242" y="440441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110"/>
            <p:cNvSpPr/>
            <p:nvPr/>
          </p:nvSpPr>
          <p:spPr>
            <a:xfrm>
              <a:off x="781392" y="239736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110"/>
            <p:cNvSpPr/>
            <p:nvPr/>
          </p:nvSpPr>
          <p:spPr>
            <a:xfrm>
              <a:off x="1195625" y="194080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110"/>
            <p:cNvSpPr/>
            <p:nvPr/>
          </p:nvSpPr>
          <p:spPr>
            <a:xfrm>
              <a:off x="1024050" y="423668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110"/>
            <p:cNvSpPr/>
            <p:nvPr/>
          </p:nvSpPr>
          <p:spPr>
            <a:xfrm>
              <a:off x="7506975" y="360950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110"/>
            <p:cNvSpPr/>
            <p:nvPr/>
          </p:nvSpPr>
          <p:spPr>
            <a:xfrm>
              <a:off x="5765525" y="86990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110"/>
            <p:cNvSpPr/>
            <p:nvPr/>
          </p:nvSpPr>
          <p:spPr>
            <a:xfrm>
              <a:off x="5035450" y="4363744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110"/>
            <p:cNvSpPr/>
            <p:nvPr/>
          </p:nvSpPr>
          <p:spPr>
            <a:xfrm>
              <a:off x="3028805" y="79026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110"/>
            <p:cNvSpPr/>
            <p:nvPr/>
          </p:nvSpPr>
          <p:spPr>
            <a:xfrm>
              <a:off x="1752213" y="630494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110"/>
            <p:cNvSpPr/>
            <p:nvPr/>
          </p:nvSpPr>
          <p:spPr>
            <a:xfrm>
              <a:off x="682475" y="1142319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110"/>
            <p:cNvSpPr/>
            <p:nvPr/>
          </p:nvSpPr>
          <p:spPr>
            <a:xfrm>
              <a:off x="8424000" y="3066619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4" name="Google Shape;564;p110"/>
          <p:cNvSpPr txBox="1"/>
          <p:nvPr>
            <p:ph idx="2" type="title"/>
          </p:nvPr>
        </p:nvSpPr>
        <p:spPr>
          <a:xfrm>
            <a:off x="941488" y="2192188"/>
            <a:ext cx="4360200" cy="15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11"/>
          <p:cNvSpPr/>
          <p:nvPr/>
        </p:nvSpPr>
        <p:spPr>
          <a:xfrm>
            <a:off x="285100" y="268025"/>
            <a:ext cx="8573700" cy="4607400"/>
          </a:xfrm>
          <a:prstGeom prst="plus">
            <a:avLst>
              <a:gd fmla="val 3202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111"/>
          <p:cNvSpPr txBox="1"/>
          <p:nvPr>
            <p:ph type="title"/>
          </p:nvPr>
        </p:nvSpPr>
        <p:spPr>
          <a:xfrm>
            <a:off x="955000" y="997950"/>
            <a:ext cx="7233900" cy="31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568" name="Google Shape;568;p111"/>
          <p:cNvGrpSpPr/>
          <p:nvPr/>
        </p:nvGrpSpPr>
        <p:grpSpPr>
          <a:xfrm>
            <a:off x="491725" y="675881"/>
            <a:ext cx="7932267" cy="3773370"/>
            <a:chOff x="491725" y="675881"/>
            <a:chExt cx="7932267" cy="3773370"/>
          </a:xfrm>
        </p:grpSpPr>
        <p:sp>
          <p:nvSpPr>
            <p:cNvPr id="569" name="Google Shape;569;p111"/>
            <p:cNvSpPr/>
            <p:nvPr/>
          </p:nvSpPr>
          <p:spPr>
            <a:xfrm>
              <a:off x="1064625" y="326843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111"/>
            <p:cNvSpPr/>
            <p:nvPr/>
          </p:nvSpPr>
          <p:spPr>
            <a:xfrm>
              <a:off x="1279955" y="350911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111"/>
            <p:cNvSpPr/>
            <p:nvPr/>
          </p:nvSpPr>
          <p:spPr>
            <a:xfrm>
              <a:off x="7430580" y="278926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111"/>
            <p:cNvSpPr/>
            <p:nvPr/>
          </p:nvSpPr>
          <p:spPr>
            <a:xfrm>
              <a:off x="5812755" y="410778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111"/>
            <p:cNvSpPr/>
            <p:nvPr/>
          </p:nvSpPr>
          <p:spPr>
            <a:xfrm>
              <a:off x="3696005" y="76518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111"/>
            <p:cNvSpPr/>
            <p:nvPr/>
          </p:nvSpPr>
          <p:spPr>
            <a:xfrm>
              <a:off x="902905" y="90773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111"/>
            <p:cNvSpPr/>
            <p:nvPr/>
          </p:nvSpPr>
          <p:spPr>
            <a:xfrm>
              <a:off x="8262280" y="112156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111"/>
            <p:cNvSpPr/>
            <p:nvPr/>
          </p:nvSpPr>
          <p:spPr>
            <a:xfrm>
              <a:off x="955000" y="418783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111"/>
            <p:cNvSpPr/>
            <p:nvPr/>
          </p:nvSpPr>
          <p:spPr>
            <a:xfrm>
              <a:off x="7975125" y="314015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111"/>
            <p:cNvSpPr/>
            <p:nvPr/>
          </p:nvSpPr>
          <p:spPr>
            <a:xfrm>
              <a:off x="5238325" y="428218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111"/>
            <p:cNvSpPr/>
            <p:nvPr/>
          </p:nvSpPr>
          <p:spPr>
            <a:xfrm>
              <a:off x="4147900" y="67588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111"/>
            <p:cNvSpPr/>
            <p:nvPr/>
          </p:nvSpPr>
          <p:spPr>
            <a:xfrm>
              <a:off x="491725" y="133158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111"/>
            <p:cNvSpPr/>
            <p:nvPr/>
          </p:nvSpPr>
          <p:spPr>
            <a:xfrm>
              <a:off x="7718550" y="772494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111"/>
            <p:cNvSpPr/>
            <p:nvPr/>
          </p:nvSpPr>
          <p:spPr>
            <a:xfrm>
              <a:off x="3021825" y="418783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111"/>
            <p:cNvSpPr/>
            <p:nvPr/>
          </p:nvSpPr>
          <p:spPr>
            <a:xfrm>
              <a:off x="7672905" y="4274875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>
  <p:cSld name="MAIN_POINT_1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112"/>
          <p:cNvSpPr/>
          <p:nvPr/>
        </p:nvSpPr>
        <p:spPr>
          <a:xfrm>
            <a:off x="285100" y="268025"/>
            <a:ext cx="8573700" cy="4607400"/>
          </a:xfrm>
          <a:prstGeom prst="plus">
            <a:avLst>
              <a:gd fmla="val 3202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112"/>
          <p:cNvSpPr txBox="1"/>
          <p:nvPr>
            <p:ph type="title"/>
          </p:nvPr>
        </p:nvSpPr>
        <p:spPr>
          <a:xfrm>
            <a:off x="3035125" y="1191300"/>
            <a:ext cx="5616900" cy="27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587" name="Google Shape;587;p112"/>
          <p:cNvGrpSpPr/>
          <p:nvPr/>
        </p:nvGrpSpPr>
        <p:grpSpPr>
          <a:xfrm>
            <a:off x="491725" y="675881"/>
            <a:ext cx="7932267" cy="3773370"/>
            <a:chOff x="491725" y="675881"/>
            <a:chExt cx="7932267" cy="3773370"/>
          </a:xfrm>
        </p:grpSpPr>
        <p:sp>
          <p:nvSpPr>
            <p:cNvPr id="588" name="Google Shape;588;p112"/>
            <p:cNvSpPr/>
            <p:nvPr/>
          </p:nvSpPr>
          <p:spPr>
            <a:xfrm>
              <a:off x="1064625" y="326843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112"/>
            <p:cNvSpPr/>
            <p:nvPr/>
          </p:nvSpPr>
          <p:spPr>
            <a:xfrm>
              <a:off x="1279955" y="350911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112"/>
            <p:cNvSpPr/>
            <p:nvPr/>
          </p:nvSpPr>
          <p:spPr>
            <a:xfrm>
              <a:off x="7430580" y="278926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112"/>
            <p:cNvSpPr/>
            <p:nvPr/>
          </p:nvSpPr>
          <p:spPr>
            <a:xfrm>
              <a:off x="5812755" y="410778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112"/>
            <p:cNvSpPr/>
            <p:nvPr/>
          </p:nvSpPr>
          <p:spPr>
            <a:xfrm>
              <a:off x="3696005" y="76518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112"/>
            <p:cNvSpPr/>
            <p:nvPr/>
          </p:nvSpPr>
          <p:spPr>
            <a:xfrm>
              <a:off x="902905" y="90773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112"/>
            <p:cNvSpPr/>
            <p:nvPr/>
          </p:nvSpPr>
          <p:spPr>
            <a:xfrm>
              <a:off x="8262280" y="112156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112"/>
            <p:cNvSpPr/>
            <p:nvPr/>
          </p:nvSpPr>
          <p:spPr>
            <a:xfrm>
              <a:off x="955000" y="418783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112"/>
            <p:cNvSpPr/>
            <p:nvPr/>
          </p:nvSpPr>
          <p:spPr>
            <a:xfrm>
              <a:off x="7975125" y="314015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112"/>
            <p:cNvSpPr/>
            <p:nvPr/>
          </p:nvSpPr>
          <p:spPr>
            <a:xfrm>
              <a:off x="5238325" y="428218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112"/>
            <p:cNvSpPr/>
            <p:nvPr/>
          </p:nvSpPr>
          <p:spPr>
            <a:xfrm>
              <a:off x="4147900" y="67588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112"/>
            <p:cNvSpPr/>
            <p:nvPr/>
          </p:nvSpPr>
          <p:spPr>
            <a:xfrm>
              <a:off x="491725" y="133158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112"/>
            <p:cNvSpPr/>
            <p:nvPr/>
          </p:nvSpPr>
          <p:spPr>
            <a:xfrm>
              <a:off x="7718550" y="772494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112"/>
            <p:cNvSpPr/>
            <p:nvPr/>
          </p:nvSpPr>
          <p:spPr>
            <a:xfrm>
              <a:off x="3021825" y="418783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112"/>
            <p:cNvSpPr/>
            <p:nvPr/>
          </p:nvSpPr>
          <p:spPr>
            <a:xfrm>
              <a:off x="7672905" y="4274875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SECTION_TITLE_AND_DESCRIPTION_1_1"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13"/>
          <p:cNvSpPr/>
          <p:nvPr/>
        </p:nvSpPr>
        <p:spPr>
          <a:xfrm>
            <a:off x="285100" y="268025"/>
            <a:ext cx="8573700" cy="4607400"/>
          </a:xfrm>
          <a:prstGeom prst="plus">
            <a:avLst>
              <a:gd fmla="val 3202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113"/>
          <p:cNvSpPr txBox="1"/>
          <p:nvPr>
            <p:ph idx="1" type="subTitle"/>
          </p:nvPr>
        </p:nvSpPr>
        <p:spPr>
          <a:xfrm>
            <a:off x="1188725" y="3577200"/>
            <a:ext cx="2914800" cy="10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06" name="Google Shape;606;p113"/>
          <p:cNvSpPr txBox="1"/>
          <p:nvPr>
            <p:ph type="title"/>
          </p:nvPr>
        </p:nvSpPr>
        <p:spPr>
          <a:xfrm>
            <a:off x="1039050" y="1897150"/>
            <a:ext cx="3213900" cy="1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grpSp>
        <p:nvGrpSpPr>
          <p:cNvPr id="607" name="Google Shape;607;p113"/>
          <p:cNvGrpSpPr/>
          <p:nvPr/>
        </p:nvGrpSpPr>
        <p:grpSpPr>
          <a:xfrm>
            <a:off x="639142" y="873625"/>
            <a:ext cx="8072125" cy="3551860"/>
            <a:chOff x="639142" y="873625"/>
            <a:chExt cx="8072125" cy="3551860"/>
          </a:xfrm>
        </p:grpSpPr>
        <p:sp>
          <p:nvSpPr>
            <p:cNvPr id="608" name="Google Shape;608;p113"/>
            <p:cNvSpPr/>
            <p:nvPr/>
          </p:nvSpPr>
          <p:spPr>
            <a:xfrm>
              <a:off x="3772900" y="160070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113"/>
            <p:cNvSpPr/>
            <p:nvPr/>
          </p:nvSpPr>
          <p:spPr>
            <a:xfrm>
              <a:off x="3988230" y="184138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113"/>
            <p:cNvSpPr/>
            <p:nvPr/>
          </p:nvSpPr>
          <p:spPr>
            <a:xfrm>
              <a:off x="8549555" y="1552150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113"/>
            <p:cNvSpPr/>
            <p:nvPr/>
          </p:nvSpPr>
          <p:spPr>
            <a:xfrm>
              <a:off x="8343142" y="3500950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113"/>
            <p:cNvSpPr/>
            <p:nvPr/>
          </p:nvSpPr>
          <p:spPr>
            <a:xfrm>
              <a:off x="1372892" y="873625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113"/>
            <p:cNvSpPr/>
            <p:nvPr/>
          </p:nvSpPr>
          <p:spPr>
            <a:xfrm>
              <a:off x="639142" y="2897725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113"/>
            <p:cNvSpPr/>
            <p:nvPr/>
          </p:nvSpPr>
          <p:spPr>
            <a:xfrm>
              <a:off x="979100" y="138150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113"/>
            <p:cNvSpPr/>
            <p:nvPr/>
          </p:nvSpPr>
          <p:spPr>
            <a:xfrm>
              <a:off x="765275" y="367533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113"/>
            <p:cNvSpPr/>
            <p:nvPr/>
          </p:nvSpPr>
          <p:spPr>
            <a:xfrm>
              <a:off x="8424000" y="2905019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113"/>
            <p:cNvSpPr/>
            <p:nvPr/>
          </p:nvSpPr>
          <p:spPr>
            <a:xfrm>
              <a:off x="8252425" y="994369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113"/>
            <p:cNvSpPr/>
            <p:nvPr/>
          </p:nvSpPr>
          <p:spPr>
            <a:xfrm>
              <a:off x="4149950" y="4265694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7">
  <p:cSld name="SECTION_TITLE_AND_DESCRIPTION_1_1_1"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114"/>
          <p:cNvSpPr/>
          <p:nvPr/>
        </p:nvSpPr>
        <p:spPr>
          <a:xfrm>
            <a:off x="285100" y="268025"/>
            <a:ext cx="8573700" cy="4607400"/>
          </a:xfrm>
          <a:prstGeom prst="plus">
            <a:avLst>
              <a:gd fmla="val 3202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114"/>
          <p:cNvSpPr txBox="1"/>
          <p:nvPr>
            <p:ph idx="1" type="subTitle"/>
          </p:nvPr>
        </p:nvSpPr>
        <p:spPr>
          <a:xfrm>
            <a:off x="1826250" y="1762850"/>
            <a:ext cx="5491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22" name="Google Shape;622;p114"/>
          <p:cNvSpPr txBox="1"/>
          <p:nvPr>
            <p:ph type="title"/>
          </p:nvPr>
        </p:nvSpPr>
        <p:spPr>
          <a:xfrm>
            <a:off x="1692150" y="540000"/>
            <a:ext cx="5759700" cy="12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grpSp>
        <p:nvGrpSpPr>
          <p:cNvPr id="623" name="Google Shape;623;p114"/>
          <p:cNvGrpSpPr/>
          <p:nvPr/>
        </p:nvGrpSpPr>
        <p:grpSpPr>
          <a:xfrm>
            <a:off x="639142" y="540006"/>
            <a:ext cx="8072125" cy="3295116"/>
            <a:chOff x="639142" y="540006"/>
            <a:chExt cx="8072125" cy="3295116"/>
          </a:xfrm>
        </p:grpSpPr>
        <p:sp>
          <p:nvSpPr>
            <p:cNvPr id="624" name="Google Shape;624;p114"/>
            <p:cNvSpPr/>
            <p:nvPr/>
          </p:nvSpPr>
          <p:spPr>
            <a:xfrm>
              <a:off x="1744075" y="54000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114"/>
            <p:cNvSpPr/>
            <p:nvPr/>
          </p:nvSpPr>
          <p:spPr>
            <a:xfrm>
              <a:off x="1245030" y="275578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114"/>
            <p:cNvSpPr/>
            <p:nvPr/>
          </p:nvSpPr>
          <p:spPr>
            <a:xfrm>
              <a:off x="8549555" y="1552150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114"/>
            <p:cNvSpPr/>
            <p:nvPr/>
          </p:nvSpPr>
          <p:spPr>
            <a:xfrm>
              <a:off x="8343142" y="3500950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114"/>
            <p:cNvSpPr/>
            <p:nvPr/>
          </p:nvSpPr>
          <p:spPr>
            <a:xfrm>
              <a:off x="1372892" y="873625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114"/>
            <p:cNvSpPr/>
            <p:nvPr/>
          </p:nvSpPr>
          <p:spPr>
            <a:xfrm>
              <a:off x="639142" y="2897725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114"/>
            <p:cNvSpPr/>
            <p:nvPr/>
          </p:nvSpPr>
          <p:spPr>
            <a:xfrm>
              <a:off x="979100" y="138150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114"/>
            <p:cNvSpPr/>
            <p:nvPr/>
          </p:nvSpPr>
          <p:spPr>
            <a:xfrm>
              <a:off x="765275" y="367533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114"/>
            <p:cNvSpPr/>
            <p:nvPr/>
          </p:nvSpPr>
          <p:spPr>
            <a:xfrm>
              <a:off x="8424000" y="2905019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114"/>
            <p:cNvSpPr/>
            <p:nvPr/>
          </p:nvSpPr>
          <p:spPr>
            <a:xfrm>
              <a:off x="8252425" y="994369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115"/>
          <p:cNvSpPr/>
          <p:nvPr/>
        </p:nvSpPr>
        <p:spPr>
          <a:xfrm>
            <a:off x="285100" y="268025"/>
            <a:ext cx="8573700" cy="4607400"/>
          </a:xfrm>
          <a:prstGeom prst="plus">
            <a:avLst>
              <a:gd fmla="val 3202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115"/>
          <p:cNvSpPr txBox="1"/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637" name="Google Shape;637;p115"/>
          <p:cNvSpPr txBox="1"/>
          <p:nvPr>
            <p:ph idx="2" type="title"/>
          </p:nvPr>
        </p:nvSpPr>
        <p:spPr>
          <a:xfrm>
            <a:off x="719975" y="1860388"/>
            <a:ext cx="2305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38" name="Google Shape;638;p115"/>
          <p:cNvSpPr txBox="1"/>
          <p:nvPr>
            <p:ph idx="1" type="subTitle"/>
          </p:nvPr>
        </p:nvSpPr>
        <p:spPr>
          <a:xfrm>
            <a:off x="719975" y="2291588"/>
            <a:ext cx="23055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39" name="Google Shape;639;p115"/>
          <p:cNvSpPr txBox="1"/>
          <p:nvPr>
            <p:ph idx="3" type="title"/>
          </p:nvPr>
        </p:nvSpPr>
        <p:spPr>
          <a:xfrm>
            <a:off x="3419246" y="1860388"/>
            <a:ext cx="2305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40" name="Google Shape;640;p115"/>
          <p:cNvSpPr txBox="1"/>
          <p:nvPr>
            <p:ph idx="4" type="subTitle"/>
          </p:nvPr>
        </p:nvSpPr>
        <p:spPr>
          <a:xfrm>
            <a:off x="3419246" y="2291588"/>
            <a:ext cx="23055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41" name="Google Shape;641;p115"/>
          <p:cNvSpPr txBox="1"/>
          <p:nvPr>
            <p:ph idx="5" type="title"/>
          </p:nvPr>
        </p:nvSpPr>
        <p:spPr>
          <a:xfrm>
            <a:off x="720000" y="3574775"/>
            <a:ext cx="2305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42" name="Google Shape;642;p115"/>
          <p:cNvSpPr txBox="1"/>
          <p:nvPr>
            <p:ph idx="6" type="subTitle"/>
          </p:nvPr>
        </p:nvSpPr>
        <p:spPr>
          <a:xfrm>
            <a:off x="720000" y="4006200"/>
            <a:ext cx="23055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43" name="Google Shape;643;p115"/>
          <p:cNvSpPr txBox="1"/>
          <p:nvPr>
            <p:ph idx="7" type="title"/>
          </p:nvPr>
        </p:nvSpPr>
        <p:spPr>
          <a:xfrm>
            <a:off x="3419271" y="3574775"/>
            <a:ext cx="2305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44" name="Google Shape;644;p115"/>
          <p:cNvSpPr txBox="1"/>
          <p:nvPr>
            <p:ph idx="8" type="subTitle"/>
          </p:nvPr>
        </p:nvSpPr>
        <p:spPr>
          <a:xfrm>
            <a:off x="3419271" y="4006200"/>
            <a:ext cx="23055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45" name="Google Shape;645;p115"/>
          <p:cNvSpPr txBox="1"/>
          <p:nvPr>
            <p:ph idx="9" type="title"/>
          </p:nvPr>
        </p:nvSpPr>
        <p:spPr>
          <a:xfrm>
            <a:off x="6118525" y="1860388"/>
            <a:ext cx="2305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46" name="Google Shape;646;p115"/>
          <p:cNvSpPr txBox="1"/>
          <p:nvPr>
            <p:ph idx="13" type="subTitle"/>
          </p:nvPr>
        </p:nvSpPr>
        <p:spPr>
          <a:xfrm>
            <a:off x="6118525" y="2291588"/>
            <a:ext cx="23055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47" name="Google Shape;647;p115"/>
          <p:cNvSpPr txBox="1"/>
          <p:nvPr>
            <p:ph idx="14" type="title"/>
          </p:nvPr>
        </p:nvSpPr>
        <p:spPr>
          <a:xfrm>
            <a:off x="6118549" y="3574775"/>
            <a:ext cx="2305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48" name="Google Shape;648;p115"/>
          <p:cNvSpPr txBox="1"/>
          <p:nvPr>
            <p:ph idx="15" type="subTitle"/>
          </p:nvPr>
        </p:nvSpPr>
        <p:spPr>
          <a:xfrm>
            <a:off x="6118550" y="4006200"/>
            <a:ext cx="23055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49" name="Google Shape;649;p115"/>
          <p:cNvGrpSpPr/>
          <p:nvPr/>
        </p:nvGrpSpPr>
        <p:grpSpPr>
          <a:xfrm>
            <a:off x="513825" y="1321344"/>
            <a:ext cx="8310687" cy="2430591"/>
            <a:chOff x="513825" y="1321344"/>
            <a:chExt cx="8310687" cy="2430591"/>
          </a:xfrm>
        </p:grpSpPr>
        <p:sp>
          <p:nvSpPr>
            <p:cNvPr id="650" name="Google Shape;650;p115"/>
            <p:cNvSpPr/>
            <p:nvPr/>
          </p:nvSpPr>
          <p:spPr>
            <a:xfrm>
              <a:off x="6118550" y="3151944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115"/>
            <p:cNvSpPr/>
            <p:nvPr/>
          </p:nvSpPr>
          <p:spPr>
            <a:xfrm>
              <a:off x="5840780" y="1566400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115"/>
            <p:cNvSpPr/>
            <p:nvPr/>
          </p:nvSpPr>
          <p:spPr>
            <a:xfrm>
              <a:off x="5605400" y="3592144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115"/>
            <p:cNvSpPr/>
            <p:nvPr/>
          </p:nvSpPr>
          <p:spPr>
            <a:xfrm>
              <a:off x="3136600" y="3073444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115"/>
            <p:cNvSpPr/>
            <p:nvPr/>
          </p:nvSpPr>
          <p:spPr>
            <a:xfrm>
              <a:off x="513825" y="3502219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115"/>
            <p:cNvSpPr/>
            <p:nvPr/>
          </p:nvSpPr>
          <p:spPr>
            <a:xfrm>
              <a:off x="513825" y="1321344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115"/>
            <p:cNvSpPr/>
            <p:nvPr/>
          </p:nvSpPr>
          <p:spPr>
            <a:xfrm>
              <a:off x="8652925" y="2160319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115"/>
            <p:cNvSpPr/>
            <p:nvPr/>
          </p:nvSpPr>
          <p:spPr>
            <a:xfrm>
              <a:off x="3308180" y="1366500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115"/>
            <p:cNvSpPr/>
            <p:nvPr/>
          </p:nvSpPr>
          <p:spPr>
            <a:xfrm>
              <a:off x="2802180" y="1686025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115"/>
            <p:cNvSpPr/>
            <p:nvPr/>
          </p:nvSpPr>
          <p:spPr>
            <a:xfrm>
              <a:off x="719980" y="3144650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115"/>
            <p:cNvSpPr/>
            <p:nvPr/>
          </p:nvSpPr>
          <p:spPr>
            <a:xfrm>
              <a:off x="719980" y="1591950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115"/>
            <p:cNvSpPr/>
            <p:nvPr/>
          </p:nvSpPr>
          <p:spPr>
            <a:xfrm>
              <a:off x="8296030" y="1591950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115"/>
            <p:cNvSpPr/>
            <p:nvPr/>
          </p:nvSpPr>
          <p:spPr>
            <a:xfrm>
              <a:off x="8343142" y="3233300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BLANK_1_1_1_1_2"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116"/>
          <p:cNvSpPr/>
          <p:nvPr/>
        </p:nvSpPr>
        <p:spPr>
          <a:xfrm>
            <a:off x="285100" y="268025"/>
            <a:ext cx="8573700" cy="4607400"/>
          </a:xfrm>
          <a:prstGeom prst="plus">
            <a:avLst>
              <a:gd fmla="val 3202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116"/>
          <p:cNvSpPr txBox="1"/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666" name="Google Shape;666;p116"/>
          <p:cNvSpPr txBox="1"/>
          <p:nvPr>
            <p:ph idx="2" type="title"/>
          </p:nvPr>
        </p:nvSpPr>
        <p:spPr>
          <a:xfrm>
            <a:off x="947839" y="2306892"/>
            <a:ext cx="3124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67" name="Google Shape;667;p116"/>
          <p:cNvSpPr txBox="1"/>
          <p:nvPr>
            <p:ph idx="1" type="subTitle"/>
          </p:nvPr>
        </p:nvSpPr>
        <p:spPr>
          <a:xfrm>
            <a:off x="947852" y="1625825"/>
            <a:ext cx="31245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68" name="Google Shape;668;p116"/>
          <p:cNvSpPr txBox="1"/>
          <p:nvPr>
            <p:ph idx="3" type="title"/>
          </p:nvPr>
        </p:nvSpPr>
        <p:spPr>
          <a:xfrm>
            <a:off x="5071742" y="2306892"/>
            <a:ext cx="3124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69" name="Google Shape;669;p116"/>
          <p:cNvSpPr txBox="1"/>
          <p:nvPr>
            <p:ph idx="4" type="subTitle"/>
          </p:nvPr>
        </p:nvSpPr>
        <p:spPr>
          <a:xfrm>
            <a:off x="5071753" y="1625825"/>
            <a:ext cx="31245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70" name="Google Shape;670;p116"/>
          <p:cNvSpPr txBox="1"/>
          <p:nvPr>
            <p:ph idx="5" type="title"/>
          </p:nvPr>
        </p:nvSpPr>
        <p:spPr>
          <a:xfrm>
            <a:off x="947825" y="4039423"/>
            <a:ext cx="31245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1" name="Google Shape;671;p116"/>
          <p:cNvSpPr txBox="1"/>
          <p:nvPr>
            <p:ph idx="6" type="subTitle"/>
          </p:nvPr>
        </p:nvSpPr>
        <p:spPr>
          <a:xfrm>
            <a:off x="947839" y="3285931"/>
            <a:ext cx="31245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72" name="Google Shape;672;p116"/>
          <p:cNvSpPr txBox="1"/>
          <p:nvPr>
            <p:ph idx="7" type="title"/>
          </p:nvPr>
        </p:nvSpPr>
        <p:spPr>
          <a:xfrm>
            <a:off x="5071725" y="4039423"/>
            <a:ext cx="31245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3" name="Google Shape;673;p116"/>
          <p:cNvSpPr txBox="1"/>
          <p:nvPr>
            <p:ph idx="8" type="subTitle"/>
          </p:nvPr>
        </p:nvSpPr>
        <p:spPr>
          <a:xfrm>
            <a:off x="5071739" y="3285931"/>
            <a:ext cx="31245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74" name="Google Shape;674;p116"/>
          <p:cNvGrpSpPr/>
          <p:nvPr/>
        </p:nvGrpSpPr>
        <p:grpSpPr>
          <a:xfrm>
            <a:off x="427025" y="1726850"/>
            <a:ext cx="8253429" cy="2876647"/>
            <a:chOff x="427025" y="1726850"/>
            <a:chExt cx="8253429" cy="2876647"/>
          </a:xfrm>
        </p:grpSpPr>
        <p:sp>
          <p:nvSpPr>
            <p:cNvPr id="675" name="Google Shape;675;p116"/>
            <p:cNvSpPr/>
            <p:nvPr/>
          </p:nvSpPr>
          <p:spPr>
            <a:xfrm>
              <a:off x="2967550" y="303488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116"/>
            <p:cNvSpPr/>
            <p:nvPr/>
          </p:nvSpPr>
          <p:spPr>
            <a:xfrm>
              <a:off x="4124080" y="186988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116"/>
            <p:cNvSpPr/>
            <p:nvPr/>
          </p:nvSpPr>
          <p:spPr>
            <a:xfrm>
              <a:off x="4719130" y="3886375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116"/>
            <p:cNvSpPr/>
            <p:nvPr/>
          </p:nvSpPr>
          <p:spPr>
            <a:xfrm>
              <a:off x="8485830" y="2884550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116"/>
            <p:cNvSpPr/>
            <p:nvPr/>
          </p:nvSpPr>
          <p:spPr>
            <a:xfrm>
              <a:off x="776250" y="182808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116"/>
            <p:cNvSpPr/>
            <p:nvPr/>
          </p:nvSpPr>
          <p:spPr>
            <a:xfrm>
              <a:off x="427025" y="369043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116"/>
            <p:cNvSpPr/>
            <p:nvPr/>
          </p:nvSpPr>
          <p:spPr>
            <a:xfrm>
              <a:off x="4119150" y="444370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116"/>
            <p:cNvSpPr/>
            <p:nvPr/>
          </p:nvSpPr>
          <p:spPr>
            <a:xfrm>
              <a:off x="8076867" y="4392375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116"/>
            <p:cNvSpPr/>
            <p:nvPr/>
          </p:nvSpPr>
          <p:spPr>
            <a:xfrm>
              <a:off x="8518742" y="1726850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116"/>
            <p:cNvSpPr/>
            <p:nvPr/>
          </p:nvSpPr>
          <p:spPr>
            <a:xfrm>
              <a:off x="7905300" y="289185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116"/>
            <p:cNvSpPr/>
            <p:nvPr/>
          </p:nvSpPr>
          <p:spPr>
            <a:xfrm>
              <a:off x="8343142" y="3917400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6" name="Google Shape;686;p116"/>
          <p:cNvGrpSpPr/>
          <p:nvPr/>
        </p:nvGrpSpPr>
        <p:grpSpPr>
          <a:xfrm>
            <a:off x="8119205" y="2407898"/>
            <a:ext cx="77054" cy="57706"/>
            <a:chOff x="2238900" y="3015075"/>
            <a:chExt cx="34350" cy="25725"/>
          </a:xfrm>
        </p:grpSpPr>
        <p:sp>
          <p:nvSpPr>
            <p:cNvPr id="687" name="Google Shape;687;p116"/>
            <p:cNvSpPr/>
            <p:nvPr/>
          </p:nvSpPr>
          <p:spPr>
            <a:xfrm>
              <a:off x="2238900" y="3015075"/>
              <a:ext cx="34350" cy="25725"/>
            </a:xfrm>
            <a:custGeom>
              <a:rect b="b" l="l" r="r" t="t"/>
              <a:pathLst>
                <a:path extrusionOk="0" h="1029" w="1374">
                  <a:moveTo>
                    <a:pt x="1026" y="0"/>
                  </a:moveTo>
                  <a:cubicBezTo>
                    <a:pt x="820" y="0"/>
                    <a:pt x="533" y="269"/>
                    <a:pt x="325" y="332"/>
                  </a:cubicBezTo>
                  <a:cubicBezTo>
                    <a:pt x="96" y="402"/>
                    <a:pt x="0" y="435"/>
                    <a:pt x="3" y="638"/>
                  </a:cubicBezTo>
                  <a:cubicBezTo>
                    <a:pt x="3" y="836"/>
                    <a:pt x="154" y="1004"/>
                    <a:pt x="387" y="1026"/>
                  </a:cubicBezTo>
                  <a:cubicBezTo>
                    <a:pt x="405" y="1028"/>
                    <a:pt x="425" y="1029"/>
                    <a:pt x="446" y="1029"/>
                  </a:cubicBezTo>
                  <a:cubicBezTo>
                    <a:pt x="781" y="1029"/>
                    <a:pt x="1373" y="787"/>
                    <a:pt x="1257" y="263"/>
                  </a:cubicBezTo>
                  <a:cubicBezTo>
                    <a:pt x="1214" y="68"/>
                    <a:pt x="1130" y="0"/>
                    <a:pt x="102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116"/>
            <p:cNvSpPr/>
            <p:nvPr/>
          </p:nvSpPr>
          <p:spPr>
            <a:xfrm>
              <a:off x="2240800" y="3017675"/>
              <a:ext cx="12275" cy="10175"/>
            </a:xfrm>
            <a:custGeom>
              <a:rect b="b" l="l" r="r" t="t"/>
              <a:pathLst>
                <a:path extrusionOk="0" h="407" w="491">
                  <a:moveTo>
                    <a:pt x="420" y="1"/>
                  </a:moveTo>
                  <a:cubicBezTo>
                    <a:pt x="360" y="1"/>
                    <a:pt x="267" y="59"/>
                    <a:pt x="196" y="62"/>
                  </a:cubicBezTo>
                  <a:cubicBezTo>
                    <a:pt x="92" y="66"/>
                    <a:pt x="42" y="72"/>
                    <a:pt x="20" y="183"/>
                  </a:cubicBezTo>
                  <a:cubicBezTo>
                    <a:pt x="0" y="291"/>
                    <a:pt x="56" y="387"/>
                    <a:pt x="153" y="404"/>
                  </a:cubicBezTo>
                  <a:cubicBezTo>
                    <a:pt x="164" y="405"/>
                    <a:pt x="175" y="406"/>
                    <a:pt x="186" y="406"/>
                  </a:cubicBezTo>
                  <a:cubicBezTo>
                    <a:pt x="302" y="406"/>
                    <a:pt x="468" y="321"/>
                    <a:pt x="483" y="130"/>
                  </a:cubicBezTo>
                  <a:cubicBezTo>
                    <a:pt x="490" y="30"/>
                    <a:pt x="463" y="1"/>
                    <a:pt x="42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116"/>
            <p:cNvSpPr/>
            <p:nvPr/>
          </p:nvSpPr>
          <p:spPr>
            <a:xfrm>
              <a:off x="2242400" y="3020850"/>
              <a:ext cx="13925" cy="10525"/>
            </a:xfrm>
            <a:custGeom>
              <a:rect b="b" l="l" r="r" t="t"/>
              <a:pathLst>
                <a:path extrusionOk="0" h="421" w="557">
                  <a:moveTo>
                    <a:pt x="436" y="1"/>
                  </a:moveTo>
                  <a:cubicBezTo>
                    <a:pt x="388" y="1"/>
                    <a:pt x="328" y="36"/>
                    <a:pt x="265" y="66"/>
                  </a:cubicBezTo>
                  <a:cubicBezTo>
                    <a:pt x="151" y="119"/>
                    <a:pt x="1" y="191"/>
                    <a:pt x="82" y="334"/>
                  </a:cubicBezTo>
                  <a:cubicBezTo>
                    <a:pt x="107" y="378"/>
                    <a:pt x="140" y="421"/>
                    <a:pt x="210" y="421"/>
                  </a:cubicBezTo>
                  <a:cubicBezTo>
                    <a:pt x="228" y="421"/>
                    <a:pt x="249" y="418"/>
                    <a:pt x="273" y="411"/>
                  </a:cubicBezTo>
                  <a:cubicBezTo>
                    <a:pt x="401" y="375"/>
                    <a:pt x="556" y="420"/>
                    <a:pt x="536" y="171"/>
                  </a:cubicBezTo>
                  <a:cubicBezTo>
                    <a:pt x="524" y="41"/>
                    <a:pt x="487" y="1"/>
                    <a:pt x="43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0" name="Google Shape;690;p116"/>
          <p:cNvGrpSpPr/>
          <p:nvPr/>
        </p:nvGrpSpPr>
        <p:grpSpPr>
          <a:xfrm>
            <a:off x="874973" y="2904090"/>
            <a:ext cx="140368" cy="135321"/>
            <a:chOff x="2187475" y="2899500"/>
            <a:chExt cx="62575" cy="60325"/>
          </a:xfrm>
        </p:grpSpPr>
        <p:sp>
          <p:nvSpPr>
            <p:cNvPr id="691" name="Google Shape;691;p116"/>
            <p:cNvSpPr/>
            <p:nvPr/>
          </p:nvSpPr>
          <p:spPr>
            <a:xfrm>
              <a:off x="2193350" y="2907200"/>
              <a:ext cx="56700" cy="52625"/>
            </a:xfrm>
            <a:custGeom>
              <a:rect b="b" l="l" r="r" t="t"/>
              <a:pathLst>
                <a:path extrusionOk="0" h="2105" w="2268">
                  <a:moveTo>
                    <a:pt x="1496" y="0"/>
                  </a:moveTo>
                  <a:cubicBezTo>
                    <a:pt x="1265" y="0"/>
                    <a:pt x="1139" y="241"/>
                    <a:pt x="942" y="634"/>
                  </a:cubicBezTo>
                  <a:cubicBezTo>
                    <a:pt x="687" y="1145"/>
                    <a:pt x="0" y="1441"/>
                    <a:pt x="570" y="1931"/>
                  </a:cubicBezTo>
                  <a:cubicBezTo>
                    <a:pt x="713" y="2053"/>
                    <a:pt x="866" y="2105"/>
                    <a:pt x="1018" y="2105"/>
                  </a:cubicBezTo>
                  <a:cubicBezTo>
                    <a:pt x="1425" y="2105"/>
                    <a:pt x="1825" y="1736"/>
                    <a:pt x="2011" y="1364"/>
                  </a:cubicBezTo>
                  <a:cubicBezTo>
                    <a:pt x="2268" y="852"/>
                    <a:pt x="2147" y="273"/>
                    <a:pt x="1742" y="70"/>
                  </a:cubicBezTo>
                  <a:cubicBezTo>
                    <a:pt x="1647" y="23"/>
                    <a:pt x="1567" y="0"/>
                    <a:pt x="149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116"/>
            <p:cNvSpPr/>
            <p:nvPr/>
          </p:nvSpPr>
          <p:spPr>
            <a:xfrm>
              <a:off x="2202100" y="2917325"/>
              <a:ext cx="30350" cy="29600"/>
            </a:xfrm>
            <a:custGeom>
              <a:rect b="b" l="l" r="r" t="t"/>
              <a:pathLst>
                <a:path extrusionOk="0" h="1184" w="1214">
                  <a:moveTo>
                    <a:pt x="967" y="0"/>
                  </a:moveTo>
                  <a:cubicBezTo>
                    <a:pt x="860" y="0"/>
                    <a:pt x="791" y="135"/>
                    <a:pt x="675" y="364"/>
                  </a:cubicBezTo>
                  <a:cubicBezTo>
                    <a:pt x="535" y="643"/>
                    <a:pt x="1" y="839"/>
                    <a:pt x="369" y="1140"/>
                  </a:cubicBezTo>
                  <a:cubicBezTo>
                    <a:pt x="407" y="1170"/>
                    <a:pt x="449" y="1184"/>
                    <a:pt x="494" y="1184"/>
                  </a:cubicBezTo>
                  <a:cubicBezTo>
                    <a:pt x="700" y="1184"/>
                    <a:pt x="958" y="898"/>
                    <a:pt x="1072" y="669"/>
                  </a:cubicBezTo>
                  <a:cubicBezTo>
                    <a:pt x="1213" y="388"/>
                    <a:pt x="1200" y="99"/>
                    <a:pt x="1046" y="21"/>
                  </a:cubicBezTo>
                  <a:cubicBezTo>
                    <a:pt x="1017" y="7"/>
                    <a:pt x="991" y="0"/>
                    <a:pt x="9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116"/>
            <p:cNvSpPr/>
            <p:nvPr/>
          </p:nvSpPr>
          <p:spPr>
            <a:xfrm>
              <a:off x="2222175" y="2929125"/>
              <a:ext cx="13950" cy="14950"/>
            </a:xfrm>
            <a:custGeom>
              <a:rect b="b" l="l" r="r" t="t"/>
              <a:pathLst>
                <a:path extrusionOk="0" h="598" w="558">
                  <a:moveTo>
                    <a:pt x="147" y="1"/>
                  </a:moveTo>
                  <a:cubicBezTo>
                    <a:pt x="0" y="1"/>
                    <a:pt x="25" y="201"/>
                    <a:pt x="41" y="337"/>
                  </a:cubicBezTo>
                  <a:cubicBezTo>
                    <a:pt x="59" y="480"/>
                    <a:pt x="53" y="598"/>
                    <a:pt x="236" y="598"/>
                  </a:cubicBezTo>
                  <a:cubicBezTo>
                    <a:pt x="257" y="598"/>
                    <a:pt x="279" y="596"/>
                    <a:pt x="304" y="593"/>
                  </a:cubicBezTo>
                  <a:cubicBezTo>
                    <a:pt x="558" y="560"/>
                    <a:pt x="447" y="414"/>
                    <a:pt x="427" y="257"/>
                  </a:cubicBezTo>
                  <a:cubicBezTo>
                    <a:pt x="409" y="96"/>
                    <a:pt x="319" y="49"/>
                    <a:pt x="231" y="18"/>
                  </a:cubicBezTo>
                  <a:cubicBezTo>
                    <a:pt x="198" y="6"/>
                    <a:pt x="170" y="1"/>
                    <a:pt x="1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116"/>
            <p:cNvSpPr/>
            <p:nvPr/>
          </p:nvSpPr>
          <p:spPr>
            <a:xfrm>
              <a:off x="2220175" y="2922475"/>
              <a:ext cx="26800" cy="19625"/>
            </a:xfrm>
            <a:custGeom>
              <a:rect b="b" l="l" r="r" t="t"/>
              <a:pathLst>
                <a:path extrusionOk="0" h="785" w="1072">
                  <a:moveTo>
                    <a:pt x="812" y="0"/>
                  </a:moveTo>
                  <a:cubicBezTo>
                    <a:pt x="736" y="0"/>
                    <a:pt x="649" y="63"/>
                    <a:pt x="527" y="155"/>
                  </a:cubicBezTo>
                  <a:cubicBezTo>
                    <a:pt x="327" y="307"/>
                    <a:pt x="1" y="289"/>
                    <a:pt x="130" y="593"/>
                  </a:cubicBezTo>
                  <a:cubicBezTo>
                    <a:pt x="187" y="731"/>
                    <a:pt x="304" y="784"/>
                    <a:pt x="430" y="784"/>
                  </a:cubicBezTo>
                  <a:cubicBezTo>
                    <a:pt x="561" y="784"/>
                    <a:pt x="704" y="728"/>
                    <a:pt x="805" y="650"/>
                  </a:cubicBezTo>
                  <a:cubicBezTo>
                    <a:pt x="1006" y="498"/>
                    <a:pt x="1071" y="248"/>
                    <a:pt x="953" y="89"/>
                  </a:cubicBezTo>
                  <a:cubicBezTo>
                    <a:pt x="905" y="27"/>
                    <a:pt x="861" y="0"/>
                    <a:pt x="8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116"/>
            <p:cNvSpPr/>
            <p:nvPr/>
          </p:nvSpPr>
          <p:spPr>
            <a:xfrm>
              <a:off x="2187475" y="2928625"/>
              <a:ext cx="26800" cy="19625"/>
            </a:xfrm>
            <a:custGeom>
              <a:rect b="b" l="l" r="r" t="t"/>
              <a:pathLst>
                <a:path extrusionOk="0" h="785" w="1072">
                  <a:moveTo>
                    <a:pt x="811" y="1"/>
                  </a:moveTo>
                  <a:cubicBezTo>
                    <a:pt x="736" y="1"/>
                    <a:pt x="650" y="64"/>
                    <a:pt x="528" y="156"/>
                  </a:cubicBezTo>
                  <a:cubicBezTo>
                    <a:pt x="328" y="308"/>
                    <a:pt x="0" y="291"/>
                    <a:pt x="129" y="594"/>
                  </a:cubicBezTo>
                  <a:cubicBezTo>
                    <a:pt x="187" y="732"/>
                    <a:pt x="303" y="784"/>
                    <a:pt x="429" y="784"/>
                  </a:cubicBezTo>
                  <a:cubicBezTo>
                    <a:pt x="560" y="784"/>
                    <a:pt x="703" y="728"/>
                    <a:pt x="805" y="652"/>
                  </a:cubicBezTo>
                  <a:cubicBezTo>
                    <a:pt x="1008" y="501"/>
                    <a:pt x="1071" y="249"/>
                    <a:pt x="952" y="91"/>
                  </a:cubicBezTo>
                  <a:cubicBezTo>
                    <a:pt x="905" y="28"/>
                    <a:pt x="860" y="1"/>
                    <a:pt x="81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116"/>
            <p:cNvSpPr/>
            <p:nvPr/>
          </p:nvSpPr>
          <p:spPr>
            <a:xfrm>
              <a:off x="2218600" y="2899500"/>
              <a:ext cx="15450" cy="17050"/>
            </a:xfrm>
            <a:custGeom>
              <a:rect b="b" l="l" r="r" t="t"/>
              <a:pathLst>
                <a:path extrusionOk="0" h="682" w="618">
                  <a:moveTo>
                    <a:pt x="349" y="1"/>
                  </a:moveTo>
                  <a:cubicBezTo>
                    <a:pt x="246" y="1"/>
                    <a:pt x="230" y="88"/>
                    <a:pt x="204" y="243"/>
                  </a:cubicBezTo>
                  <a:cubicBezTo>
                    <a:pt x="175" y="420"/>
                    <a:pt x="1" y="570"/>
                    <a:pt x="215" y="663"/>
                  </a:cubicBezTo>
                  <a:cubicBezTo>
                    <a:pt x="246" y="676"/>
                    <a:pt x="275" y="682"/>
                    <a:pt x="303" y="682"/>
                  </a:cubicBezTo>
                  <a:cubicBezTo>
                    <a:pt x="455" y="682"/>
                    <a:pt x="565" y="510"/>
                    <a:pt x="589" y="362"/>
                  </a:cubicBezTo>
                  <a:cubicBezTo>
                    <a:pt x="618" y="186"/>
                    <a:pt x="529" y="27"/>
                    <a:pt x="389" y="4"/>
                  </a:cubicBezTo>
                  <a:cubicBezTo>
                    <a:pt x="374" y="2"/>
                    <a:pt x="361" y="1"/>
                    <a:pt x="34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2"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117"/>
          <p:cNvSpPr/>
          <p:nvPr/>
        </p:nvSpPr>
        <p:spPr>
          <a:xfrm>
            <a:off x="285100" y="268025"/>
            <a:ext cx="8573700" cy="4607400"/>
          </a:xfrm>
          <a:prstGeom prst="plus">
            <a:avLst>
              <a:gd fmla="val 3202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117"/>
          <p:cNvSpPr txBox="1"/>
          <p:nvPr>
            <p:ph idx="1" type="subTitle"/>
          </p:nvPr>
        </p:nvSpPr>
        <p:spPr>
          <a:xfrm>
            <a:off x="1280413" y="2852900"/>
            <a:ext cx="2683500" cy="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00" name="Google Shape;700;p117"/>
          <p:cNvSpPr txBox="1"/>
          <p:nvPr>
            <p:ph idx="2" type="subTitle"/>
          </p:nvPr>
        </p:nvSpPr>
        <p:spPr>
          <a:xfrm>
            <a:off x="5180184" y="2852900"/>
            <a:ext cx="2683500" cy="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01" name="Google Shape;701;p117"/>
          <p:cNvSpPr txBox="1"/>
          <p:nvPr>
            <p:ph type="title"/>
          </p:nvPr>
        </p:nvSpPr>
        <p:spPr>
          <a:xfrm>
            <a:off x="1016963" y="2179350"/>
            <a:ext cx="3210300" cy="63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702" name="Google Shape;702;p117"/>
          <p:cNvSpPr txBox="1"/>
          <p:nvPr>
            <p:ph idx="3" type="title"/>
          </p:nvPr>
        </p:nvSpPr>
        <p:spPr>
          <a:xfrm>
            <a:off x="4916737" y="2179350"/>
            <a:ext cx="3210300" cy="63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grpSp>
        <p:nvGrpSpPr>
          <p:cNvPr id="703" name="Google Shape;703;p117"/>
          <p:cNvGrpSpPr/>
          <p:nvPr/>
        </p:nvGrpSpPr>
        <p:grpSpPr>
          <a:xfrm>
            <a:off x="426430" y="539988"/>
            <a:ext cx="8291282" cy="4314976"/>
            <a:chOff x="426430" y="539988"/>
            <a:chExt cx="8291282" cy="4314976"/>
          </a:xfrm>
        </p:grpSpPr>
        <p:sp>
          <p:nvSpPr>
            <p:cNvPr id="704" name="Google Shape;704;p117"/>
            <p:cNvSpPr/>
            <p:nvPr/>
          </p:nvSpPr>
          <p:spPr>
            <a:xfrm>
              <a:off x="5128555" y="53998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117"/>
            <p:cNvSpPr/>
            <p:nvPr/>
          </p:nvSpPr>
          <p:spPr>
            <a:xfrm>
              <a:off x="1807355" y="605200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117"/>
            <p:cNvSpPr/>
            <p:nvPr/>
          </p:nvSpPr>
          <p:spPr>
            <a:xfrm>
              <a:off x="8546125" y="387203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117"/>
            <p:cNvSpPr/>
            <p:nvPr/>
          </p:nvSpPr>
          <p:spPr>
            <a:xfrm>
              <a:off x="548425" y="211485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117"/>
            <p:cNvSpPr/>
            <p:nvPr/>
          </p:nvSpPr>
          <p:spPr>
            <a:xfrm>
              <a:off x="6523180" y="71436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117"/>
            <p:cNvSpPr/>
            <p:nvPr/>
          </p:nvSpPr>
          <p:spPr>
            <a:xfrm>
              <a:off x="8468880" y="323893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117"/>
            <p:cNvSpPr/>
            <p:nvPr/>
          </p:nvSpPr>
          <p:spPr>
            <a:xfrm>
              <a:off x="7269900" y="547294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117"/>
            <p:cNvSpPr/>
            <p:nvPr/>
          </p:nvSpPr>
          <p:spPr>
            <a:xfrm>
              <a:off x="634213" y="3238944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117"/>
            <p:cNvSpPr/>
            <p:nvPr/>
          </p:nvSpPr>
          <p:spPr>
            <a:xfrm>
              <a:off x="426430" y="436153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117"/>
            <p:cNvSpPr/>
            <p:nvPr/>
          </p:nvSpPr>
          <p:spPr>
            <a:xfrm>
              <a:off x="4118705" y="64678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117"/>
            <p:cNvSpPr/>
            <p:nvPr/>
          </p:nvSpPr>
          <p:spPr>
            <a:xfrm>
              <a:off x="4989855" y="468058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117"/>
            <p:cNvSpPr/>
            <p:nvPr/>
          </p:nvSpPr>
          <p:spPr>
            <a:xfrm>
              <a:off x="4564655" y="369763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117"/>
            <p:cNvSpPr/>
            <p:nvPr/>
          </p:nvSpPr>
          <p:spPr>
            <a:xfrm>
              <a:off x="4366438" y="235450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7" name="Google Shape;717;p117"/>
          <p:cNvSpPr txBox="1"/>
          <p:nvPr>
            <p:ph idx="4"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718" name="Google Shape;718;p117"/>
          <p:cNvSpPr/>
          <p:nvPr/>
        </p:nvSpPr>
        <p:spPr>
          <a:xfrm>
            <a:off x="1553588" y="1510656"/>
            <a:ext cx="171587" cy="159791"/>
          </a:xfrm>
          <a:custGeom>
            <a:rect b="b" l="l" r="r" t="t"/>
            <a:pathLst>
              <a:path extrusionOk="0" h="3495" w="3753">
                <a:moveTo>
                  <a:pt x="3086" y="0"/>
                </a:moveTo>
                <a:lnTo>
                  <a:pt x="1984" y="942"/>
                </a:lnTo>
                <a:lnTo>
                  <a:pt x="960" y="185"/>
                </a:lnTo>
                <a:lnTo>
                  <a:pt x="960" y="185"/>
                </a:lnTo>
                <a:lnTo>
                  <a:pt x="1368" y="1344"/>
                </a:lnTo>
                <a:lnTo>
                  <a:pt x="1" y="2517"/>
                </a:lnTo>
                <a:lnTo>
                  <a:pt x="1616" y="2193"/>
                </a:lnTo>
                <a:lnTo>
                  <a:pt x="2135" y="3494"/>
                </a:lnTo>
                <a:lnTo>
                  <a:pt x="2316" y="2258"/>
                </a:lnTo>
                <a:lnTo>
                  <a:pt x="3753" y="2366"/>
                </a:lnTo>
                <a:lnTo>
                  <a:pt x="3753" y="2366"/>
                </a:lnTo>
                <a:lnTo>
                  <a:pt x="2518" y="1399"/>
                </a:lnTo>
                <a:lnTo>
                  <a:pt x="3086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117"/>
          <p:cNvSpPr/>
          <p:nvPr/>
        </p:nvSpPr>
        <p:spPr>
          <a:xfrm>
            <a:off x="4227280" y="4361538"/>
            <a:ext cx="161712" cy="174376"/>
          </a:xfrm>
          <a:custGeom>
            <a:rect b="b" l="l" r="r" t="t"/>
            <a:pathLst>
              <a:path extrusionOk="0" h="3814" w="3537">
                <a:moveTo>
                  <a:pt x="1657" y="0"/>
                </a:moveTo>
                <a:lnTo>
                  <a:pt x="1270" y="1397"/>
                </a:lnTo>
                <a:lnTo>
                  <a:pt x="0" y="1344"/>
                </a:lnTo>
                <a:lnTo>
                  <a:pt x="0" y="1344"/>
                </a:lnTo>
                <a:lnTo>
                  <a:pt x="988" y="2076"/>
                </a:lnTo>
                <a:lnTo>
                  <a:pt x="512" y="3814"/>
                </a:lnTo>
                <a:lnTo>
                  <a:pt x="1668" y="2640"/>
                </a:lnTo>
                <a:lnTo>
                  <a:pt x="2829" y="3427"/>
                </a:lnTo>
                <a:lnTo>
                  <a:pt x="2284" y="2299"/>
                </a:lnTo>
                <a:lnTo>
                  <a:pt x="3536" y="1586"/>
                </a:lnTo>
                <a:lnTo>
                  <a:pt x="1970" y="1476"/>
                </a:lnTo>
                <a:lnTo>
                  <a:pt x="1657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117"/>
          <p:cNvSpPr/>
          <p:nvPr/>
        </p:nvSpPr>
        <p:spPr>
          <a:xfrm>
            <a:off x="5897130" y="1503350"/>
            <a:ext cx="161712" cy="174376"/>
          </a:xfrm>
          <a:custGeom>
            <a:rect b="b" l="l" r="r" t="t"/>
            <a:pathLst>
              <a:path extrusionOk="0" h="3814" w="3537">
                <a:moveTo>
                  <a:pt x="1657" y="0"/>
                </a:moveTo>
                <a:lnTo>
                  <a:pt x="1270" y="1397"/>
                </a:lnTo>
                <a:lnTo>
                  <a:pt x="0" y="1344"/>
                </a:lnTo>
                <a:lnTo>
                  <a:pt x="0" y="1344"/>
                </a:lnTo>
                <a:lnTo>
                  <a:pt x="988" y="2076"/>
                </a:lnTo>
                <a:lnTo>
                  <a:pt x="512" y="3814"/>
                </a:lnTo>
                <a:lnTo>
                  <a:pt x="1668" y="2640"/>
                </a:lnTo>
                <a:lnTo>
                  <a:pt x="2829" y="3427"/>
                </a:lnTo>
                <a:lnTo>
                  <a:pt x="2284" y="2299"/>
                </a:lnTo>
                <a:lnTo>
                  <a:pt x="3536" y="1586"/>
                </a:lnTo>
                <a:lnTo>
                  <a:pt x="1970" y="1476"/>
                </a:lnTo>
                <a:lnTo>
                  <a:pt x="1657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117"/>
          <p:cNvSpPr/>
          <p:nvPr/>
        </p:nvSpPr>
        <p:spPr>
          <a:xfrm>
            <a:off x="7035655" y="1751150"/>
            <a:ext cx="161712" cy="174376"/>
          </a:xfrm>
          <a:custGeom>
            <a:rect b="b" l="l" r="r" t="t"/>
            <a:pathLst>
              <a:path extrusionOk="0" h="3814" w="3537">
                <a:moveTo>
                  <a:pt x="1657" y="0"/>
                </a:moveTo>
                <a:lnTo>
                  <a:pt x="1270" y="1397"/>
                </a:lnTo>
                <a:lnTo>
                  <a:pt x="0" y="1344"/>
                </a:lnTo>
                <a:lnTo>
                  <a:pt x="0" y="1344"/>
                </a:lnTo>
                <a:lnTo>
                  <a:pt x="988" y="2076"/>
                </a:lnTo>
                <a:lnTo>
                  <a:pt x="512" y="3814"/>
                </a:lnTo>
                <a:lnTo>
                  <a:pt x="1668" y="2640"/>
                </a:lnTo>
                <a:lnTo>
                  <a:pt x="2829" y="3427"/>
                </a:lnTo>
                <a:lnTo>
                  <a:pt x="2284" y="2299"/>
                </a:lnTo>
                <a:lnTo>
                  <a:pt x="3536" y="1586"/>
                </a:lnTo>
                <a:lnTo>
                  <a:pt x="1970" y="1476"/>
                </a:lnTo>
                <a:lnTo>
                  <a:pt x="1657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BLANK_1_1_1_1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118"/>
          <p:cNvSpPr/>
          <p:nvPr/>
        </p:nvSpPr>
        <p:spPr>
          <a:xfrm>
            <a:off x="285100" y="268025"/>
            <a:ext cx="8573700" cy="4607400"/>
          </a:xfrm>
          <a:prstGeom prst="plus">
            <a:avLst>
              <a:gd fmla="val 3202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118"/>
          <p:cNvSpPr txBox="1"/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725" name="Google Shape;725;p118"/>
          <p:cNvSpPr txBox="1"/>
          <p:nvPr>
            <p:ph idx="2" type="title"/>
          </p:nvPr>
        </p:nvSpPr>
        <p:spPr>
          <a:xfrm>
            <a:off x="719975" y="1707988"/>
            <a:ext cx="2305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26" name="Google Shape;726;p118"/>
          <p:cNvSpPr txBox="1"/>
          <p:nvPr>
            <p:ph idx="1" type="subTitle"/>
          </p:nvPr>
        </p:nvSpPr>
        <p:spPr>
          <a:xfrm>
            <a:off x="719975" y="2139188"/>
            <a:ext cx="23055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27" name="Google Shape;727;p118"/>
          <p:cNvSpPr txBox="1"/>
          <p:nvPr>
            <p:ph idx="3" type="title"/>
          </p:nvPr>
        </p:nvSpPr>
        <p:spPr>
          <a:xfrm>
            <a:off x="3419246" y="1707988"/>
            <a:ext cx="2305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28" name="Google Shape;728;p118"/>
          <p:cNvSpPr txBox="1"/>
          <p:nvPr>
            <p:ph idx="4" type="subTitle"/>
          </p:nvPr>
        </p:nvSpPr>
        <p:spPr>
          <a:xfrm>
            <a:off x="3419246" y="2139188"/>
            <a:ext cx="23055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29" name="Google Shape;729;p118"/>
          <p:cNvSpPr txBox="1"/>
          <p:nvPr>
            <p:ph idx="5" type="title"/>
          </p:nvPr>
        </p:nvSpPr>
        <p:spPr>
          <a:xfrm>
            <a:off x="2069613" y="3269975"/>
            <a:ext cx="2305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30" name="Google Shape;730;p118"/>
          <p:cNvSpPr txBox="1"/>
          <p:nvPr>
            <p:ph idx="6" type="subTitle"/>
          </p:nvPr>
        </p:nvSpPr>
        <p:spPr>
          <a:xfrm>
            <a:off x="2069613" y="3701400"/>
            <a:ext cx="23055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31" name="Google Shape;731;p118"/>
          <p:cNvSpPr txBox="1"/>
          <p:nvPr>
            <p:ph idx="7" type="title"/>
          </p:nvPr>
        </p:nvSpPr>
        <p:spPr>
          <a:xfrm>
            <a:off x="4768883" y="3269975"/>
            <a:ext cx="2305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32" name="Google Shape;732;p118"/>
          <p:cNvSpPr txBox="1"/>
          <p:nvPr>
            <p:ph idx="8" type="subTitle"/>
          </p:nvPr>
        </p:nvSpPr>
        <p:spPr>
          <a:xfrm>
            <a:off x="4768884" y="3701400"/>
            <a:ext cx="23055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33" name="Google Shape;733;p118"/>
          <p:cNvSpPr txBox="1"/>
          <p:nvPr>
            <p:ph idx="9" type="title"/>
          </p:nvPr>
        </p:nvSpPr>
        <p:spPr>
          <a:xfrm>
            <a:off x="6118525" y="1707988"/>
            <a:ext cx="2305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34" name="Google Shape;734;p118"/>
          <p:cNvSpPr txBox="1"/>
          <p:nvPr>
            <p:ph idx="13" type="subTitle"/>
          </p:nvPr>
        </p:nvSpPr>
        <p:spPr>
          <a:xfrm>
            <a:off x="6118525" y="2139188"/>
            <a:ext cx="23055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119"/>
          <p:cNvSpPr/>
          <p:nvPr/>
        </p:nvSpPr>
        <p:spPr>
          <a:xfrm>
            <a:off x="285100" y="268025"/>
            <a:ext cx="8573700" cy="4607400"/>
          </a:xfrm>
          <a:prstGeom prst="plus">
            <a:avLst>
              <a:gd fmla="val 3202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119"/>
          <p:cNvSpPr txBox="1"/>
          <p:nvPr>
            <p:ph type="title"/>
          </p:nvPr>
        </p:nvSpPr>
        <p:spPr>
          <a:xfrm rot="-907">
            <a:off x="720000" y="3125256"/>
            <a:ext cx="34104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38" name="Google Shape;738;p119"/>
          <p:cNvSpPr txBox="1"/>
          <p:nvPr>
            <p:ph idx="1" type="subTitle"/>
          </p:nvPr>
        </p:nvSpPr>
        <p:spPr>
          <a:xfrm>
            <a:off x="720125" y="1358850"/>
            <a:ext cx="4447500" cy="15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39" name="Google Shape;739;p119"/>
          <p:cNvGrpSpPr/>
          <p:nvPr/>
        </p:nvGrpSpPr>
        <p:grpSpPr>
          <a:xfrm>
            <a:off x="1049930" y="610488"/>
            <a:ext cx="7324387" cy="3993009"/>
            <a:chOff x="1049930" y="610488"/>
            <a:chExt cx="7324387" cy="3993009"/>
          </a:xfrm>
        </p:grpSpPr>
        <p:sp>
          <p:nvSpPr>
            <p:cNvPr id="740" name="Google Shape;740;p119"/>
            <p:cNvSpPr/>
            <p:nvPr/>
          </p:nvSpPr>
          <p:spPr>
            <a:xfrm>
              <a:off x="7417550" y="89785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119"/>
            <p:cNvSpPr/>
            <p:nvPr/>
          </p:nvSpPr>
          <p:spPr>
            <a:xfrm>
              <a:off x="8103280" y="135883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119"/>
            <p:cNvSpPr/>
            <p:nvPr/>
          </p:nvSpPr>
          <p:spPr>
            <a:xfrm>
              <a:off x="4231775" y="73805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119"/>
            <p:cNvSpPr/>
            <p:nvPr/>
          </p:nvSpPr>
          <p:spPr>
            <a:xfrm>
              <a:off x="2115025" y="102910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119"/>
            <p:cNvSpPr/>
            <p:nvPr/>
          </p:nvSpPr>
          <p:spPr>
            <a:xfrm>
              <a:off x="3405025" y="401533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119"/>
            <p:cNvSpPr/>
            <p:nvPr/>
          </p:nvSpPr>
          <p:spPr>
            <a:xfrm>
              <a:off x="6605075" y="444370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119"/>
            <p:cNvSpPr/>
            <p:nvPr/>
          </p:nvSpPr>
          <p:spPr>
            <a:xfrm>
              <a:off x="3663130" y="61048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119"/>
            <p:cNvSpPr/>
            <p:nvPr/>
          </p:nvSpPr>
          <p:spPr>
            <a:xfrm>
              <a:off x="1546380" y="78486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119"/>
            <p:cNvSpPr/>
            <p:nvPr/>
          </p:nvSpPr>
          <p:spPr>
            <a:xfrm>
              <a:off x="2957555" y="426931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119"/>
            <p:cNvSpPr/>
            <p:nvPr/>
          </p:nvSpPr>
          <p:spPr>
            <a:xfrm>
              <a:off x="1049930" y="387021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119"/>
            <p:cNvSpPr/>
            <p:nvPr/>
          </p:nvSpPr>
          <p:spPr>
            <a:xfrm>
              <a:off x="6217030" y="404458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119"/>
            <p:cNvSpPr/>
            <p:nvPr/>
          </p:nvSpPr>
          <p:spPr>
            <a:xfrm>
              <a:off x="8212605" y="413723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119"/>
            <p:cNvSpPr/>
            <p:nvPr/>
          </p:nvSpPr>
          <p:spPr>
            <a:xfrm>
              <a:off x="5553030" y="72346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BLANK_1_1_1"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120"/>
          <p:cNvSpPr/>
          <p:nvPr/>
        </p:nvSpPr>
        <p:spPr>
          <a:xfrm>
            <a:off x="285100" y="268025"/>
            <a:ext cx="8573700" cy="4607400"/>
          </a:xfrm>
          <a:prstGeom prst="plus">
            <a:avLst>
              <a:gd fmla="val 3202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120"/>
          <p:cNvSpPr txBox="1"/>
          <p:nvPr>
            <p:ph type="title"/>
          </p:nvPr>
        </p:nvSpPr>
        <p:spPr>
          <a:xfrm rot="-907">
            <a:off x="2866812" y="3069006"/>
            <a:ext cx="34104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56" name="Google Shape;756;p120"/>
          <p:cNvSpPr txBox="1"/>
          <p:nvPr>
            <p:ph idx="1" type="subTitle"/>
          </p:nvPr>
        </p:nvSpPr>
        <p:spPr>
          <a:xfrm>
            <a:off x="1157862" y="1378800"/>
            <a:ext cx="6828300" cy="12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57" name="Google Shape;757;p120"/>
          <p:cNvGrpSpPr/>
          <p:nvPr/>
        </p:nvGrpSpPr>
        <p:grpSpPr>
          <a:xfrm>
            <a:off x="1049930" y="610488"/>
            <a:ext cx="7324387" cy="3993009"/>
            <a:chOff x="1049930" y="610488"/>
            <a:chExt cx="7324387" cy="3993009"/>
          </a:xfrm>
        </p:grpSpPr>
        <p:sp>
          <p:nvSpPr>
            <p:cNvPr id="758" name="Google Shape;758;p120"/>
            <p:cNvSpPr/>
            <p:nvPr/>
          </p:nvSpPr>
          <p:spPr>
            <a:xfrm>
              <a:off x="7417550" y="89785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120"/>
            <p:cNvSpPr/>
            <p:nvPr/>
          </p:nvSpPr>
          <p:spPr>
            <a:xfrm>
              <a:off x="8103280" y="135883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120"/>
            <p:cNvSpPr/>
            <p:nvPr/>
          </p:nvSpPr>
          <p:spPr>
            <a:xfrm>
              <a:off x="4231775" y="73805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120"/>
            <p:cNvSpPr/>
            <p:nvPr/>
          </p:nvSpPr>
          <p:spPr>
            <a:xfrm>
              <a:off x="2115025" y="102910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120"/>
            <p:cNvSpPr/>
            <p:nvPr/>
          </p:nvSpPr>
          <p:spPr>
            <a:xfrm>
              <a:off x="3405025" y="401533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120"/>
            <p:cNvSpPr/>
            <p:nvPr/>
          </p:nvSpPr>
          <p:spPr>
            <a:xfrm>
              <a:off x="6605075" y="444370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120"/>
            <p:cNvSpPr/>
            <p:nvPr/>
          </p:nvSpPr>
          <p:spPr>
            <a:xfrm>
              <a:off x="3663130" y="61048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120"/>
            <p:cNvSpPr/>
            <p:nvPr/>
          </p:nvSpPr>
          <p:spPr>
            <a:xfrm>
              <a:off x="1546380" y="78486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120"/>
            <p:cNvSpPr/>
            <p:nvPr/>
          </p:nvSpPr>
          <p:spPr>
            <a:xfrm>
              <a:off x="2957555" y="426931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120"/>
            <p:cNvSpPr/>
            <p:nvPr/>
          </p:nvSpPr>
          <p:spPr>
            <a:xfrm>
              <a:off x="1049930" y="387021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120"/>
            <p:cNvSpPr/>
            <p:nvPr/>
          </p:nvSpPr>
          <p:spPr>
            <a:xfrm>
              <a:off x="6217030" y="404458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120"/>
            <p:cNvSpPr/>
            <p:nvPr/>
          </p:nvSpPr>
          <p:spPr>
            <a:xfrm>
              <a:off x="8212605" y="413723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120"/>
            <p:cNvSpPr/>
            <p:nvPr/>
          </p:nvSpPr>
          <p:spPr>
            <a:xfrm>
              <a:off x="5553030" y="72346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121"/>
          <p:cNvSpPr/>
          <p:nvPr/>
        </p:nvSpPr>
        <p:spPr>
          <a:xfrm>
            <a:off x="285100" y="268025"/>
            <a:ext cx="8573700" cy="4607400"/>
          </a:xfrm>
          <a:prstGeom prst="plus">
            <a:avLst>
              <a:gd fmla="val 3202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121"/>
          <p:cNvSpPr txBox="1"/>
          <p:nvPr>
            <p:ph idx="1" type="subTitle"/>
          </p:nvPr>
        </p:nvSpPr>
        <p:spPr>
          <a:xfrm>
            <a:off x="720000" y="4004400"/>
            <a:ext cx="2258100" cy="5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74" name="Google Shape;774;p121"/>
          <p:cNvSpPr txBox="1"/>
          <p:nvPr>
            <p:ph type="title"/>
          </p:nvPr>
        </p:nvSpPr>
        <p:spPr>
          <a:xfrm>
            <a:off x="3442950" y="1435650"/>
            <a:ext cx="2258100" cy="113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775" name="Google Shape;775;p121"/>
          <p:cNvSpPr txBox="1"/>
          <p:nvPr>
            <p:ph idx="2" type="title"/>
          </p:nvPr>
        </p:nvSpPr>
        <p:spPr>
          <a:xfrm>
            <a:off x="3912725" y="2997750"/>
            <a:ext cx="1318500" cy="63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776" name="Google Shape;776;p121"/>
          <p:cNvSpPr txBox="1"/>
          <p:nvPr>
            <p:ph idx="3" type="title"/>
          </p:nvPr>
        </p:nvSpPr>
        <p:spPr>
          <a:xfrm>
            <a:off x="4269075" y="4058250"/>
            <a:ext cx="606000" cy="491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777" name="Google Shape;777;p121"/>
          <p:cNvSpPr txBox="1"/>
          <p:nvPr>
            <p:ph idx="4" type="subTitle"/>
          </p:nvPr>
        </p:nvSpPr>
        <p:spPr>
          <a:xfrm>
            <a:off x="6165900" y="3015450"/>
            <a:ext cx="2258100" cy="5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78" name="Google Shape;778;p121"/>
          <p:cNvSpPr txBox="1"/>
          <p:nvPr>
            <p:ph idx="5" type="subTitle"/>
          </p:nvPr>
        </p:nvSpPr>
        <p:spPr>
          <a:xfrm>
            <a:off x="720000" y="1704150"/>
            <a:ext cx="2258100" cy="5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79" name="Google Shape;779;p121"/>
          <p:cNvSpPr txBox="1"/>
          <p:nvPr>
            <p:ph idx="6"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grpSp>
        <p:nvGrpSpPr>
          <p:cNvPr id="780" name="Google Shape;780;p121"/>
          <p:cNvGrpSpPr/>
          <p:nvPr/>
        </p:nvGrpSpPr>
        <p:grpSpPr>
          <a:xfrm>
            <a:off x="1096613" y="1359413"/>
            <a:ext cx="6975929" cy="3061234"/>
            <a:chOff x="1096613" y="1359413"/>
            <a:chExt cx="6975929" cy="3061234"/>
          </a:xfrm>
        </p:grpSpPr>
        <p:sp>
          <p:nvSpPr>
            <p:cNvPr id="781" name="Google Shape;781;p121"/>
            <p:cNvSpPr/>
            <p:nvPr/>
          </p:nvSpPr>
          <p:spPr>
            <a:xfrm>
              <a:off x="6712625" y="257175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121"/>
            <p:cNvSpPr/>
            <p:nvPr/>
          </p:nvSpPr>
          <p:spPr>
            <a:xfrm>
              <a:off x="7910830" y="170413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121"/>
            <p:cNvSpPr/>
            <p:nvPr/>
          </p:nvSpPr>
          <p:spPr>
            <a:xfrm>
              <a:off x="5707163" y="426085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121"/>
            <p:cNvSpPr/>
            <p:nvPr/>
          </p:nvSpPr>
          <p:spPr>
            <a:xfrm>
              <a:off x="2978163" y="265933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121"/>
            <p:cNvSpPr/>
            <p:nvPr/>
          </p:nvSpPr>
          <p:spPr>
            <a:xfrm>
              <a:off x="1096613" y="357158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121"/>
            <p:cNvSpPr/>
            <p:nvPr/>
          </p:nvSpPr>
          <p:spPr>
            <a:xfrm>
              <a:off x="1887713" y="135943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121"/>
            <p:cNvSpPr/>
            <p:nvPr/>
          </p:nvSpPr>
          <p:spPr>
            <a:xfrm>
              <a:off x="6079180" y="135941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121"/>
            <p:cNvSpPr/>
            <p:nvPr/>
          </p:nvSpPr>
          <p:spPr>
            <a:xfrm>
              <a:off x="6464030" y="416736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121"/>
            <p:cNvSpPr/>
            <p:nvPr/>
          </p:nvSpPr>
          <p:spPr>
            <a:xfrm>
              <a:off x="7681955" y="384998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121"/>
            <p:cNvSpPr/>
            <p:nvPr/>
          </p:nvSpPr>
          <p:spPr>
            <a:xfrm>
              <a:off x="2450705" y="255716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121"/>
            <p:cNvSpPr/>
            <p:nvPr/>
          </p:nvSpPr>
          <p:spPr>
            <a:xfrm>
              <a:off x="1524180" y="335373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121"/>
            <p:cNvSpPr/>
            <p:nvPr/>
          </p:nvSpPr>
          <p:spPr>
            <a:xfrm>
              <a:off x="1524180" y="143563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2"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122"/>
          <p:cNvSpPr/>
          <p:nvPr/>
        </p:nvSpPr>
        <p:spPr>
          <a:xfrm>
            <a:off x="285100" y="268025"/>
            <a:ext cx="8573700" cy="4607400"/>
          </a:xfrm>
          <a:prstGeom prst="plus">
            <a:avLst>
              <a:gd fmla="val 3202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122"/>
          <p:cNvSpPr txBox="1"/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796" name="Google Shape;796;p122"/>
          <p:cNvSpPr/>
          <p:nvPr/>
        </p:nvSpPr>
        <p:spPr>
          <a:xfrm>
            <a:off x="8585725" y="3620306"/>
            <a:ext cx="171587" cy="159791"/>
          </a:xfrm>
          <a:custGeom>
            <a:rect b="b" l="l" r="r" t="t"/>
            <a:pathLst>
              <a:path extrusionOk="0" h="3495" w="3753">
                <a:moveTo>
                  <a:pt x="3086" y="0"/>
                </a:moveTo>
                <a:lnTo>
                  <a:pt x="1984" y="942"/>
                </a:lnTo>
                <a:lnTo>
                  <a:pt x="960" y="185"/>
                </a:lnTo>
                <a:lnTo>
                  <a:pt x="960" y="185"/>
                </a:lnTo>
                <a:lnTo>
                  <a:pt x="1368" y="1344"/>
                </a:lnTo>
                <a:lnTo>
                  <a:pt x="1" y="2517"/>
                </a:lnTo>
                <a:lnTo>
                  <a:pt x="1616" y="2193"/>
                </a:lnTo>
                <a:lnTo>
                  <a:pt x="2135" y="3494"/>
                </a:lnTo>
                <a:lnTo>
                  <a:pt x="2316" y="2258"/>
                </a:lnTo>
                <a:lnTo>
                  <a:pt x="3753" y="2366"/>
                </a:lnTo>
                <a:lnTo>
                  <a:pt x="3753" y="2366"/>
                </a:lnTo>
                <a:lnTo>
                  <a:pt x="2518" y="1399"/>
                </a:lnTo>
                <a:lnTo>
                  <a:pt x="3086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122"/>
          <p:cNvSpPr/>
          <p:nvPr/>
        </p:nvSpPr>
        <p:spPr>
          <a:xfrm>
            <a:off x="959780" y="1789363"/>
            <a:ext cx="161712" cy="174376"/>
          </a:xfrm>
          <a:custGeom>
            <a:rect b="b" l="l" r="r" t="t"/>
            <a:pathLst>
              <a:path extrusionOk="0" h="3814" w="3537">
                <a:moveTo>
                  <a:pt x="1657" y="0"/>
                </a:moveTo>
                <a:lnTo>
                  <a:pt x="1270" y="1397"/>
                </a:lnTo>
                <a:lnTo>
                  <a:pt x="0" y="1344"/>
                </a:lnTo>
                <a:lnTo>
                  <a:pt x="0" y="1344"/>
                </a:lnTo>
                <a:lnTo>
                  <a:pt x="988" y="2076"/>
                </a:lnTo>
                <a:lnTo>
                  <a:pt x="512" y="3814"/>
                </a:lnTo>
                <a:lnTo>
                  <a:pt x="1668" y="2640"/>
                </a:lnTo>
                <a:lnTo>
                  <a:pt x="2829" y="3427"/>
                </a:lnTo>
                <a:lnTo>
                  <a:pt x="2284" y="2299"/>
                </a:lnTo>
                <a:lnTo>
                  <a:pt x="3536" y="1586"/>
                </a:lnTo>
                <a:lnTo>
                  <a:pt x="1970" y="1476"/>
                </a:lnTo>
                <a:lnTo>
                  <a:pt x="1657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122"/>
          <p:cNvSpPr/>
          <p:nvPr/>
        </p:nvSpPr>
        <p:spPr>
          <a:xfrm>
            <a:off x="720000" y="2951831"/>
            <a:ext cx="171587" cy="159791"/>
          </a:xfrm>
          <a:custGeom>
            <a:rect b="b" l="l" r="r" t="t"/>
            <a:pathLst>
              <a:path extrusionOk="0" h="3495" w="3753">
                <a:moveTo>
                  <a:pt x="3086" y="0"/>
                </a:moveTo>
                <a:lnTo>
                  <a:pt x="1984" y="942"/>
                </a:lnTo>
                <a:lnTo>
                  <a:pt x="960" y="185"/>
                </a:lnTo>
                <a:lnTo>
                  <a:pt x="960" y="185"/>
                </a:lnTo>
                <a:lnTo>
                  <a:pt x="1368" y="1344"/>
                </a:lnTo>
                <a:lnTo>
                  <a:pt x="1" y="2517"/>
                </a:lnTo>
                <a:lnTo>
                  <a:pt x="1616" y="2193"/>
                </a:lnTo>
                <a:lnTo>
                  <a:pt x="2135" y="3494"/>
                </a:lnTo>
                <a:lnTo>
                  <a:pt x="2316" y="2258"/>
                </a:lnTo>
                <a:lnTo>
                  <a:pt x="3753" y="2366"/>
                </a:lnTo>
                <a:lnTo>
                  <a:pt x="3753" y="2366"/>
                </a:lnTo>
                <a:lnTo>
                  <a:pt x="2518" y="1399"/>
                </a:lnTo>
                <a:lnTo>
                  <a:pt x="3086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122"/>
          <p:cNvSpPr/>
          <p:nvPr/>
        </p:nvSpPr>
        <p:spPr>
          <a:xfrm>
            <a:off x="8503930" y="2777438"/>
            <a:ext cx="161712" cy="174376"/>
          </a:xfrm>
          <a:custGeom>
            <a:rect b="b" l="l" r="r" t="t"/>
            <a:pathLst>
              <a:path extrusionOk="0" h="3814" w="3537">
                <a:moveTo>
                  <a:pt x="1657" y="0"/>
                </a:moveTo>
                <a:lnTo>
                  <a:pt x="1270" y="1397"/>
                </a:lnTo>
                <a:lnTo>
                  <a:pt x="0" y="1344"/>
                </a:lnTo>
                <a:lnTo>
                  <a:pt x="0" y="1344"/>
                </a:lnTo>
                <a:lnTo>
                  <a:pt x="988" y="2076"/>
                </a:lnTo>
                <a:lnTo>
                  <a:pt x="512" y="3814"/>
                </a:lnTo>
                <a:lnTo>
                  <a:pt x="1668" y="2640"/>
                </a:lnTo>
                <a:lnTo>
                  <a:pt x="2829" y="3427"/>
                </a:lnTo>
                <a:lnTo>
                  <a:pt x="2284" y="2299"/>
                </a:lnTo>
                <a:lnTo>
                  <a:pt x="3536" y="1586"/>
                </a:lnTo>
                <a:lnTo>
                  <a:pt x="1970" y="1476"/>
                </a:lnTo>
                <a:lnTo>
                  <a:pt x="1657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122"/>
          <p:cNvSpPr/>
          <p:nvPr/>
        </p:nvSpPr>
        <p:spPr>
          <a:xfrm>
            <a:off x="8424005" y="4294313"/>
            <a:ext cx="161712" cy="174376"/>
          </a:xfrm>
          <a:custGeom>
            <a:rect b="b" l="l" r="r" t="t"/>
            <a:pathLst>
              <a:path extrusionOk="0" h="3814" w="3537">
                <a:moveTo>
                  <a:pt x="1657" y="0"/>
                </a:moveTo>
                <a:lnTo>
                  <a:pt x="1270" y="1397"/>
                </a:lnTo>
                <a:lnTo>
                  <a:pt x="0" y="1344"/>
                </a:lnTo>
                <a:lnTo>
                  <a:pt x="0" y="1344"/>
                </a:lnTo>
                <a:lnTo>
                  <a:pt x="988" y="2076"/>
                </a:lnTo>
                <a:lnTo>
                  <a:pt x="512" y="3814"/>
                </a:lnTo>
                <a:lnTo>
                  <a:pt x="1668" y="2640"/>
                </a:lnTo>
                <a:lnTo>
                  <a:pt x="2829" y="3427"/>
                </a:lnTo>
                <a:lnTo>
                  <a:pt x="2284" y="2299"/>
                </a:lnTo>
                <a:lnTo>
                  <a:pt x="3536" y="1586"/>
                </a:lnTo>
                <a:lnTo>
                  <a:pt x="1970" y="1476"/>
                </a:lnTo>
                <a:lnTo>
                  <a:pt x="1657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BLANK_1_1_1_1_3"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123"/>
          <p:cNvSpPr/>
          <p:nvPr/>
        </p:nvSpPr>
        <p:spPr>
          <a:xfrm>
            <a:off x="285100" y="268025"/>
            <a:ext cx="8573700" cy="4607400"/>
          </a:xfrm>
          <a:prstGeom prst="plus">
            <a:avLst>
              <a:gd fmla="val 3202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123"/>
          <p:cNvSpPr txBox="1"/>
          <p:nvPr>
            <p:ph type="title"/>
          </p:nvPr>
        </p:nvSpPr>
        <p:spPr>
          <a:xfrm>
            <a:off x="720012" y="2447988"/>
            <a:ext cx="2603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4" name="Google Shape;804;p123"/>
          <p:cNvSpPr txBox="1"/>
          <p:nvPr>
            <p:ph idx="1" type="subTitle"/>
          </p:nvPr>
        </p:nvSpPr>
        <p:spPr>
          <a:xfrm>
            <a:off x="720023" y="2958313"/>
            <a:ext cx="26037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05" name="Google Shape;805;p123"/>
          <p:cNvSpPr txBox="1"/>
          <p:nvPr>
            <p:ph idx="2" type="title"/>
          </p:nvPr>
        </p:nvSpPr>
        <p:spPr>
          <a:xfrm>
            <a:off x="5820289" y="2447988"/>
            <a:ext cx="2603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6" name="Google Shape;806;p123"/>
          <p:cNvSpPr txBox="1"/>
          <p:nvPr>
            <p:ph idx="3" type="subTitle"/>
          </p:nvPr>
        </p:nvSpPr>
        <p:spPr>
          <a:xfrm>
            <a:off x="5820298" y="2958313"/>
            <a:ext cx="26037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07" name="Google Shape;807;p123"/>
          <p:cNvSpPr txBox="1"/>
          <p:nvPr>
            <p:ph idx="4" type="title"/>
          </p:nvPr>
        </p:nvSpPr>
        <p:spPr>
          <a:xfrm>
            <a:off x="3270150" y="3601300"/>
            <a:ext cx="26037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8" name="Google Shape;808;p123"/>
          <p:cNvSpPr txBox="1"/>
          <p:nvPr>
            <p:ph idx="5" type="subTitle"/>
          </p:nvPr>
        </p:nvSpPr>
        <p:spPr>
          <a:xfrm>
            <a:off x="3270162" y="4039200"/>
            <a:ext cx="26037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09" name="Google Shape;809;p123"/>
          <p:cNvSpPr txBox="1"/>
          <p:nvPr>
            <p:ph idx="6" type="title"/>
          </p:nvPr>
        </p:nvSpPr>
        <p:spPr>
          <a:xfrm>
            <a:off x="3270150" y="1214725"/>
            <a:ext cx="26037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10" name="Google Shape;810;p123"/>
          <p:cNvSpPr txBox="1"/>
          <p:nvPr>
            <p:ph idx="7" type="subTitle"/>
          </p:nvPr>
        </p:nvSpPr>
        <p:spPr>
          <a:xfrm>
            <a:off x="3270162" y="1652625"/>
            <a:ext cx="26037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11" name="Google Shape;811;p123"/>
          <p:cNvSpPr txBox="1"/>
          <p:nvPr>
            <p:ph idx="8"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grpSp>
        <p:nvGrpSpPr>
          <p:cNvPr id="812" name="Google Shape;812;p123"/>
          <p:cNvGrpSpPr/>
          <p:nvPr/>
        </p:nvGrpSpPr>
        <p:grpSpPr>
          <a:xfrm>
            <a:off x="1019425" y="1362531"/>
            <a:ext cx="7227337" cy="3108041"/>
            <a:chOff x="1019425" y="1362531"/>
            <a:chExt cx="7227337" cy="3108041"/>
          </a:xfrm>
        </p:grpSpPr>
        <p:sp>
          <p:nvSpPr>
            <p:cNvPr id="813" name="Google Shape;813;p123"/>
            <p:cNvSpPr/>
            <p:nvPr/>
          </p:nvSpPr>
          <p:spPr>
            <a:xfrm>
              <a:off x="7063150" y="153933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123"/>
            <p:cNvSpPr/>
            <p:nvPr/>
          </p:nvSpPr>
          <p:spPr>
            <a:xfrm>
              <a:off x="7741730" y="193678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123"/>
            <p:cNvSpPr/>
            <p:nvPr/>
          </p:nvSpPr>
          <p:spPr>
            <a:xfrm>
              <a:off x="1869030" y="392891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123"/>
            <p:cNvSpPr/>
            <p:nvPr/>
          </p:nvSpPr>
          <p:spPr>
            <a:xfrm>
              <a:off x="6437480" y="426821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123"/>
            <p:cNvSpPr/>
            <p:nvPr/>
          </p:nvSpPr>
          <p:spPr>
            <a:xfrm>
              <a:off x="2389305" y="1532025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123"/>
            <p:cNvSpPr/>
            <p:nvPr/>
          </p:nvSpPr>
          <p:spPr>
            <a:xfrm>
              <a:off x="1019425" y="185488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123"/>
            <p:cNvSpPr/>
            <p:nvPr/>
          </p:nvSpPr>
          <p:spPr>
            <a:xfrm>
              <a:off x="7868525" y="387940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123"/>
            <p:cNvSpPr/>
            <p:nvPr/>
          </p:nvSpPr>
          <p:spPr>
            <a:xfrm>
              <a:off x="1475550" y="431078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123"/>
            <p:cNvSpPr/>
            <p:nvPr/>
          </p:nvSpPr>
          <p:spPr>
            <a:xfrm>
              <a:off x="8075175" y="136253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123"/>
            <p:cNvSpPr/>
            <p:nvPr/>
          </p:nvSpPr>
          <p:spPr>
            <a:xfrm>
              <a:off x="1546800" y="136253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TITLE_AND_TWO_COLUMNS_2_1_1"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4" name="Google Shape;824;p124"/>
          <p:cNvGrpSpPr/>
          <p:nvPr/>
        </p:nvGrpSpPr>
        <p:grpSpPr>
          <a:xfrm>
            <a:off x="548425" y="452800"/>
            <a:ext cx="8082167" cy="4325964"/>
            <a:chOff x="548425" y="452800"/>
            <a:chExt cx="8082167" cy="4325964"/>
          </a:xfrm>
        </p:grpSpPr>
        <p:sp>
          <p:nvSpPr>
            <p:cNvPr id="825" name="Google Shape;825;p124"/>
            <p:cNvSpPr/>
            <p:nvPr/>
          </p:nvSpPr>
          <p:spPr>
            <a:xfrm>
              <a:off x="4141650" y="444740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124"/>
            <p:cNvSpPr/>
            <p:nvPr/>
          </p:nvSpPr>
          <p:spPr>
            <a:xfrm>
              <a:off x="4214155" y="328318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124"/>
            <p:cNvSpPr/>
            <p:nvPr/>
          </p:nvSpPr>
          <p:spPr>
            <a:xfrm>
              <a:off x="1807355" y="452800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124"/>
            <p:cNvSpPr/>
            <p:nvPr/>
          </p:nvSpPr>
          <p:spPr>
            <a:xfrm>
              <a:off x="8165125" y="432923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124"/>
            <p:cNvSpPr/>
            <p:nvPr/>
          </p:nvSpPr>
          <p:spPr>
            <a:xfrm>
              <a:off x="548425" y="211485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124"/>
            <p:cNvSpPr/>
            <p:nvPr/>
          </p:nvSpPr>
          <p:spPr>
            <a:xfrm>
              <a:off x="6523180" y="71436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124"/>
            <p:cNvSpPr/>
            <p:nvPr/>
          </p:nvSpPr>
          <p:spPr>
            <a:xfrm>
              <a:off x="8468880" y="323893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124"/>
            <p:cNvSpPr/>
            <p:nvPr/>
          </p:nvSpPr>
          <p:spPr>
            <a:xfrm>
              <a:off x="7269900" y="547294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124"/>
            <p:cNvSpPr/>
            <p:nvPr/>
          </p:nvSpPr>
          <p:spPr>
            <a:xfrm>
              <a:off x="634213" y="3238944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124"/>
            <p:cNvSpPr/>
            <p:nvPr/>
          </p:nvSpPr>
          <p:spPr>
            <a:xfrm>
              <a:off x="3404280" y="434921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124"/>
            <p:cNvSpPr/>
            <p:nvPr/>
          </p:nvSpPr>
          <p:spPr>
            <a:xfrm>
              <a:off x="1645630" y="428533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124"/>
            <p:cNvSpPr/>
            <p:nvPr/>
          </p:nvSpPr>
          <p:spPr>
            <a:xfrm>
              <a:off x="4118705" y="49438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124"/>
            <p:cNvSpPr/>
            <p:nvPr/>
          </p:nvSpPr>
          <p:spPr>
            <a:xfrm>
              <a:off x="6361455" y="460438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124"/>
            <p:cNvSpPr/>
            <p:nvPr/>
          </p:nvSpPr>
          <p:spPr>
            <a:xfrm>
              <a:off x="4945655" y="407863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124"/>
            <p:cNvSpPr/>
            <p:nvPr/>
          </p:nvSpPr>
          <p:spPr>
            <a:xfrm>
              <a:off x="4366438" y="235450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0" name="Google Shape;840;p124"/>
          <p:cNvSpPr/>
          <p:nvPr/>
        </p:nvSpPr>
        <p:spPr>
          <a:xfrm>
            <a:off x="285100" y="268025"/>
            <a:ext cx="8573700" cy="4607400"/>
          </a:xfrm>
          <a:prstGeom prst="plus">
            <a:avLst>
              <a:gd fmla="val 3202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124"/>
          <p:cNvSpPr txBox="1"/>
          <p:nvPr>
            <p:ph idx="1" type="subTitle"/>
          </p:nvPr>
        </p:nvSpPr>
        <p:spPr>
          <a:xfrm>
            <a:off x="5488113" y="2047325"/>
            <a:ext cx="23316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42" name="Google Shape;842;p124"/>
          <p:cNvSpPr txBox="1"/>
          <p:nvPr>
            <p:ph idx="2" type="subTitle"/>
          </p:nvPr>
        </p:nvSpPr>
        <p:spPr>
          <a:xfrm>
            <a:off x="5488113" y="3777550"/>
            <a:ext cx="23316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43" name="Google Shape;843;p124"/>
          <p:cNvSpPr txBox="1"/>
          <p:nvPr>
            <p:ph type="title"/>
          </p:nvPr>
        </p:nvSpPr>
        <p:spPr>
          <a:xfrm>
            <a:off x="5488112" y="1373775"/>
            <a:ext cx="2331600" cy="63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844" name="Google Shape;844;p124"/>
          <p:cNvSpPr txBox="1"/>
          <p:nvPr>
            <p:ph idx="3" type="title"/>
          </p:nvPr>
        </p:nvSpPr>
        <p:spPr>
          <a:xfrm>
            <a:off x="5488113" y="3094575"/>
            <a:ext cx="2331600" cy="63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845" name="Google Shape;845;p124"/>
          <p:cNvSpPr txBox="1"/>
          <p:nvPr>
            <p:ph idx="4"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1">
  <p:cSld name="BIG_NUMBER_1"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125"/>
          <p:cNvSpPr/>
          <p:nvPr/>
        </p:nvSpPr>
        <p:spPr>
          <a:xfrm>
            <a:off x="285100" y="268025"/>
            <a:ext cx="8573700" cy="4607400"/>
          </a:xfrm>
          <a:prstGeom prst="plus">
            <a:avLst>
              <a:gd fmla="val 3202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125"/>
          <p:cNvSpPr txBox="1"/>
          <p:nvPr>
            <p:ph type="title"/>
          </p:nvPr>
        </p:nvSpPr>
        <p:spPr>
          <a:xfrm rot="459">
            <a:off x="2323350" y="1033825"/>
            <a:ext cx="4497300" cy="26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17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849" name="Google Shape;849;p125"/>
          <p:cNvSpPr txBox="1"/>
          <p:nvPr>
            <p:ph idx="1" type="subTitle"/>
          </p:nvPr>
        </p:nvSpPr>
        <p:spPr>
          <a:xfrm>
            <a:off x="3035950" y="3669575"/>
            <a:ext cx="3072000" cy="4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50" name="Google Shape;850;p125"/>
          <p:cNvGrpSpPr/>
          <p:nvPr/>
        </p:nvGrpSpPr>
        <p:grpSpPr>
          <a:xfrm>
            <a:off x="870238" y="539988"/>
            <a:ext cx="7366399" cy="4033097"/>
            <a:chOff x="870238" y="539988"/>
            <a:chExt cx="7366399" cy="4033097"/>
          </a:xfrm>
        </p:grpSpPr>
        <p:sp>
          <p:nvSpPr>
            <p:cNvPr id="851" name="Google Shape;851;p125"/>
            <p:cNvSpPr/>
            <p:nvPr/>
          </p:nvSpPr>
          <p:spPr>
            <a:xfrm>
              <a:off x="7265150" y="74545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125"/>
            <p:cNvSpPr/>
            <p:nvPr/>
          </p:nvSpPr>
          <p:spPr>
            <a:xfrm>
              <a:off x="6913055" y="95966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125"/>
            <p:cNvSpPr/>
            <p:nvPr/>
          </p:nvSpPr>
          <p:spPr>
            <a:xfrm>
              <a:off x="7967305" y="311936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125"/>
            <p:cNvSpPr/>
            <p:nvPr/>
          </p:nvSpPr>
          <p:spPr>
            <a:xfrm>
              <a:off x="6327342" y="398173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125"/>
            <p:cNvSpPr/>
            <p:nvPr/>
          </p:nvSpPr>
          <p:spPr>
            <a:xfrm>
              <a:off x="1652017" y="349518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125"/>
            <p:cNvSpPr/>
            <p:nvPr/>
          </p:nvSpPr>
          <p:spPr>
            <a:xfrm>
              <a:off x="875167" y="221946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125"/>
            <p:cNvSpPr/>
            <p:nvPr/>
          </p:nvSpPr>
          <p:spPr>
            <a:xfrm>
              <a:off x="2528642" y="157801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125"/>
            <p:cNvSpPr/>
            <p:nvPr/>
          </p:nvSpPr>
          <p:spPr>
            <a:xfrm>
              <a:off x="1145992" y="53998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125"/>
            <p:cNvSpPr/>
            <p:nvPr/>
          </p:nvSpPr>
          <p:spPr>
            <a:xfrm>
              <a:off x="5376475" y="118848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125"/>
            <p:cNvSpPr/>
            <p:nvPr/>
          </p:nvSpPr>
          <p:spPr>
            <a:xfrm>
              <a:off x="3758625" y="58565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125"/>
            <p:cNvSpPr/>
            <p:nvPr/>
          </p:nvSpPr>
          <p:spPr>
            <a:xfrm>
              <a:off x="2864375" y="129125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125"/>
            <p:cNvSpPr/>
            <p:nvPr/>
          </p:nvSpPr>
          <p:spPr>
            <a:xfrm>
              <a:off x="1166325" y="196945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125"/>
            <p:cNvSpPr/>
            <p:nvPr/>
          </p:nvSpPr>
          <p:spPr>
            <a:xfrm>
              <a:off x="870238" y="892919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125"/>
            <p:cNvSpPr/>
            <p:nvPr/>
          </p:nvSpPr>
          <p:spPr>
            <a:xfrm>
              <a:off x="1889175" y="3088044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125"/>
            <p:cNvSpPr/>
            <p:nvPr/>
          </p:nvSpPr>
          <p:spPr>
            <a:xfrm>
              <a:off x="994750" y="4303394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125"/>
            <p:cNvSpPr/>
            <p:nvPr/>
          </p:nvSpPr>
          <p:spPr>
            <a:xfrm>
              <a:off x="3930200" y="4253519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125"/>
            <p:cNvSpPr/>
            <p:nvPr/>
          </p:nvSpPr>
          <p:spPr>
            <a:xfrm>
              <a:off x="6649075" y="4413294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125"/>
            <p:cNvSpPr/>
            <p:nvPr/>
          </p:nvSpPr>
          <p:spPr>
            <a:xfrm>
              <a:off x="8010350" y="3579419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125"/>
            <p:cNvSpPr/>
            <p:nvPr/>
          </p:nvSpPr>
          <p:spPr>
            <a:xfrm>
              <a:off x="8065050" y="714369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125"/>
            <p:cNvSpPr/>
            <p:nvPr/>
          </p:nvSpPr>
          <p:spPr>
            <a:xfrm>
              <a:off x="7962375" y="1207894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126"/>
          <p:cNvSpPr/>
          <p:nvPr/>
        </p:nvSpPr>
        <p:spPr>
          <a:xfrm>
            <a:off x="285100" y="268025"/>
            <a:ext cx="8573700" cy="4607400"/>
          </a:xfrm>
          <a:prstGeom prst="plus">
            <a:avLst>
              <a:gd fmla="val 3202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126"/>
          <p:cNvSpPr txBox="1"/>
          <p:nvPr>
            <p:ph hasCustomPrompt="1" type="title"/>
          </p:nvPr>
        </p:nvSpPr>
        <p:spPr>
          <a:xfrm rot="397">
            <a:off x="3108550" y="1599700"/>
            <a:ext cx="5196900" cy="15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10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74" name="Google Shape;874;p126"/>
          <p:cNvSpPr txBox="1"/>
          <p:nvPr>
            <p:ph idx="1" type="subTitle"/>
          </p:nvPr>
        </p:nvSpPr>
        <p:spPr>
          <a:xfrm>
            <a:off x="3108550" y="3206888"/>
            <a:ext cx="5196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75" name="Google Shape;875;p126"/>
          <p:cNvGrpSpPr/>
          <p:nvPr/>
        </p:nvGrpSpPr>
        <p:grpSpPr>
          <a:xfrm>
            <a:off x="870238" y="539988"/>
            <a:ext cx="7366399" cy="4033097"/>
            <a:chOff x="870238" y="539988"/>
            <a:chExt cx="7366399" cy="4033097"/>
          </a:xfrm>
        </p:grpSpPr>
        <p:sp>
          <p:nvSpPr>
            <p:cNvPr id="876" name="Google Shape;876;p126"/>
            <p:cNvSpPr/>
            <p:nvPr/>
          </p:nvSpPr>
          <p:spPr>
            <a:xfrm>
              <a:off x="7265150" y="74545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126"/>
            <p:cNvSpPr/>
            <p:nvPr/>
          </p:nvSpPr>
          <p:spPr>
            <a:xfrm>
              <a:off x="6913055" y="95966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126"/>
            <p:cNvSpPr/>
            <p:nvPr/>
          </p:nvSpPr>
          <p:spPr>
            <a:xfrm>
              <a:off x="7967305" y="311936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126"/>
            <p:cNvSpPr/>
            <p:nvPr/>
          </p:nvSpPr>
          <p:spPr>
            <a:xfrm>
              <a:off x="6327342" y="398173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126"/>
            <p:cNvSpPr/>
            <p:nvPr/>
          </p:nvSpPr>
          <p:spPr>
            <a:xfrm>
              <a:off x="1652017" y="349518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126"/>
            <p:cNvSpPr/>
            <p:nvPr/>
          </p:nvSpPr>
          <p:spPr>
            <a:xfrm>
              <a:off x="2528642" y="157801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126"/>
            <p:cNvSpPr/>
            <p:nvPr/>
          </p:nvSpPr>
          <p:spPr>
            <a:xfrm>
              <a:off x="1145992" y="53998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126"/>
            <p:cNvSpPr/>
            <p:nvPr/>
          </p:nvSpPr>
          <p:spPr>
            <a:xfrm>
              <a:off x="5376475" y="118848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126"/>
            <p:cNvSpPr/>
            <p:nvPr/>
          </p:nvSpPr>
          <p:spPr>
            <a:xfrm>
              <a:off x="3758625" y="58565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126"/>
            <p:cNvSpPr/>
            <p:nvPr/>
          </p:nvSpPr>
          <p:spPr>
            <a:xfrm>
              <a:off x="2864375" y="129125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126"/>
            <p:cNvSpPr/>
            <p:nvPr/>
          </p:nvSpPr>
          <p:spPr>
            <a:xfrm>
              <a:off x="1166325" y="196945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126"/>
            <p:cNvSpPr/>
            <p:nvPr/>
          </p:nvSpPr>
          <p:spPr>
            <a:xfrm>
              <a:off x="870238" y="892919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126"/>
            <p:cNvSpPr/>
            <p:nvPr/>
          </p:nvSpPr>
          <p:spPr>
            <a:xfrm>
              <a:off x="1889175" y="3088044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126"/>
            <p:cNvSpPr/>
            <p:nvPr/>
          </p:nvSpPr>
          <p:spPr>
            <a:xfrm>
              <a:off x="994750" y="4303394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126"/>
            <p:cNvSpPr/>
            <p:nvPr/>
          </p:nvSpPr>
          <p:spPr>
            <a:xfrm>
              <a:off x="3930200" y="4253519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126"/>
            <p:cNvSpPr/>
            <p:nvPr/>
          </p:nvSpPr>
          <p:spPr>
            <a:xfrm>
              <a:off x="6649075" y="4413294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126"/>
            <p:cNvSpPr/>
            <p:nvPr/>
          </p:nvSpPr>
          <p:spPr>
            <a:xfrm>
              <a:off x="8010350" y="3579419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126"/>
            <p:cNvSpPr/>
            <p:nvPr/>
          </p:nvSpPr>
          <p:spPr>
            <a:xfrm>
              <a:off x="8065050" y="714369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126"/>
            <p:cNvSpPr/>
            <p:nvPr/>
          </p:nvSpPr>
          <p:spPr>
            <a:xfrm>
              <a:off x="7962375" y="1207894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127"/>
          <p:cNvSpPr/>
          <p:nvPr/>
        </p:nvSpPr>
        <p:spPr>
          <a:xfrm>
            <a:off x="285100" y="268025"/>
            <a:ext cx="8573700" cy="4607400"/>
          </a:xfrm>
          <a:prstGeom prst="plus">
            <a:avLst>
              <a:gd fmla="val 3202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127"/>
          <p:cNvSpPr txBox="1"/>
          <p:nvPr>
            <p:ph type="ctrTitle"/>
          </p:nvPr>
        </p:nvSpPr>
        <p:spPr>
          <a:xfrm>
            <a:off x="720100" y="540000"/>
            <a:ext cx="7704000" cy="11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98" name="Google Shape;898;p127"/>
          <p:cNvSpPr txBox="1"/>
          <p:nvPr/>
        </p:nvSpPr>
        <p:spPr>
          <a:xfrm>
            <a:off x="2963750" y="3229560"/>
            <a:ext cx="3216600" cy="8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accent5"/>
                </a:solidFill>
                <a:latin typeface="Kumbh Sans"/>
                <a:ea typeface="Kumbh Sans"/>
                <a:cs typeface="Kumbh Sans"/>
                <a:sym typeface="Kumbh Sans"/>
              </a:rPr>
              <a:t>CREDITS:</a:t>
            </a:r>
            <a:r>
              <a:rPr b="0" i="0" lang="en" sz="1100" u="none" cap="none" strike="noStrike">
                <a:solidFill>
                  <a:schemeClr val="accent5"/>
                </a:solidFill>
                <a:latin typeface="Kumbh Sans"/>
                <a:ea typeface="Kumbh Sans"/>
                <a:cs typeface="Kumbh Sans"/>
                <a:sym typeface="Kumbh Sans"/>
              </a:rPr>
              <a:t> </a:t>
            </a:r>
            <a:r>
              <a:rPr b="0" i="0" lang="en" sz="1100" u="none" cap="none" strike="noStrike">
                <a:solidFill>
                  <a:schemeClr val="accent6"/>
                </a:solidFill>
                <a:latin typeface="Kumbh Sans"/>
                <a:ea typeface="Kumbh Sans"/>
                <a:cs typeface="Kumbh Sans"/>
                <a:sym typeface="Kumbh Sans"/>
              </a:rPr>
              <a:t>This presentation template was created by </a:t>
            </a:r>
            <a:r>
              <a:rPr b="1" i="0" lang="en" sz="1100" u="none" cap="none" strike="noStrike">
                <a:solidFill>
                  <a:schemeClr val="accent5"/>
                </a:solidFill>
                <a:uFill>
                  <a:noFill/>
                </a:uFill>
                <a:latin typeface="Kumbh Sans"/>
                <a:ea typeface="Kumbh Sans"/>
                <a:cs typeface="Kumbh Sans"/>
                <a:sym typeface="Kumbh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i="0" lang="en" sz="1100" u="none" cap="none" strike="noStrike">
                <a:solidFill>
                  <a:schemeClr val="accent5"/>
                </a:solidFill>
                <a:latin typeface="Kumbh Sans"/>
                <a:ea typeface="Kumbh Sans"/>
                <a:cs typeface="Kumbh Sans"/>
                <a:sym typeface="Kumbh Sans"/>
              </a:rPr>
              <a:t>,</a:t>
            </a:r>
            <a:r>
              <a:rPr b="0" i="0" lang="en" sz="1100" u="none" cap="none" strike="noStrike">
                <a:solidFill>
                  <a:schemeClr val="accent6"/>
                </a:solidFill>
                <a:latin typeface="Kumbh Sans"/>
                <a:ea typeface="Kumbh Sans"/>
                <a:cs typeface="Kumbh Sans"/>
                <a:sym typeface="Kumbh Sans"/>
              </a:rPr>
              <a:t> including icons by </a:t>
            </a:r>
            <a:r>
              <a:rPr b="1" i="0" lang="en" sz="1100" u="none" cap="none" strike="noStrike">
                <a:solidFill>
                  <a:schemeClr val="accent5"/>
                </a:solidFill>
                <a:uFill>
                  <a:noFill/>
                </a:uFill>
                <a:latin typeface="Kumbh Sans"/>
                <a:ea typeface="Kumbh Sans"/>
                <a:cs typeface="Kumbh Sans"/>
                <a:sym typeface="Kumbh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i="0" lang="en" sz="1100" u="none" cap="none" strike="noStrike">
                <a:solidFill>
                  <a:schemeClr val="accent5"/>
                </a:solidFill>
                <a:latin typeface="Kumbh Sans"/>
                <a:ea typeface="Kumbh Sans"/>
                <a:cs typeface="Kumbh Sans"/>
                <a:sym typeface="Kumbh Sans"/>
              </a:rPr>
              <a:t>,</a:t>
            </a:r>
            <a:r>
              <a:rPr b="0" i="0" lang="en" sz="1100" u="none" cap="none" strike="noStrike">
                <a:solidFill>
                  <a:schemeClr val="accent5"/>
                </a:solidFill>
                <a:latin typeface="Kumbh Sans"/>
                <a:ea typeface="Kumbh Sans"/>
                <a:cs typeface="Kumbh Sans"/>
                <a:sym typeface="Kumbh Sans"/>
              </a:rPr>
              <a:t> </a:t>
            </a:r>
            <a:r>
              <a:rPr b="0" i="0" lang="en" sz="1100" u="none" cap="none" strike="noStrike">
                <a:solidFill>
                  <a:schemeClr val="accent6"/>
                </a:solidFill>
                <a:latin typeface="Kumbh Sans"/>
                <a:ea typeface="Kumbh Sans"/>
                <a:cs typeface="Kumbh Sans"/>
                <a:sym typeface="Kumbh Sans"/>
              </a:rPr>
              <a:t>and infographics &amp; images by </a:t>
            </a:r>
            <a:r>
              <a:rPr b="1" i="0" lang="en" sz="1100" u="none" cap="none" strike="noStrike">
                <a:solidFill>
                  <a:schemeClr val="accent5"/>
                </a:solidFill>
                <a:uFill>
                  <a:noFill/>
                </a:uFill>
                <a:latin typeface="Kumbh Sans"/>
                <a:ea typeface="Kumbh Sans"/>
                <a:cs typeface="Kumbh Sans"/>
                <a:sym typeface="Kumbh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i="0" sz="1100" u="none" cap="none" strike="noStrike">
              <a:solidFill>
                <a:schemeClr val="accent5"/>
              </a:solidFill>
              <a:latin typeface="Kumbh Sans"/>
              <a:ea typeface="Kumbh Sans"/>
              <a:cs typeface="Kumbh Sans"/>
              <a:sym typeface="Kumbh Sans"/>
            </a:endParaRPr>
          </a:p>
        </p:txBody>
      </p:sp>
      <p:sp>
        <p:nvSpPr>
          <p:cNvPr id="899" name="Google Shape;899;p127"/>
          <p:cNvSpPr txBox="1"/>
          <p:nvPr>
            <p:ph idx="1" type="subTitle"/>
          </p:nvPr>
        </p:nvSpPr>
        <p:spPr>
          <a:xfrm>
            <a:off x="2679300" y="1858230"/>
            <a:ext cx="3785400" cy="12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0" name="Google Shape;900;p127"/>
          <p:cNvSpPr txBox="1"/>
          <p:nvPr>
            <p:ph idx="2" type="subTitle"/>
          </p:nvPr>
        </p:nvSpPr>
        <p:spPr>
          <a:xfrm rot="-1090">
            <a:off x="2679300" y="4184190"/>
            <a:ext cx="37854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901" name="Google Shape;901;p127"/>
          <p:cNvGrpSpPr/>
          <p:nvPr/>
        </p:nvGrpSpPr>
        <p:grpSpPr>
          <a:xfrm>
            <a:off x="491300" y="1236888"/>
            <a:ext cx="8104387" cy="2930284"/>
            <a:chOff x="491300" y="1236888"/>
            <a:chExt cx="8104387" cy="2930284"/>
          </a:xfrm>
        </p:grpSpPr>
        <p:sp>
          <p:nvSpPr>
            <p:cNvPr id="902" name="Google Shape;902;p127"/>
            <p:cNvSpPr/>
            <p:nvPr/>
          </p:nvSpPr>
          <p:spPr>
            <a:xfrm>
              <a:off x="6175400" y="267105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127"/>
            <p:cNvSpPr/>
            <p:nvPr/>
          </p:nvSpPr>
          <p:spPr>
            <a:xfrm>
              <a:off x="8393430" y="123688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127"/>
            <p:cNvSpPr/>
            <p:nvPr/>
          </p:nvSpPr>
          <p:spPr>
            <a:xfrm>
              <a:off x="8129730" y="207786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127"/>
            <p:cNvSpPr/>
            <p:nvPr/>
          </p:nvSpPr>
          <p:spPr>
            <a:xfrm>
              <a:off x="8424100" y="2919044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127"/>
            <p:cNvSpPr/>
            <p:nvPr/>
          </p:nvSpPr>
          <p:spPr>
            <a:xfrm>
              <a:off x="6675805" y="391288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127"/>
            <p:cNvSpPr/>
            <p:nvPr/>
          </p:nvSpPr>
          <p:spPr>
            <a:xfrm>
              <a:off x="2679300" y="2730869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127"/>
            <p:cNvSpPr/>
            <p:nvPr/>
          </p:nvSpPr>
          <p:spPr>
            <a:xfrm>
              <a:off x="2392455" y="377036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127"/>
            <p:cNvSpPr/>
            <p:nvPr/>
          </p:nvSpPr>
          <p:spPr>
            <a:xfrm>
              <a:off x="790625" y="168395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127"/>
            <p:cNvSpPr/>
            <p:nvPr/>
          </p:nvSpPr>
          <p:spPr>
            <a:xfrm>
              <a:off x="902905" y="283083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127"/>
            <p:cNvSpPr/>
            <p:nvPr/>
          </p:nvSpPr>
          <p:spPr>
            <a:xfrm>
              <a:off x="491300" y="3777669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127"/>
            <p:cNvSpPr/>
            <p:nvPr/>
          </p:nvSpPr>
          <p:spPr>
            <a:xfrm>
              <a:off x="7965025" y="400738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4">
  <p:cSld name="TITLE_AND_TWO_COLUMNS_2_1_1_1"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128"/>
          <p:cNvSpPr/>
          <p:nvPr/>
        </p:nvSpPr>
        <p:spPr>
          <a:xfrm>
            <a:off x="285100" y="268025"/>
            <a:ext cx="8573700" cy="4607400"/>
          </a:xfrm>
          <a:prstGeom prst="plus">
            <a:avLst>
              <a:gd fmla="val 3202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128"/>
          <p:cNvSpPr txBox="1"/>
          <p:nvPr>
            <p:ph idx="1" type="subTitle"/>
          </p:nvPr>
        </p:nvSpPr>
        <p:spPr>
          <a:xfrm>
            <a:off x="741725" y="1337875"/>
            <a:ext cx="3729900" cy="29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200">
                <a:solidFill>
                  <a:srgbClr val="E9E2C9"/>
                </a:solidFill>
              </a:defRPr>
            </a:lvl1pPr>
            <a:lvl2pPr lvl="1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16" name="Google Shape;916;p128"/>
          <p:cNvSpPr txBox="1"/>
          <p:nvPr>
            <p:ph idx="2" type="subTitle"/>
          </p:nvPr>
        </p:nvSpPr>
        <p:spPr>
          <a:xfrm>
            <a:off x="4694110" y="1337875"/>
            <a:ext cx="3729900" cy="29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●"/>
              <a:defRPr sz="1200"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917" name="Google Shape;917;p128"/>
          <p:cNvGrpSpPr/>
          <p:nvPr/>
        </p:nvGrpSpPr>
        <p:grpSpPr>
          <a:xfrm>
            <a:off x="548425" y="452800"/>
            <a:ext cx="8082167" cy="4325964"/>
            <a:chOff x="548425" y="452800"/>
            <a:chExt cx="8082167" cy="4325964"/>
          </a:xfrm>
        </p:grpSpPr>
        <p:sp>
          <p:nvSpPr>
            <p:cNvPr id="918" name="Google Shape;918;p128"/>
            <p:cNvSpPr/>
            <p:nvPr/>
          </p:nvSpPr>
          <p:spPr>
            <a:xfrm>
              <a:off x="4141650" y="444740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128"/>
            <p:cNvSpPr/>
            <p:nvPr/>
          </p:nvSpPr>
          <p:spPr>
            <a:xfrm>
              <a:off x="4290355" y="343558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128"/>
            <p:cNvSpPr/>
            <p:nvPr/>
          </p:nvSpPr>
          <p:spPr>
            <a:xfrm>
              <a:off x="1807355" y="452800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128"/>
            <p:cNvSpPr/>
            <p:nvPr/>
          </p:nvSpPr>
          <p:spPr>
            <a:xfrm>
              <a:off x="8165125" y="432923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128"/>
            <p:cNvSpPr/>
            <p:nvPr/>
          </p:nvSpPr>
          <p:spPr>
            <a:xfrm>
              <a:off x="548425" y="211485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128"/>
            <p:cNvSpPr/>
            <p:nvPr/>
          </p:nvSpPr>
          <p:spPr>
            <a:xfrm>
              <a:off x="6523180" y="71436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128"/>
            <p:cNvSpPr/>
            <p:nvPr/>
          </p:nvSpPr>
          <p:spPr>
            <a:xfrm>
              <a:off x="8468880" y="323893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128"/>
            <p:cNvSpPr/>
            <p:nvPr/>
          </p:nvSpPr>
          <p:spPr>
            <a:xfrm>
              <a:off x="7269900" y="547294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128"/>
            <p:cNvSpPr/>
            <p:nvPr/>
          </p:nvSpPr>
          <p:spPr>
            <a:xfrm>
              <a:off x="634213" y="3238944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128"/>
            <p:cNvSpPr/>
            <p:nvPr/>
          </p:nvSpPr>
          <p:spPr>
            <a:xfrm>
              <a:off x="3404280" y="434921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128"/>
            <p:cNvSpPr/>
            <p:nvPr/>
          </p:nvSpPr>
          <p:spPr>
            <a:xfrm>
              <a:off x="1645630" y="428533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128"/>
            <p:cNvSpPr/>
            <p:nvPr/>
          </p:nvSpPr>
          <p:spPr>
            <a:xfrm>
              <a:off x="4118705" y="49438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128"/>
            <p:cNvSpPr/>
            <p:nvPr/>
          </p:nvSpPr>
          <p:spPr>
            <a:xfrm>
              <a:off x="6361455" y="460438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128"/>
            <p:cNvSpPr/>
            <p:nvPr/>
          </p:nvSpPr>
          <p:spPr>
            <a:xfrm>
              <a:off x="5326655" y="445963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128"/>
            <p:cNvSpPr/>
            <p:nvPr/>
          </p:nvSpPr>
          <p:spPr>
            <a:xfrm>
              <a:off x="4366438" y="235450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3" name="Google Shape;933;p128"/>
          <p:cNvSpPr txBox="1"/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TITLE_AND_TWO_COLUMNS_2_2"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135"/>
          <p:cNvSpPr/>
          <p:nvPr/>
        </p:nvSpPr>
        <p:spPr>
          <a:xfrm>
            <a:off x="285100" y="268025"/>
            <a:ext cx="8573700" cy="4607400"/>
          </a:xfrm>
          <a:prstGeom prst="plus">
            <a:avLst>
              <a:gd fmla="val 3202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135"/>
          <p:cNvSpPr txBox="1"/>
          <p:nvPr>
            <p:ph idx="1" type="subTitle"/>
          </p:nvPr>
        </p:nvSpPr>
        <p:spPr>
          <a:xfrm>
            <a:off x="1133400" y="3017550"/>
            <a:ext cx="21048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38" name="Google Shape;938;p135"/>
          <p:cNvSpPr txBox="1"/>
          <p:nvPr>
            <p:ph idx="2" type="subTitle"/>
          </p:nvPr>
        </p:nvSpPr>
        <p:spPr>
          <a:xfrm>
            <a:off x="5948625" y="2245925"/>
            <a:ext cx="21048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39" name="Google Shape;939;p135"/>
          <p:cNvSpPr txBox="1"/>
          <p:nvPr>
            <p:ph type="title"/>
          </p:nvPr>
        </p:nvSpPr>
        <p:spPr>
          <a:xfrm>
            <a:off x="719997" y="2344000"/>
            <a:ext cx="2518200" cy="63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940" name="Google Shape;940;p135"/>
          <p:cNvSpPr txBox="1"/>
          <p:nvPr>
            <p:ph idx="3" type="title"/>
          </p:nvPr>
        </p:nvSpPr>
        <p:spPr>
          <a:xfrm>
            <a:off x="5948579" y="1572375"/>
            <a:ext cx="2518200" cy="63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grpSp>
        <p:nvGrpSpPr>
          <p:cNvPr id="941" name="Google Shape;941;p135"/>
          <p:cNvGrpSpPr/>
          <p:nvPr/>
        </p:nvGrpSpPr>
        <p:grpSpPr>
          <a:xfrm>
            <a:off x="510075" y="452800"/>
            <a:ext cx="8082167" cy="4382997"/>
            <a:chOff x="548425" y="452800"/>
            <a:chExt cx="8082167" cy="4382997"/>
          </a:xfrm>
        </p:grpSpPr>
        <p:sp>
          <p:nvSpPr>
            <p:cNvPr id="942" name="Google Shape;942;p135"/>
            <p:cNvSpPr/>
            <p:nvPr/>
          </p:nvSpPr>
          <p:spPr>
            <a:xfrm>
              <a:off x="3913050" y="467600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135"/>
            <p:cNvSpPr/>
            <p:nvPr/>
          </p:nvSpPr>
          <p:spPr>
            <a:xfrm>
              <a:off x="5128555" y="53998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135"/>
            <p:cNvSpPr/>
            <p:nvPr/>
          </p:nvSpPr>
          <p:spPr>
            <a:xfrm>
              <a:off x="1807355" y="452800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135"/>
            <p:cNvSpPr/>
            <p:nvPr/>
          </p:nvSpPr>
          <p:spPr>
            <a:xfrm>
              <a:off x="7098325" y="2881431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135"/>
            <p:cNvSpPr/>
            <p:nvPr/>
          </p:nvSpPr>
          <p:spPr>
            <a:xfrm>
              <a:off x="548425" y="211485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135"/>
            <p:cNvSpPr/>
            <p:nvPr/>
          </p:nvSpPr>
          <p:spPr>
            <a:xfrm>
              <a:off x="6523180" y="71436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135"/>
            <p:cNvSpPr/>
            <p:nvPr/>
          </p:nvSpPr>
          <p:spPr>
            <a:xfrm>
              <a:off x="8468880" y="323893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135"/>
            <p:cNvSpPr/>
            <p:nvPr/>
          </p:nvSpPr>
          <p:spPr>
            <a:xfrm>
              <a:off x="7269900" y="547294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135"/>
            <p:cNvSpPr/>
            <p:nvPr/>
          </p:nvSpPr>
          <p:spPr>
            <a:xfrm>
              <a:off x="634213" y="3238944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135"/>
            <p:cNvSpPr/>
            <p:nvPr/>
          </p:nvSpPr>
          <p:spPr>
            <a:xfrm>
              <a:off x="3404280" y="4349213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135"/>
            <p:cNvSpPr/>
            <p:nvPr/>
          </p:nvSpPr>
          <p:spPr>
            <a:xfrm>
              <a:off x="1645630" y="428533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135"/>
            <p:cNvSpPr/>
            <p:nvPr/>
          </p:nvSpPr>
          <p:spPr>
            <a:xfrm>
              <a:off x="4118705" y="49438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135"/>
            <p:cNvSpPr/>
            <p:nvPr/>
          </p:nvSpPr>
          <p:spPr>
            <a:xfrm>
              <a:off x="6361455" y="452818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135"/>
            <p:cNvSpPr/>
            <p:nvPr/>
          </p:nvSpPr>
          <p:spPr>
            <a:xfrm>
              <a:off x="5555255" y="3088038"/>
              <a:ext cx="161712" cy="174376"/>
            </a:xfrm>
            <a:custGeom>
              <a:rect b="b" l="l" r="r" t="t"/>
              <a:pathLst>
                <a:path extrusionOk="0" h="3814" w="3537">
                  <a:moveTo>
                    <a:pt x="1657" y="0"/>
                  </a:moveTo>
                  <a:lnTo>
                    <a:pt x="1270" y="1397"/>
                  </a:lnTo>
                  <a:lnTo>
                    <a:pt x="0" y="1344"/>
                  </a:lnTo>
                  <a:lnTo>
                    <a:pt x="0" y="1344"/>
                  </a:lnTo>
                  <a:lnTo>
                    <a:pt x="988" y="2076"/>
                  </a:lnTo>
                  <a:lnTo>
                    <a:pt x="512" y="3814"/>
                  </a:lnTo>
                  <a:lnTo>
                    <a:pt x="1668" y="2640"/>
                  </a:lnTo>
                  <a:lnTo>
                    <a:pt x="2829" y="3427"/>
                  </a:lnTo>
                  <a:lnTo>
                    <a:pt x="2284" y="2299"/>
                  </a:lnTo>
                  <a:lnTo>
                    <a:pt x="3536" y="1586"/>
                  </a:lnTo>
                  <a:lnTo>
                    <a:pt x="1970" y="1476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135"/>
            <p:cNvSpPr/>
            <p:nvPr/>
          </p:nvSpPr>
          <p:spPr>
            <a:xfrm>
              <a:off x="4366438" y="2354506"/>
              <a:ext cx="171587" cy="159791"/>
            </a:xfrm>
            <a:custGeom>
              <a:rect b="b" l="l" r="r" t="t"/>
              <a:pathLst>
                <a:path extrusionOk="0" h="3495" w="3753">
                  <a:moveTo>
                    <a:pt x="3086" y="0"/>
                  </a:moveTo>
                  <a:lnTo>
                    <a:pt x="1984" y="942"/>
                  </a:lnTo>
                  <a:lnTo>
                    <a:pt x="960" y="185"/>
                  </a:lnTo>
                  <a:lnTo>
                    <a:pt x="960" y="185"/>
                  </a:lnTo>
                  <a:lnTo>
                    <a:pt x="1368" y="1344"/>
                  </a:lnTo>
                  <a:lnTo>
                    <a:pt x="1" y="2517"/>
                  </a:lnTo>
                  <a:lnTo>
                    <a:pt x="1616" y="2193"/>
                  </a:lnTo>
                  <a:lnTo>
                    <a:pt x="2135" y="3494"/>
                  </a:lnTo>
                  <a:lnTo>
                    <a:pt x="2316" y="2258"/>
                  </a:lnTo>
                  <a:lnTo>
                    <a:pt x="3753" y="2366"/>
                  </a:lnTo>
                  <a:lnTo>
                    <a:pt x="3753" y="2366"/>
                  </a:lnTo>
                  <a:lnTo>
                    <a:pt x="2518" y="1399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7" name="Google Shape;957;p135"/>
          <p:cNvSpPr txBox="1"/>
          <p:nvPr>
            <p:ph idx="4"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958" name="Google Shape;958;p135"/>
          <p:cNvSpPr txBox="1"/>
          <p:nvPr>
            <p:ph idx="5" type="subTitle"/>
          </p:nvPr>
        </p:nvSpPr>
        <p:spPr>
          <a:xfrm>
            <a:off x="5948675" y="3791875"/>
            <a:ext cx="21048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59" name="Google Shape;959;p135"/>
          <p:cNvSpPr txBox="1"/>
          <p:nvPr>
            <p:ph idx="6" type="title"/>
          </p:nvPr>
        </p:nvSpPr>
        <p:spPr>
          <a:xfrm>
            <a:off x="5948629" y="3118325"/>
            <a:ext cx="2518200" cy="63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136"/>
          <p:cNvSpPr/>
          <p:nvPr/>
        </p:nvSpPr>
        <p:spPr>
          <a:xfrm>
            <a:off x="285100" y="268025"/>
            <a:ext cx="8573700" cy="4607400"/>
          </a:xfrm>
          <a:prstGeom prst="plus">
            <a:avLst>
              <a:gd fmla="val 3202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TITLE_1"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3" name="Google Shape;963;p137"/>
          <p:cNvGrpSpPr/>
          <p:nvPr/>
        </p:nvGrpSpPr>
        <p:grpSpPr>
          <a:xfrm>
            <a:off x="0" y="3335700"/>
            <a:ext cx="9143958" cy="2112615"/>
            <a:chOff x="0" y="3030900"/>
            <a:chExt cx="9143958" cy="2112615"/>
          </a:xfrm>
        </p:grpSpPr>
        <p:sp>
          <p:nvSpPr>
            <p:cNvPr id="964" name="Google Shape;964;p137"/>
            <p:cNvSpPr/>
            <p:nvPr/>
          </p:nvSpPr>
          <p:spPr>
            <a:xfrm>
              <a:off x="2220593" y="3031086"/>
              <a:ext cx="2464972" cy="590906"/>
            </a:xfrm>
            <a:custGeom>
              <a:rect b="b" l="l" r="r" t="t"/>
              <a:pathLst>
                <a:path extrusionOk="0" h="9520" w="36847">
                  <a:moveTo>
                    <a:pt x="31438" y="101"/>
                  </a:moveTo>
                  <a:cubicBezTo>
                    <a:pt x="30078" y="188"/>
                    <a:pt x="28716" y="393"/>
                    <a:pt x="27400" y="793"/>
                  </a:cubicBezTo>
                  <a:cubicBezTo>
                    <a:pt x="25549" y="1355"/>
                    <a:pt x="23744" y="2362"/>
                    <a:pt x="22563" y="4079"/>
                  </a:cubicBezTo>
                  <a:cubicBezTo>
                    <a:pt x="21283" y="1206"/>
                    <a:pt x="18134" y="443"/>
                    <a:pt x="15498" y="168"/>
                  </a:cubicBezTo>
                  <a:cubicBezTo>
                    <a:pt x="14085" y="22"/>
                    <a:pt x="12661" y="9"/>
                    <a:pt x="11244" y="56"/>
                  </a:cubicBezTo>
                  <a:cubicBezTo>
                    <a:pt x="9821" y="102"/>
                    <a:pt x="8389" y="251"/>
                    <a:pt x="7001" y="603"/>
                  </a:cubicBezTo>
                  <a:cubicBezTo>
                    <a:pt x="5644" y="948"/>
                    <a:pt x="4294" y="1470"/>
                    <a:pt x="3141" y="2351"/>
                  </a:cubicBezTo>
                  <a:cubicBezTo>
                    <a:pt x="2018" y="3208"/>
                    <a:pt x="1124" y="4365"/>
                    <a:pt x="609" y="5765"/>
                  </a:cubicBezTo>
                  <a:cubicBezTo>
                    <a:pt x="167" y="6966"/>
                    <a:pt x="1" y="8237"/>
                    <a:pt x="13" y="9520"/>
                  </a:cubicBezTo>
                  <a:cubicBezTo>
                    <a:pt x="23" y="8338"/>
                    <a:pt x="197" y="7168"/>
                    <a:pt x="609" y="6059"/>
                  </a:cubicBezTo>
                  <a:cubicBezTo>
                    <a:pt x="1124" y="4673"/>
                    <a:pt x="2018" y="3528"/>
                    <a:pt x="3141" y="2679"/>
                  </a:cubicBezTo>
                  <a:cubicBezTo>
                    <a:pt x="4294" y="1810"/>
                    <a:pt x="5642" y="1290"/>
                    <a:pt x="7001" y="948"/>
                  </a:cubicBezTo>
                  <a:cubicBezTo>
                    <a:pt x="8389" y="600"/>
                    <a:pt x="9821" y="453"/>
                    <a:pt x="11244" y="407"/>
                  </a:cubicBezTo>
                  <a:cubicBezTo>
                    <a:pt x="12661" y="360"/>
                    <a:pt x="14085" y="374"/>
                    <a:pt x="15498" y="519"/>
                  </a:cubicBezTo>
                  <a:cubicBezTo>
                    <a:pt x="18137" y="791"/>
                    <a:pt x="21283" y="1546"/>
                    <a:pt x="22563" y="4389"/>
                  </a:cubicBezTo>
                  <a:cubicBezTo>
                    <a:pt x="23744" y="2692"/>
                    <a:pt x="25549" y="1694"/>
                    <a:pt x="27400" y="1137"/>
                  </a:cubicBezTo>
                  <a:cubicBezTo>
                    <a:pt x="28713" y="739"/>
                    <a:pt x="30078" y="539"/>
                    <a:pt x="31438" y="451"/>
                  </a:cubicBezTo>
                  <a:cubicBezTo>
                    <a:pt x="32879" y="360"/>
                    <a:pt x="34332" y="352"/>
                    <a:pt x="35773" y="451"/>
                  </a:cubicBezTo>
                  <a:cubicBezTo>
                    <a:pt x="36131" y="476"/>
                    <a:pt x="36489" y="507"/>
                    <a:pt x="36847" y="547"/>
                  </a:cubicBezTo>
                  <a:lnTo>
                    <a:pt x="36847" y="198"/>
                  </a:lnTo>
                  <a:cubicBezTo>
                    <a:pt x="36489" y="156"/>
                    <a:pt x="36131" y="123"/>
                    <a:pt x="35773" y="101"/>
                  </a:cubicBezTo>
                  <a:cubicBezTo>
                    <a:pt x="34330" y="0"/>
                    <a:pt x="32879" y="7"/>
                    <a:pt x="31438" y="1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137"/>
            <p:cNvSpPr/>
            <p:nvPr/>
          </p:nvSpPr>
          <p:spPr>
            <a:xfrm>
              <a:off x="0" y="3030900"/>
              <a:ext cx="2139449" cy="500160"/>
            </a:xfrm>
            <a:custGeom>
              <a:rect b="b" l="l" r="r" t="t"/>
              <a:pathLst>
                <a:path extrusionOk="0" h="8058" w="31981">
                  <a:moveTo>
                    <a:pt x="3167" y="520"/>
                  </a:moveTo>
                  <a:cubicBezTo>
                    <a:pt x="5804" y="792"/>
                    <a:pt x="8950" y="1549"/>
                    <a:pt x="10230" y="4391"/>
                  </a:cubicBezTo>
                  <a:cubicBezTo>
                    <a:pt x="11417" y="2685"/>
                    <a:pt x="13243" y="1672"/>
                    <a:pt x="15107" y="1126"/>
                  </a:cubicBezTo>
                  <a:cubicBezTo>
                    <a:pt x="16426" y="738"/>
                    <a:pt x="17788" y="533"/>
                    <a:pt x="19153" y="449"/>
                  </a:cubicBezTo>
                  <a:cubicBezTo>
                    <a:pt x="20593" y="361"/>
                    <a:pt x="22046" y="354"/>
                    <a:pt x="23487" y="454"/>
                  </a:cubicBezTo>
                  <a:cubicBezTo>
                    <a:pt x="24872" y="552"/>
                    <a:pt x="26269" y="746"/>
                    <a:pt x="27593" y="1212"/>
                  </a:cubicBezTo>
                  <a:cubicBezTo>
                    <a:pt x="28851" y="1654"/>
                    <a:pt x="30059" y="2378"/>
                    <a:pt x="30855" y="3558"/>
                  </a:cubicBezTo>
                  <a:cubicBezTo>
                    <a:pt x="31673" y="4765"/>
                    <a:pt x="31949" y="6281"/>
                    <a:pt x="31978" y="7755"/>
                  </a:cubicBezTo>
                  <a:cubicBezTo>
                    <a:pt x="31979" y="7855"/>
                    <a:pt x="31978" y="7957"/>
                    <a:pt x="31978" y="8057"/>
                  </a:cubicBezTo>
                  <a:cubicBezTo>
                    <a:pt x="31981" y="7864"/>
                    <a:pt x="31981" y="7671"/>
                    <a:pt x="31978" y="7477"/>
                  </a:cubicBezTo>
                  <a:cubicBezTo>
                    <a:pt x="31948" y="5989"/>
                    <a:pt x="31673" y="4457"/>
                    <a:pt x="30855" y="3237"/>
                  </a:cubicBezTo>
                  <a:cubicBezTo>
                    <a:pt x="30059" y="2048"/>
                    <a:pt x="28851" y="1315"/>
                    <a:pt x="27593" y="868"/>
                  </a:cubicBezTo>
                  <a:cubicBezTo>
                    <a:pt x="26269" y="397"/>
                    <a:pt x="24872" y="201"/>
                    <a:pt x="23487" y="102"/>
                  </a:cubicBezTo>
                  <a:cubicBezTo>
                    <a:pt x="22046" y="0"/>
                    <a:pt x="20593" y="6"/>
                    <a:pt x="19153" y="96"/>
                  </a:cubicBezTo>
                  <a:cubicBezTo>
                    <a:pt x="17788" y="181"/>
                    <a:pt x="16427" y="388"/>
                    <a:pt x="15107" y="779"/>
                  </a:cubicBezTo>
                  <a:cubicBezTo>
                    <a:pt x="13243" y="1333"/>
                    <a:pt x="11417" y="2352"/>
                    <a:pt x="10230" y="4077"/>
                  </a:cubicBezTo>
                  <a:cubicBezTo>
                    <a:pt x="8949" y="1207"/>
                    <a:pt x="5804" y="441"/>
                    <a:pt x="3167" y="168"/>
                  </a:cubicBezTo>
                  <a:cubicBezTo>
                    <a:pt x="2114" y="59"/>
                    <a:pt x="1057" y="23"/>
                    <a:pt x="0" y="32"/>
                  </a:cubicBezTo>
                  <a:lnTo>
                    <a:pt x="0" y="383"/>
                  </a:lnTo>
                  <a:cubicBezTo>
                    <a:pt x="1057" y="377"/>
                    <a:pt x="2114" y="413"/>
                    <a:pt x="3167" y="5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137"/>
            <p:cNvSpPr/>
            <p:nvPr/>
          </p:nvSpPr>
          <p:spPr>
            <a:xfrm>
              <a:off x="1973206" y="4282663"/>
              <a:ext cx="446073" cy="103843"/>
            </a:xfrm>
            <a:custGeom>
              <a:rect b="b" l="l" r="r" t="t"/>
              <a:pathLst>
                <a:path extrusionOk="0" h="1673" w="6668">
                  <a:moveTo>
                    <a:pt x="3707" y="1673"/>
                  </a:moveTo>
                  <a:cubicBezTo>
                    <a:pt x="3965" y="1132"/>
                    <a:pt x="4379" y="666"/>
                    <a:pt x="4892" y="415"/>
                  </a:cubicBezTo>
                  <a:cubicBezTo>
                    <a:pt x="5451" y="140"/>
                    <a:pt x="6099" y="183"/>
                    <a:pt x="6668" y="400"/>
                  </a:cubicBezTo>
                  <a:lnTo>
                    <a:pt x="6586" y="223"/>
                  </a:lnTo>
                  <a:cubicBezTo>
                    <a:pt x="6038" y="28"/>
                    <a:pt x="5424" y="1"/>
                    <a:pt x="4890" y="269"/>
                  </a:cubicBezTo>
                  <a:cubicBezTo>
                    <a:pt x="4377" y="523"/>
                    <a:pt x="3965" y="993"/>
                    <a:pt x="3706" y="1538"/>
                  </a:cubicBezTo>
                  <a:cubicBezTo>
                    <a:pt x="2950" y="217"/>
                    <a:pt x="1172" y="50"/>
                    <a:pt x="47" y="873"/>
                  </a:cubicBezTo>
                  <a:cubicBezTo>
                    <a:pt x="32" y="930"/>
                    <a:pt x="18" y="989"/>
                    <a:pt x="1" y="1046"/>
                  </a:cubicBezTo>
                  <a:cubicBezTo>
                    <a:pt x="1127" y="193"/>
                    <a:pt x="2941" y="349"/>
                    <a:pt x="3707" y="167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137"/>
            <p:cNvSpPr/>
            <p:nvPr/>
          </p:nvSpPr>
          <p:spPr>
            <a:xfrm>
              <a:off x="268" y="3054487"/>
              <a:ext cx="4685434" cy="2089028"/>
            </a:xfrm>
            <a:custGeom>
              <a:rect b="b" l="l" r="r" t="t"/>
              <a:pathLst>
                <a:path extrusionOk="0" h="33656" w="70039">
                  <a:moveTo>
                    <a:pt x="21319" y="1"/>
                  </a:moveTo>
                  <a:cubicBezTo>
                    <a:pt x="20596" y="1"/>
                    <a:pt x="19872" y="24"/>
                    <a:pt x="19151" y="69"/>
                  </a:cubicBezTo>
                  <a:cubicBezTo>
                    <a:pt x="17789" y="153"/>
                    <a:pt x="16427" y="358"/>
                    <a:pt x="15106" y="746"/>
                  </a:cubicBezTo>
                  <a:cubicBezTo>
                    <a:pt x="13244" y="1292"/>
                    <a:pt x="11417" y="2305"/>
                    <a:pt x="10230" y="4011"/>
                  </a:cubicBezTo>
                  <a:cubicBezTo>
                    <a:pt x="8949" y="1169"/>
                    <a:pt x="5802" y="412"/>
                    <a:pt x="3166" y="140"/>
                  </a:cubicBezTo>
                  <a:cubicBezTo>
                    <a:pt x="2225" y="44"/>
                    <a:pt x="1280" y="5"/>
                    <a:pt x="337" y="5"/>
                  </a:cubicBezTo>
                  <a:cubicBezTo>
                    <a:pt x="225" y="5"/>
                    <a:pt x="112" y="6"/>
                    <a:pt x="0" y="7"/>
                  </a:cubicBezTo>
                  <a:lnTo>
                    <a:pt x="0" y="33655"/>
                  </a:lnTo>
                  <a:lnTo>
                    <a:pt x="70038" y="33655"/>
                  </a:lnTo>
                  <a:lnTo>
                    <a:pt x="70038" y="169"/>
                  </a:lnTo>
                  <a:cubicBezTo>
                    <a:pt x="69680" y="127"/>
                    <a:pt x="69322" y="97"/>
                    <a:pt x="68965" y="73"/>
                  </a:cubicBezTo>
                  <a:cubicBezTo>
                    <a:pt x="68256" y="24"/>
                    <a:pt x="67546" y="1"/>
                    <a:pt x="66836" y="1"/>
                  </a:cubicBezTo>
                  <a:cubicBezTo>
                    <a:pt x="66099" y="1"/>
                    <a:pt x="65362" y="26"/>
                    <a:pt x="64628" y="73"/>
                  </a:cubicBezTo>
                  <a:cubicBezTo>
                    <a:pt x="63268" y="160"/>
                    <a:pt x="61906" y="361"/>
                    <a:pt x="60590" y="759"/>
                  </a:cubicBezTo>
                  <a:cubicBezTo>
                    <a:pt x="58739" y="1314"/>
                    <a:pt x="56934" y="2313"/>
                    <a:pt x="55753" y="4011"/>
                  </a:cubicBezTo>
                  <a:cubicBezTo>
                    <a:pt x="54473" y="1168"/>
                    <a:pt x="51324" y="412"/>
                    <a:pt x="48688" y="140"/>
                  </a:cubicBezTo>
                  <a:cubicBezTo>
                    <a:pt x="47734" y="42"/>
                    <a:pt x="46775" y="5"/>
                    <a:pt x="45816" y="5"/>
                  </a:cubicBezTo>
                  <a:cubicBezTo>
                    <a:pt x="45355" y="5"/>
                    <a:pt x="44894" y="14"/>
                    <a:pt x="44434" y="28"/>
                  </a:cubicBezTo>
                  <a:cubicBezTo>
                    <a:pt x="43011" y="74"/>
                    <a:pt x="41579" y="222"/>
                    <a:pt x="40191" y="570"/>
                  </a:cubicBezTo>
                  <a:cubicBezTo>
                    <a:pt x="38834" y="912"/>
                    <a:pt x="37484" y="1431"/>
                    <a:pt x="36331" y="2300"/>
                  </a:cubicBezTo>
                  <a:cubicBezTo>
                    <a:pt x="35208" y="3149"/>
                    <a:pt x="34314" y="4294"/>
                    <a:pt x="33799" y="5680"/>
                  </a:cubicBezTo>
                  <a:cubicBezTo>
                    <a:pt x="33385" y="6790"/>
                    <a:pt x="33213" y="7959"/>
                    <a:pt x="33203" y="9142"/>
                  </a:cubicBezTo>
                  <a:cubicBezTo>
                    <a:pt x="33185" y="10997"/>
                    <a:pt x="33568" y="12886"/>
                    <a:pt x="34052" y="14624"/>
                  </a:cubicBezTo>
                  <a:cubicBezTo>
                    <a:pt x="34572" y="16484"/>
                    <a:pt x="35291" y="18270"/>
                    <a:pt x="36081" y="20008"/>
                  </a:cubicBezTo>
                  <a:lnTo>
                    <a:pt x="36161" y="20186"/>
                  </a:lnTo>
                  <a:cubicBezTo>
                    <a:pt x="35868" y="20073"/>
                    <a:pt x="35554" y="20007"/>
                    <a:pt x="35243" y="20007"/>
                  </a:cubicBezTo>
                  <a:cubicBezTo>
                    <a:pt x="34949" y="20007"/>
                    <a:pt x="34657" y="20066"/>
                    <a:pt x="34386" y="20200"/>
                  </a:cubicBezTo>
                  <a:cubicBezTo>
                    <a:pt x="33872" y="20452"/>
                    <a:pt x="33461" y="20917"/>
                    <a:pt x="33201" y="21458"/>
                  </a:cubicBezTo>
                  <a:cubicBezTo>
                    <a:pt x="32748" y="20676"/>
                    <a:pt x="31930" y="20302"/>
                    <a:pt x="31105" y="20302"/>
                  </a:cubicBezTo>
                  <a:cubicBezTo>
                    <a:pt x="30533" y="20302"/>
                    <a:pt x="29958" y="20481"/>
                    <a:pt x="29499" y="20830"/>
                  </a:cubicBezTo>
                  <a:cubicBezTo>
                    <a:pt x="29513" y="20773"/>
                    <a:pt x="29527" y="20714"/>
                    <a:pt x="29543" y="20657"/>
                  </a:cubicBezTo>
                  <a:cubicBezTo>
                    <a:pt x="30286" y="17725"/>
                    <a:pt x="31058" y="14789"/>
                    <a:pt x="31567" y="11798"/>
                  </a:cubicBezTo>
                  <a:cubicBezTo>
                    <a:pt x="31798" y="10443"/>
                    <a:pt x="31977" y="9061"/>
                    <a:pt x="31977" y="7677"/>
                  </a:cubicBezTo>
                  <a:cubicBezTo>
                    <a:pt x="31977" y="7577"/>
                    <a:pt x="31979" y="7475"/>
                    <a:pt x="31977" y="7375"/>
                  </a:cubicBezTo>
                  <a:cubicBezTo>
                    <a:pt x="31947" y="5901"/>
                    <a:pt x="31673" y="4385"/>
                    <a:pt x="30854" y="3178"/>
                  </a:cubicBezTo>
                  <a:cubicBezTo>
                    <a:pt x="30058" y="1998"/>
                    <a:pt x="28850" y="1274"/>
                    <a:pt x="27593" y="832"/>
                  </a:cubicBezTo>
                  <a:cubicBezTo>
                    <a:pt x="26269" y="366"/>
                    <a:pt x="24870" y="172"/>
                    <a:pt x="23486" y="74"/>
                  </a:cubicBezTo>
                  <a:cubicBezTo>
                    <a:pt x="22766" y="24"/>
                    <a:pt x="22043" y="1"/>
                    <a:pt x="213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137"/>
            <p:cNvSpPr/>
            <p:nvPr/>
          </p:nvSpPr>
          <p:spPr>
            <a:xfrm>
              <a:off x="6678850" y="3031086"/>
              <a:ext cx="2464972" cy="590906"/>
            </a:xfrm>
            <a:custGeom>
              <a:rect b="b" l="l" r="r" t="t"/>
              <a:pathLst>
                <a:path extrusionOk="0" h="9520" w="36847">
                  <a:moveTo>
                    <a:pt x="31438" y="101"/>
                  </a:moveTo>
                  <a:cubicBezTo>
                    <a:pt x="30078" y="188"/>
                    <a:pt x="28716" y="393"/>
                    <a:pt x="27400" y="793"/>
                  </a:cubicBezTo>
                  <a:cubicBezTo>
                    <a:pt x="25549" y="1355"/>
                    <a:pt x="23744" y="2362"/>
                    <a:pt x="22563" y="4079"/>
                  </a:cubicBezTo>
                  <a:cubicBezTo>
                    <a:pt x="21283" y="1206"/>
                    <a:pt x="18134" y="443"/>
                    <a:pt x="15498" y="168"/>
                  </a:cubicBezTo>
                  <a:cubicBezTo>
                    <a:pt x="14085" y="22"/>
                    <a:pt x="12661" y="9"/>
                    <a:pt x="11244" y="56"/>
                  </a:cubicBezTo>
                  <a:cubicBezTo>
                    <a:pt x="9821" y="102"/>
                    <a:pt x="8389" y="251"/>
                    <a:pt x="7001" y="603"/>
                  </a:cubicBezTo>
                  <a:cubicBezTo>
                    <a:pt x="5644" y="948"/>
                    <a:pt x="4294" y="1470"/>
                    <a:pt x="3141" y="2351"/>
                  </a:cubicBezTo>
                  <a:cubicBezTo>
                    <a:pt x="2018" y="3208"/>
                    <a:pt x="1124" y="4365"/>
                    <a:pt x="609" y="5765"/>
                  </a:cubicBezTo>
                  <a:cubicBezTo>
                    <a:pt x="167" y="6966"/>
                    <a:pt x="1" y="8237"/>
                    <a:pt x="13" y="9520"/>
                  </a:cubicBezTo>
                  <a:cubicBezTo>
                    <a:pt x="23" y="8338"/>
                    <a:pt x="197" y="7168"/>
                    <a:pt x="609" y="6059"/>
                  </a:cubicBezTo>
                  <a:cubicBezTo>
                    <a:pt x="1124" y="4673"/>
                    <a:pt x="2018" y="3528"/>
                    <a:pt x="3141" y="2679"/>
                  </a:cubicBezTo>
                  <a:cubicBezTo>
                    <a:pt x="4294" y="1810"/>
                    <a:pt x="5642" y="1290"/>
                    <a:pt x="7001" y="948"/>
                  </a:cubicBezTo>
                  <a:cubicBezTo>
                    <a:pt x="8389" y="600"/>
                    <a:pt x="9821" y="453"/>
                    <a:pt x="11244" y="407"/>
                  </a:cubicBezTo>
                  <a:cubicBezTo>
                    <a:pt x="12661" y="360"/>
                    <a:pt x="14085" y="374"/>
                    <a:pt x="15498" y="519"/>
                  </a:cubicBezTo>
                  <a:cubicBezTo>
                    <a:pt x="18137" y="791"/>
                    <a:pt x="21283" y="1546"/>
                    <a:pt x="22563" y="4389"/>
                  </a:cubicBezTo>
                  <a:cubicBezTo>
                    <a:pt x="23744" y="2692"/>
                    <a:pt x="25549" y="1694"/>
                    <a:pt x="27400" y="1137"/>
                  </a:cubicBezTo>
                  <a:cubicBezTo>
                    <a:pt x="28713" y="739"/>
                    <a:pt x="30078" y="539"/>
                    <a:pt x="31438" y="451"/>
                  </a:cubicBezTo>
                  <a:cubicBezTo>
                    <a:pt x="32879" y="360"/>
                    <a:pt x="34332" y="352"/>
                    <a:pt x="35773" y="451"/>
                  </a:cubicBezTo>
                  <a:cubicBezTo>
                    <a:pt x="36131" y="476"/>
                    <a:pt x="36489" y="507"/>
                    <a:pt x="36847" y="547"/>
                  </a:cubicBezTo>
                  <a:lnTo>
                    <a:pt x="36847" y="198"/>
                  </a:lnTo>
                  <a:cubicBezTo>
                    <a:pt x="36489" y="156"/>
                    <a:pt x="36131" y="123"/>
                    <a:pt x="35773" y="101"/>
                  </a:cubicBezTo>
                  <a:cubicBezTo>
                    <a:pt x="34330" y="0"/>
                    <a:pt x="32879" y="7"/>
                    <a:pt x="31438" y="1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137"/>
            <p:cNvSpPr/>
            <p:nvPr/>
          </p:nvSpPr>
          <p:spPr>
            <a:xfrm>
              <a:off x="4458257" y="3030900"/>
              <a:ext cx="2139449" cy="500160"/>
            </a:xfrm>
            <a:custGeom>
              <a:rect b="b" l="l" r="r" t="t"/>
              <a:pathLst>
                <a:path extrusionOk="0" h="8058" w="31981">
                  <a:moveTo>
                    <a:pt x="3167" y="520"/>
                  </a:moveTo>
                  <a:cubicBezTo>
                    <a:pt x="5804" y="792"/>
                    <a:pt x="8950" y="1549"/>
                    <a:pt x="10230" y="4391"/>
                  </a:cubicBezTo>
                  <a:cubicBezTo>
                    <a:pt x="11417" y="2685"/>
                    <a:pt x="13243" y="1672"/>
                    <a:pt x="15107" y="1126"/>
                  </a:cubicBezTo>
                  <a:cubicBezTo>
                    <a:pt x="16426" y="738"/>
                    <a:pt x="17788" y="533"/>
                    <a:pt x="19153" y="449"/>
                  </a:cubicBezTo>
                  <a:cubicBezTo>
                    <a:pt x="20593" y="361"/>
                    <a:pt x="22046" y="354"/>
                    <a:pt x="23487" y="454"/>
                  </a:cubicBezTo>
                  <a:cubicBezTo>
                    <a:pt x="24872" y="552"/>
                    <a:pt x="26269" y="746"/>
                    <a:pt x="27593" y="1212"/>
                  </a:cubicBezTo>
                  <a:cubicBezTo>
                    <a:pt x="28851" y="1654"/>
                    <a:pt x="30059" y="2378"/>
                    <a:pt x="30855" y="3558"/>
                  </a:cubicBezTo>
                  <a:cubicBezTo>
                    <a:pt x="31673" y="4765"/>
                    <a:pt x="31949" y="6281"/>
                    <a:pt x="31978" y="7755"/>
                  </a:cubicBezTo>
                  <a:cubicBezTo>
                    <a:pt x="31979" y="7855"/>
                    <a:pt x="31978" y="7957"/>
                    <a:pt x="31978" y="8057"/>
                  </a:cubicBezTo>
                  <a:cubicBezTo>
                    <a:pt x="31981" y="7864"/>
                    <a:pt x="31981" y="7671"/>
                    <a:pt x="31978" y="7477"/>
                  </a:cubicBezTo>
                  <a:cubicBezTo>
                    <a:pt x="31948" y="5989"/>
                    <a:pt x="31673" y="4457"/>
                    <a:pt x="30855" y="3237"/>
                  </a:cubicBezTo>
                  <a:cubicBezTo>
                    <a:pt x="30059" y="2048"/>
                    <a:pt x="28851" y="1315"/>
                    <a:pt x="27593" y="868"/>
                  </a:cubicBezTo>
                  <a:cubicBezTo>
                    <a:pt x="26269" y="397"/>
                    <a:pt x="24872" y="201"/>
                    <a:pt x="23487" y="102"/>
                  </a:cubicBezTo>
                  <a:cubicBezTo>
                    <a:pt x="22046" y="0"/>
                    <a:pt x="20593" y="6"/>
                    <a:pt x="19153" y="96"/>
                  </a:cubicBezTo>
                  <a:cubicBezTo>
                    <a:pt x="17788" y="181"/>
                    <a:pt x="16427" y="388"/>
                    <a:pt x="15107" y="779"/>
                  </a:cubicBezTo>
                  <a:cubicBezTo>
                    <a:pt x="13243" y="1333"/>
                    <a:pt x="11417" y="2352"/>
                    <a:pt x="10230" y="4077"/>
                  </a:cubicBezTo>
                  <a:cubicBezTo>
                    <a:pt x="8949" y="1207"/>
                    <a:pt x="5804" y="441"/>
                    <a:pt x="3167" y="168"/>
                  </a:cubicBezTo>
                  <a:cubicBezTo>
                    <a:pt x="2114" y="59"/>
                    <a:pt x="1057" y="23"/>
                    <a:pt x="0" y="32"/>
                  </a:cubicBezTo>
                  <a:lnTo>
                    <a:pt x="0" y="383"/>
                  </a:lnTo>
                  <a:cubicBezTo>
                    <a:pt x="1057" y="377"/>
                    <a:pt x="2114" y="413"/>
                    <a:pt x="3167" y="5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137"/>
            <p:cNvSpPr/>
            <p:nvPr/>
          </p:nvSpPr>
          <p:spPr>
            <a:xfrm>
              <a:off x="6431463" y="4282663"/>
              <a:ext cx="446073" cy="103843"/>
            </a:xfrm>
            <a:custGeom>
              <a:rect b="b" l="l" r="r" t="t"/>
              <a:pathLst>
                <a:path extrusionOk="0" h="1673" w="6668">
                  <a:moveTo>
                    <a:pt x="3707" y="1673"/>
                  </a:moveTo>
                  <a:cubicBezTo>
                    <a:pt x="3965" y="1132"/>
                    <a:pt x="4379" y="666"/>
                    <a:pt x="4892" y="415"/>
                  </a:cubicBezTo>
                  <a:cubicBezTo>
                    <a:pt x="5451" y="140"/>
                    <a:pt x="6099" y="183"/>
                    <a:pt x="6668" y="400"/>
                  </a:cubicBezTo>
                  <a:lnTo>
                    <a:pt x="6586" y="223"/>
                  </a:lnTo>
                  <a:cubicBezTo>
                    <a:pt x="6038" y="28"/>
                    <a:pt x="5424" y="1"/>
                    <a:pt x="4890" y="269"/>
                  </a:cubicBezTo>
                  <a:cubicBezTo>
                    <a:pt x="4377" y="523"/>
                    <a:pt x="3965" y="993"/>
                    <a:pt x="3706" y="1538"/>
                  </a:cubicBezTo>
                  <a:cubicBezTo>
                    <a:pt x="2950" y="217"/>
                    <a:pt x="1172" y="50"/>
                    <a:pt x="47" y="873"/>
                  </a:cubicBezTo>
                  <a:cubicBezTo>
                    <a:pt x="32" y="930"/>
                    <a:pt x="18" y="989"/>
                    <a:pt x="1" y="1046"/>
                  </a:cubicBezTo>
                  <a:cubicBezTo>
                    <a:pt x="1127" y="193"/>
                    <a:pt x="2941" y="349"/>
                    <a:pt x="3707" y="167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137"/>
            <p:cNvSpPr/>
            <p:nvPr/>
          </p:nvSpPr>
          <p:spPr>
            <a:xfrm>
              <a:off x="4458524" y="3054487"/>
              <a:ext cx="4685434" cy="2089028"/>
            </a:xfrm>
            <a:custGeom>
              <a:rect b="b" l="l" r="r" t="t"/>
              <a:pathLst>
                <a:path extrusionOk="0" h="33656" w="70039">
                  <a:moveTo>
                    <a:pt x="21319" y="1"/>
                  </a:moveTo>
                  <a:cubicBezTo>
                    <a:pt x="20596" y="1"/>
                    <a:pt x="19872" y="24"/>
                    <a:pt x="19151" y="69"/>
                  </a:cubicBezTo>
                  <a:cubicBezTo>
                    <a:pt x="17789" y="153"/>
                    <a:pt x="16427" y="358"/>
                    <a:pt x="15106" y="746"/>
                  </a:cubicBezTo>
                  <a:cubicBezTo>
                    <a:pt x="13244" y="1292"/>
                    <a:pt x="11417" y="2305"/>
                    <a:pt x="10230" y="4011"/>
                  </a:cubicBezTo>
                  <a:cubicBezTo>
                    <a:pt x="8949" y="1169"/>
                    <a:pt x="5802" y="412"/>
                    <a:pt x="3166" y="140"/>
                  </a:cubicBezTo>
                  <a:cubicBezTo>
                    <a:pt x="2225" y="44"/>
                    <a:pt x="1280" y="5"/>
                    <a:pt x="337" y="5"/>
                  </a:cubicBezTo>
                  <a:cubicBezTo>
                    <a:pt x="225" y="5"/>
                    <a:pt x="112" y="6"/>
                    <a:pt x="0" y="7"/>
                  </a:cubicBezTo>
                  <a:lnTo>
                    <a:pt x="0" y="33655"/>
                  </a:lnTo>
                  <a:lnTo>
                    <a:pt x="70038" y="33655"/>
                  </a:lnTo>
                  <a:lnTo>
                    <a:pt x="70038" y="169"/>
                  </a:lnTo>
                  <a:cubicBezTo>
                    <a:pt x="69680" y="127"/>
                    <a:pt x="69322" y="97"/>
                    <a:pt x="68965" y="73"/>
                  </a:cubicBezTo>
                  <a:cubicBezTo>
                    <a:pt x="68256" y="24"/>
                    <a:pt x="67546" y="1"/>
                    <a:pt x="66836" y="1"/>
                  </a:cubicBezTo>
                  <a:cubicBezTo>
                    <a:pt x="66099" y="1"/>
                    <a:pt x="65362" y="26"/>
                    <a:pt x="64628" y="73"/>
                  </a:cubicBezTo>
                  <a:cubicBezTo>
                    <a:pt x="63268" y="160"/>
                    <a:pt x="61906" y="361"/>
                    <a:pt x="60590" y="759"/>
                  </a:cubicBezTo>
                  <a:cubicBezTo>
                    <a:pt x="58739" y="1314"/>
                    <a:pt x="56934" y="2313"/>
                    <a:pt x="55753" y="4011"/>
                  </a:cubicBezTo>
                  <a:cubicBezTo>
                    <a:pt x="54473" y="1168"/>
                    <a:pt x="51324" y="412"/>
                    <a:pt x="48688" y="140"/>
                  </a:cubicBezTo>
                  <a:cubicBezTo>
                    <a:pt x="47734" y="42"/>
                    <a:pt x="46775" y="5"/>
                    <a:pt x="45816" y="5"/>
                  </a:cubicBezTo>
                  <a:cubicBezTo>
                    <a:pt x="45355" y="5"/>
                    <a:pt x="44894" y="14"/>
                    <a:pt x="44434" y="28"/>
                  </a:cubicBezTo>
                  <a:cubicBezTo>
                    <a:pt x="43011" y="74"/>
                    <a:pt x="41579" y="222"/>
                    <a:pt x="40191" y="570"/>
                  </a:cubicBezTo>
                  <a:cubicBezTo>
                    <a:pt x="38834" y="912"/>
                    <a:pt x="37484" y="1431"/>
                    <a:pt x="36331" y="2300"/>
                  </a:cubicBezTo>
                  <a:cubicBezTo>
                    <a:pt x="35208" y="3149"/>
                    <a:pt x="34314" y="4294"/>
                    <a:pt x="33799" y="5680"/>
                  </a:cubicBezTo>
                  <a:cubicBezTo>
                    <a:pt x="33385" y="6790"/>
                    <a:pt x="33213" y="7959"/>
                    <a:pt x="33203" y="9142"/>
                  </a:cubicBezTo>
                  <a:cubicBezTo>
                    <a:pt x="33185" y="10997"/>
                    <a:pt x="33568" y="12886"/>
                    <a:pt x="34052" y="14624"/>
                  </a:cubicBezTo>
                  <a:cubicBezTo>
                    <a:pt x="34572" y="16484"/>
                    <a:pt x="35291" y="18270"/>
                    <a:pt x="36081" y="20008"/>
                  </a:cubicBezTo>
                  <a:lnTo>
                    <a:pt x="36161" y="20186"/>
                  </a:lnTo>
                  <a:cubicBezTo>
                    <a:pt x="35868" y="20073"/>
                    <a:pt x="35554" y="20007"/>
                    <a:pt x="35243" y="20007"/>
                  </a:cubicBezTo>
                  <a:cubicBezTo>
                    <a:pt x="34949" y="20007"/>
                    <a:pt x="34657" y="20066"/>
                    <a:pt x="34386" y="20200"/>
                  </a:cubicBezTo>
                  <a:cubicBezTo>
                    <a:pt x="33872" y="20452"/>
                    <a:pt x="33461" y="20917"/>
                    <a:pt x="33201" y="21458"/>
                  </a:cubicBezTo>
                  <a:cubicBezTo>
                    <a:pt x="32748" y="20676"/>
                    <a:pt x="31930" y="20302"/>
                    <a:pt x="31105" y="20302"/>
                  </a:cubicBezTo>
                  <a:cubicBezTo>
                    <a:pt x="30533" y="20302"/>
                    <a:pt x="29958" y="20481"/>
                    <a:pt x="29499" y="20830"/>
                  </a:cubicBezTo>
                  <a:cubicBezTo>
                    <a:pt x="29513" y="20773"/>
                    <a:pt x="29527" y="20714"/>
                    <a:pt x="29543" y="20657"/>
                  </a:cubicBezTo>
                  <a:cubicBezTo>
                    <a:pt x="30286" y="17725"/>
                    <a:pt x="31058" y="14789"/>
                    <a:pt x="31567" y="11798"/>
                  </a:cubicBezTo>
                  <a:cubicBezTo>
                    <a:pt x="31798" y="10443"/>
                    <a:pt x="31977" y="9061"/>
                    <a:pt x="31977" y="7677"/>
                  </a:cubicBezTo>
                  <a:cubicBezTo>
                    <a:pt x="31977" y="7577"/>
                    <a:pt x="31979" y="7475"/>
                    <a:pt x="31977" y="7375"/>
                  </a:cubicBezTo>
                  <a:cubicBezTo>
                    <a:pt x="31947" y="5901"/>
                    <a:pt x="31673" y="4385"/>
                    <a:pt x="30854" y="3178"/>
                  </a:cubicBezTo>
                  <a:cubicBezTo>
                    <a:pt x="30058" y="1998"/>
                    <a:pt x="28850" y="1274"/>
                    <a:pt x="27593" y="832"/>
                  </a:cubicBezTo>
                  <a:cubicBezTo>
                    <a:pt x="26269" y="366"/>
                    <a:pt x="24870" y="172"/>
                    <a:pt x="23486" y="74"/>
                  </a:cubicBezTo>
                  <a:cubicBezTo>
                    <a:pt x="22766" y="24"/>
                    <a:pt x="22043" y="1"/>
                    <a:pt x="213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2" name="Google Shape;972;p137"/>
          <p:cNvSpPr/>
          <p:nvPr/>
        </p:nvSpPr>
        <p:spPr>
          <a:xfrm>
            <a:off x="285100" y="268025"/>
            <a:ext cx="8573700" cy="4607400"/>
          </a:xfrm>
          <a:prstGeom prst="plus">
            <a:avLst>
              <a:gd fmla="val 3202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p137"/>
          <p:cNvSpPr/>
          <p:nvPr/>
        </p:nvSpPr>
        <p:spPr>
          <a:xfrm>
            <a:off x="4842925" y="2571756"/>
            <a:ext cx="171587" cy="159791"/>
          </a:xfrm>
          <a:custGeom>
            <a:rect b="b" l="l" r="r" t="t"/>
            <a:pathLst>
              <a:path extrusionOk="0" h="3495" w="3753">
                <a:moveTo>
                  <a:pt x="3086" y="0"/>
                </a:moveTo>
                <a:lnTo>
                  <a:pt x="1984" y="942"/>
                </a:lnTo>
                <a:lnTo>
                  <a:pt x="960" y="185"/>
                </a:lnTo>
                <a:lnTo>
                  <a:pt x="960" y="185"/>
                </a:lnTo>
                <a:lnTo>
                  <a:pt x="1368" y="1344"/>
                </a:lnTo>
                <a:lnTo>
                  <a:pt x="1" y="2517"/>
                </a:lnTo>
                <a:lnTo>
                  <a:pt x="1616" y="2193"/>
                </a:lnTo>
                <a:lnTo>
                  <a:pt x="2135" y="3494"/>
                </a:lnTo>
                <a:lnTo>
                  <a:pt x="2316" y="2258"/>
                </a:lnTo>
                <a:lnTo>
                  <a:pt x="3753" y="2366"/>
                </a:lnTo>
                <a:lnTo>
                  <a:pt x="3753" y="2366"/>
                </a:lnTo>
                <a:lnTo>
                  <a:pt x="2518" y="1399"/>
                </a:lnTo>
                <a:lnTo>
                  <a:pt x="3086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p137"/>
          <p:cNvSpPr/>
          <p:nvPr/>
        </p:nvSpPr>
        <p:spPr>
          <a:xfrm>
            <a:off x="1017630" y="2533100"/>
            <a:ext cx="161712" cy="174376"/>
          </a:xfrm>
          <a:custGeom>
            <a:rect b="b" l="l" r="r" t="t"/>
            <a:pathLst>
              <a:path extrusionOk="0" h="3814" w="3537">
                <a:moveTo>
                  <a:pt x="1657" y="0"/>
                </a:moveTo>
                <a:lnTo>
                  <a:pt x="1270" y="1397"/>
                </a:lnTo>
                <a:lnTo>
                  <a:pt x="0" y="1344"/>
                </a:lnTo>
                <a:lnTo>
                  <a:pt x="0" y="1344"/>
                </a:lnTo>
                <a:lnTo>
                  <a:pt x="988" y="2076"/>
                </a:lnTo>
                <a:lnTo>
                  <a:pt x="512" y="3814"/>
                </a:lnTo>
                <a:lnTo>
                  <a:pt x="1668" y="2640"/>
                </a:lnTo>
                <a:lnTo>
                  <a:pt x="2829" y="3427"/>
                </a:lnTo>
                <a:lnTo>
                  <a:pt x="2284" y="2299"/>
                </a:lnTo>
                <a:lnTo>
                  <a:pt x="3536" y="1586"/>
                </a:lnTo>
                <a:lnTo>
                  <a:pt x="1970" y="1476"/>
                </a:lnTo>
                <a:lnTo>
                  <a:pt x="1657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137"/>
          <p:cNvSpPr/>
          <p:nvPr/>
        </p:nvSpPr>
        <p:spPr>
          <a:xfrm>
            <a:off x="4045121" y="1826793"/>
            <a:ext cx="161712" cy="174330"/>
          </a:xfrm>
          <a:custGeom>
            <a:rect b="b" l="l" r="r" t="t"/>
            <a:pathLst>
              <a:path extrusionOk="0" h="3813" w="3537">
                <a:moveTo>
                  <a:pt x="1658" y="0"/>
                </a:moveTo>
                <a:lnTo>
                  <a:pt x="1271" y="1399"/>
                </a:lnTo>
                <a:lnTo>
                  <a:pt x="0" y="1345"/>
                </a:lnTo>
                <a:lnTo>
                  <a:pt x="0" y="1345"/>
                </a:lnTo>
                <a:lnTo>
                  <a:pt x="988" y="2075"/>
                </a:lnTo>
                <a:lnTo>
                  <a:pt x="514" y="3812"/>
                </a:lnTo>
                <a:lnTo>
                  <a:pt x="1668" y="2639"/>
                </a:lnTo>
                <a:lnTo>
                  <a:pt x="2829" y="3427"/>
                </a:lnTo>
                <a:lnTo>
                  <a:pt x="2284" y="2301"/>
                </a:lnTo>
                <a:lnTo>
                  <a:pt x="3536" y="1586"/>
                </a:lnTo>
                <a:lnTo>
                  <a:pt x="1973" y="1475"/>
                </a:lnTo>
                <a:lnTo>
                  <a:pt x="1658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137"/>
          <p:cNvSpPr/>
          <p:nvPr/>
        </p:nvSpPr>
        <p:spPr>
          <a:xfrm>
            <a:off x="1892075" y="1533581"/>
            <a:ext cx="171587" cy="159791"/>
          </a:xfrm>
          <a:custGeom>
            <a:rect b="b" l="l" r="r" t="t"/>
            <a:pathLst>
              <a:path extrusionOk="0" h="3495" w="3753">
                <a:moveTo>
                  <a:pt x="3086" y="0"/>
                </a:moveTo>
                <a:lnTo>
                  <a:pt x="1984" y="942"/>
                </a:lnTo>
                <a:lnTo>
                  <a:pt x="960" y="185"/>
                </a:lnTo>
                <a:lnTo>
                  <a:pt x="960" y="185"/>
                </a:lnTo>
                <a:lnTo>
                  <a:pt x="1368" y="1344"/>
                </a:lnTo>
                <a:lnTo>
                  <a:pt x="1" y="2517"/>
                </a:lnTo>
                <a:lnTo>
                  <a:pt x="1616" y="2193"/>
                </a:lnTo>
                <a:lnTo>
                  <a:pt x="2135" y="3494"/>
                </a:lnTo>
                <a:lnTo>
                  <a:pt x="2316" y="2258"/>
                </a:lnTo>
                <a:lnTo>
                  <a:pt x="3753" y="2366"/>
                </a:lnTo>
                <a:lnTo>
                  <a:pt x="3753" y="2366"/>
                </a:lnTo>
                <a:lnTo>
                  <a:pt x="2518" y="1399"/>
                </a:lnTo>
                <a:lnTo>
                  <a:pt x="3086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137"/>
          <p:cNvSpPr/>
          <p:nvPr/>
        </p:nvSpPr>
        <p:spPr>
          <a:xfrm>
            <a:off x="3028525" y="1064581"/>
            <a:ext cx="171587" cy="159791"/>
          </a:xfrm>
          <a:custGeom>
            <a:rect b="b" l="l" r="r" t="t"/>
            <a:pathLst>
              <a:path extrusionOk="0" h="3495" w="3753">
                <a:moveTo>
                  <a:pt x="3086" y="0"/>
                </a:moveTo>
                <a:lnTo>
                  <a:pt x="1984" y="942"/>
                </a:lnTo>
                <a:lnTo>
                  <a:pt x="960" y="185"/>
                </a:lnTo>
                <a:lnTo>
                  <a:pt x="960" y="185"/>
                </a:lnTo>
                <a:lnTo>
                  <a:pt x="1368" y="1344"/>
                </a:lnTo>
                <a:lnTo>
                  <a:pt x="1" y="2517"/>
                </a:lnTo>
                <a:lnTo>
                  <a:pt x="1616" y="2193"/>
                </a:lnTo>
                <a:lnTo>
                  <a:pt x="2135" y="3494"/>
                </a:lnTo>
                <a:lnTo>
                  <a:pt x="2316" y="2258"/>
                </a:lnTo>
                <a:lnTo>
                  <a:pt x="3753" y="2366"/>
                </a:lnTo>
                <a:lnTo>
                  <a:pt x="3753" y="2366"/>
                </a:lnTo>
                <a:lnTo>
                  <a:pt x="2518" y="1399"/>
                </a:lnTo>
                <a:lnTo>
                  <a:pt x="3086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137"/>
          <p:cNvSpPr/>
          <p:nvPr/>
        </p:nvSpPr>
        <p:spPr>
          <a:xfrm>
            <a:off x="5421346" y="939030"/>
            <a:ext cx="161712" cy="174330"/>
          </a:xfrm>
          <a:custGeom>
            <a:rect b="b" l="l" r="r" t="t"/>
            <a:pathLst>
              <a:path extrusionOk="0" h="3813" w="3537">
                <a:moveTo>
                  <a:pt x="1658" y="0"/>
                </a:moveTo>
                <a:lnTo>
                  <a:pt x="1271" y="1399"/>
                </a:lnTo>
                <a:lnTo>
                  <a:pt x="0" y="1345"/>
                </a:lnTo>
                <a:lnTo>
                  <a:pt x="0" y="1345"/>
                </a:lnTo>
                <a:lnTo>
                  <a:pt x="988" y="2075"/>
                </a:lnTo>
                <a:lnTo>
                  <a:pt x="514" y="3812"/>
                </a:lnTo>
                <a:lnTo>
                  <a:pt x="1668" y="2639"/>
                </a:lnTo>
                <a:lnTo>
                  <a:pt x="2829" y="3427"/>
                </a:lnTo>
                <a:lnTo>
                  <a:pt x="2284" y="2301"/>
                </a:lnTo>
                <a:lnTo>
                  <a:pt x="3536" y="1586"/>
                </a:lnTo>
                <a:lnTo>
                  <a:pt x="1973" y="1475"/>
                </a:lnTo>
                <a:lnTo>
                  <a:pt x="1658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p137"/>
          <p:cNvSpPr/>
          <p:nvPr/>
        </p:nvSpPr>
        <p:spPr>
          <a:xfrm>
            <a:off x="1096030" y="594525"/>
            <a:ext cx="161712" cy="174376"/>
          </a:xfrm>
          <a:custGeom>
            <a:rect b="b" l="l" r="r" t="t"/>
            <a:pathLst>
              <a:path extrusionOk="0" h="3814" w="3537">
                <a:moveTo>
                  <a:pt x="1657" y="0"/>
                </a:moveTo>
                <a:lnTo>
                  <a:pt x="1270" y="1397"/>
                </a:lnTo>
                <a:lnTo>
                  <a:pt x="0" y="1344"/>
                </a:lnTo>
                <a:lnTo>
                  <a:pt x="0" y="1344"/>
                </a:lnTo>
                <a:lnTo>
                  <a:pt x="988" y="2076"/>
                </a:lnTo>
                <a:lnTo>
                  <a:pt x="512" y="3814"/>
                </a:lnTo>
                <a:lnTo>
                  <a:pt x="1668" y="2640"/>
                </a:lnTo>
                <a:lnTo>
                  <a:pt x="2829" y="3427"/>
                </a:lnTo>
                <a:lnTo>
                  <a:pt x="2284" y="2299"/>
                </a:lnTo>
                <a:lnTo>
                  <a:pt x="3536" y="1586"/>
                </a:lnTo>
                <a:lnTo>
                  <a:pt x="1970" y="1476"/>
                </a:lnTo>
                <a:lnTo>
                  <a:pt x="1657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p137"/>
          <p:cNvSpPr/>
          <p:nvPr/>
        </p:nvSpPr>
        <p:spPr>
          <a:xfrm>
            <a:off x="3282325" y="2731556"/>
            <a:ext cx="171587" cy="159791"/>
          </a:xfrm>
          <a:custGeom>
            <a:rect b="b" l="l" r="r" t="t"/>
            <a:pathLst>
              <a:path extrusionOk="0" h="3495" w="3753">
                <a:moveTo>
                  <a:pt x="3086" y="0"/>
                </a:moveTo>
                <a:lnTo>
                  <a:pt x="1984" y="942"/>
                </a:lnTo>
                <a:lnTo>
                  <a:pt x="960" y="185"/>
                </a:lnTo>
                <a:lnTo>
                  <a:pt x="960" y="185"/>
                </a:lnTo>
                <a:lnTo>
                  <a:pt x="1368" y="1344"/>
                </a:lnTo>
                <a:lnTo>
                  <a:pt x="1" y="2517"/>
                </a:lnTo>
                <a:lnTo>
                  <a:pt x="1616" y="2193"/>
                </a:lnTo>
                <a:lnTo>
                  <a:pt x="2135" y="3494"/>
                </a:lnTo>
                <a:lnTo>
                  <a:pt x="2316" y="2258"/>
                </a:lnTo>
                <a:lnTo>
                  <a:pt x="3753" y="2366"/>
                </a:lnTo>
                <a:lnTo>
                  <a:pt x="3753" y="2366"/>
                </a:lnTo>
                <a:lnTo>
                  <a:pt x="2518" y="1399"/>
                </a:lnTo>
                <a:lnTo>
                  <a:pt x="3086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1" name="Google Shape;981;p137"/>
          <p:cNvSpPr/>
          <p:nvPr/>
        </p:nvSpPr>
        <p:spPr>
          <a:xfrm>
            <a:off x="7716008" y="2724280"/>
            <a:ext cx="161712" cy="174330"/>
          </a:xfrm>
          <a:custGeom>
            <a:rect b="b" l="l" r="r" t="t"/>
            <a:pathLst>
              <a:path extrusionOk="0" h="3813" w="3537">
                <a:moveTo>
                  <a:pt x="1658" y="0"/>
                </a:moveTo>
                <a:lnTo>
                  <a:pt x="1271" y="1399"/>
                </a:lnTo>
                <a:lnTo>
                  <a:pt x="0" y="1345"/>
                </a:lnTo>
                <a:lnTo>
                  <a:pt x="0" y="1345"/>
                </a:lnTo>
                <a:lnTo>
                  <a:pt x="988" y="2075"/>
                </a:lnTo>
                <a:lnTo>
                  <a:pt x="514" y="3812"/>
                </a:lnTo>
                <a:lnTo>
                  <a:pt x="1668" y="2639"/>
                </a:lnTo>
                <a:lnTo>
                  <a:pt x="2829" y="3427"/>
                </a:lnTo>
                <a:lnTo>
                  <a:pt x="2284" y="2301"/>
                </a:lnTo>
                <a:lnTo>
                  <a:pt x="3536" y="1586"/>
                </a:lnTo>
                <a:lnTo>
                  <a:pt x="1973" y="1475"/>
                </a:lnTo>
                <a:lnTo>
                  <a:pt x="1658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p137"/>
          <p:cNvSpPr/>
          <p:nvPr/>
        </p:nvSpPr>
        <p:spPr>
          <a:xfrm>
            <a:off x="6937055" y="1864575"/>
            <a:ext cx="161712" cy="174376"/>
          </a:xfrm>
          <a:custGeom>
            <a:rect b="b" l="l" r="r" t="t"/>
            <a:pathLst>
              <a:path extrusionOk="0" h="3814" w="3537">
                <a:moveTo>
                  <a:pt x="1657" y="0"/>
                </a:moveTo>
                <a:lnTo>
                  <a:pt x="1270" y="1397"/>
                </a:lnTo>
                <a:lnTo>
                  <a:pt x="0" y="1344"/>
                </a:lnTo>
                <a:lnTo>
                  <a:pt x="0" y="1344"/>
                </a:lnTo>
                <a:lnTo>
                  <a:pt x="988" y="2076"/>
                </a:lnTo>
                <a:lnTo>
                  <a:pt x="512" y="3814"/>
                </a:lnTo>
                <a:lnTo>
                  <a:pt x="1668" y="2640"/>
                </a:lnTo>
                <a:lnTo>
                  <a:pt x="2829" y="3427"/>
                </a:lnTo>
                <a:lnTo>
                  <a:pt x="2284" y="2299"/>
                </a:lnTo>
                <a:lnTo>
                  <a:pt x="3536" y="1586"/>
                </a:lnTo>
                <a:lnTo>
                  <a:pt x="1970" y="1476"/>
                </a:lnTo>
                <a:lnTo>
                  <a:pt x="1657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3" name="Google Shape;983;p137"/>
          <p:cNvSpPr/>
          <p:nvPr/>
        </p:nvSpPr>
        <p:spPr>
          <a:xfrm>
            <a:off x="7711075" y="853606"/>
            <a:ext cx="171587" cy="159791"/>
          </a:xfrm>
          <a:custGeom>
            <a:rect b="b" l="l" r="r" t="t"/>
            <a:pathLst>
              <a:path extrusionOk="0" h="3495" w="3753">
                <a:moveTo>
                  <a:pt x="3086" y="0"/>
                </a:moveTo>
                <a:lnTo>
                  <a:pt x="1984" y="942"/>
                </a:lnTo>
                <a:lnTo>
                  <a:pt x="960" y="185"/>
                </a:lnTo>
                <a:lnTo>
                  <a:pt x="960" y="185"/>
                </a:lnTo>
                <a:lnTo>
                  <a:pt x="1368" y="1344"/>
                </a:lnTo>
                <a:lnTo>
                  <a:pt x="1" y="2517"/>
                </a:lnTo>
                <a:lnTo>
                  <a:pt x="1616" y="2193"/>
                </a:lnTo>
                <a:lnTo>
                  <a:pt x="2135" y="3494"/>
                </a:lnTo>
                <a:lnTo>
                  <a:pt x="2316" y="2258"/>
                </a:lnTo>
                <a:lnTo>
                  <a:pt x="3753" y="2366"/>
                </a:lnTo>
                <a:lnTo>
                  <a:pt x="3753" y="2366"/>
                </a:lnTo>
                <a:lnTo>
                  <a:pt x="2518" y="1399"/>
                </a:lnTo>
                <a:lnTo>
                  <a:pt x="3086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p137"/>
          <p:cNvSpPr/>
          <p:nvPr/>
        </p:nvSpPr>
        <p:spPr>
          <a:xfrm>
            <a:off x="8423996" y="1616518"/>
            <a:ext cx="161712" cy="174330"/>
          </a:xfrm>
          <a:custGeom>
            <a:rect b="b" l="l" r="r" t="t"/>
            <a:pathLst>
              <a:path extrusionOk="0" h="3813" w="3537">
                <a:moveTo>
                  <a:pt x="1658" y="0"/>
                </a:moveTo>
                <a:lnTo>
                  <a:pt x="1271" y="1399"/>
                </a:lnTo>
                <a:lnTo>
                  <a:pt x="0" y="1345"/>
                </a:lnTo>
                <a:lnTo>
                  <a:pt x="0" y="1345"/>
                </a:lnTo>
                <a:lnTo>
                  <a:pt x="988" y="2075"/>
                </a:lnTo>
                <a:lnTo>
                  <a:pt x="514" y="3812"/>
                </a:lnTo>
                <a:lnTo>
                  <a:pt x="1668" y="2639"/>
                </a:lnTo>
                <a:lnTo>
                  <a:pt x="2829" y="3427"/>
                </a:lnTo>
                <a:lnTo>
                  <a:pt x="2284" y="2301"/>
                </a:lnTo>
                <a:lnTo>
                  <a:pt x="3536" y="1586"/>
                </a:lnTo>
                <a:lnTo>
                  <a:pt x="1973" y="1475"/>
                </a:lnTo>
                <a:lnTo>
                  <a:pt x="1658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5" name="Google Shape;985;p137"/>
          <p:cNvSpPr/>
          <p:nvPr/>
        </p:nvSpPr>
        <p:spPr>
          <a:xfrm>
            <a:off x="5846230" y="1864575"/>
            <a:ext cx="161712" cy="174376"/>
          </a:xfrm>
          <a:custGeom>
            <a:rect b="b" l="l" r="r" t="t"/>
            <a:pathLst>
              <a:path extrusionOk="0" h="3814" w="3537">
                <a:moveTo>
                  <a:pt x="1657" y="0"/>
                </a:moveTo>
                <a:lnTo>
                  <a:pt x="1270" y="1397"/>
                </a:lnTo>
                <a:lnTo>
                  <a:pt x="0" y="1344"/>
                </a:lnTo>
                <a:lnTo>
                  <a:pt x="0" y="1344"/>
                </a:lnTo>
                <a:lnTo>
                  <a:pt x="988" y="2076"/>
                </a:lnTo>
                <a:lnTo>
                  <a:pt x="512" y="3814"/>
                </a:lnTo>
                <a:lnTo>
                  <a:pt x="1668" y="2640"/>
                </a:lnTo>
                <a:lnTo>
                  <a:pt x="2829" y="3427"/>
                </a:lnTo>
                <a:lnTo>
                  <a:pt x="2284" y="2299"/>
                </a:lnTo>
                <a:lnTo>
                  <a:pt x="3536" y="1586"/>
                </a:lnTo>
                <a:lnTo>
                  <a:pt x="1970" y="1476"/>
                </a:lnTo>
                <a:lnTo>
                  <a:pt x="1657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BLANK_1_1_1_1_1_1_1_1"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138"/>
          <p:cNvSpPr/>
          <p:nvPr/>
        </p:nvSpPr>
        <p:spPr>
          <a:xfrm>
            <a:off x="285100" y="268025"/>
            <a:ext cx="8573700" cy="4607400"/>
          </a:xfrm>
          <a:prstGeom prst="plus">
            <a:avLst>
              <a:gd fmla="val 3202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8" name="Google Shape;988;p138"/>
          <p:cNvGrpSpPr/>
          <p:nvPr/>
        </p:nvGrpSpPr>
        <p:grpSpPr>
          <a:xfrm>
            <a:off x="7064150" y="3589625"/>
            <a:ext cx="1155200" cy="675525"/>
            <a:chOff x="902700" y="3069775"/>
            <a:chExt cx="1155200" cy="675525"/>
          </a:xfrm>
        </p:grpSpPr>
        <p:sp>
          <p:nvSpPr>
            <p:cNvPr id="989" name="Google Shape;989;p138"/>
            <p:cNvSpPr/>
            <p:nvPr/>
          </p:nvSpPr>
          <p:spPr>
            <a:xfrm>
              <a:off x="1309400" y="3521425"/>
              <a:ext cx="513950" cy="187525"/>
            </a:xfrm>
            <a:custGeom>
              <a:rect b="b" l="l" r="r" t="t"/>
              <a:pathLst>
                <a:path extrusionOk="0" h="7501" w="20558">
                  <a:moveTo>
                    <a:pt x="3310" y="0"/>
                  </a:moveTo>
                  <a:lnTo>
                    <a:pt x="1" y="1087"/>
                  </a:lnTo>
                  <a:cubicBezTo>
                    <a:pt x="1" y="1087"/>
                    <a:pt x="8776" y="7501"/>
                    <a:pt x="14698" y="7501"/>
                  </a:cubicBezTo>
                  <a:cubicBezTo>
                    <a:pt x="17054" y="7501"/>
                    <a:pt x="18959" y="6485"/>
                    <a:pt x="19678" y="3645"/>
                  </a:cubicBezTo>
                  <a:lnTo>
                    <a:pt x="20557" y="381"/>
                  </a:lnTo>
                  <a:lnTo>
                    <a:pt x="20557" y="381"/>
                  </a:lnTo>
                  <a:cubicBezTo>
                    <a:pt x="20557" y="381"/>
                    <a:pt x="18707" y="4144"/>
                    <a:pt x="13760" y="4144"/>
                  </a:cubicBezTo>
                  <a:cubicBezTo>
                    <a:pt x="11179" y="4144"/>
                    <a:pt x="7755" y="3119"/>
                    <a:pt x="33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138"/>
            <p:cNvSpPr/>
            <p:nvPr/>
          </p:nvSpPr>
          <p:spPr>
            <a:xfrm>
              <a:off x="1340400" y="3531125"/>
              <a:ext cx="458300" cy="159050"/>
            </a:xfrm>
            <a:custGeom>
              <a:rect b="b" l="l" r="r" t="t"/>
              <a:pathLst>
                <a:path extrusionOk="0" h="6362" w="18332">
                  <a:moveTo>
                    <a:pt x="1876" y="0"/>
                  </a:moveTo>
                  <a:lnTo>
                    <a:pt x="0" y="694"/>
                  </a:lnTo>
                  <a:cubicBezTo>
                    <a:pt x="5826" y="5152"/>
                    <a:pt x="10015" y="6362"/>
                    <a:pt x="12845" y="6362"/>
                  </a:cubicBezTo>
                  <a:cubicBezTo>
                    <a:pt x="16204" y="6362"/>
                    <a:pt x="17650" y="4658"/>
                    <a:pt x="17650" y="4658"/>
                  </a:cubicBezTo>
                  <a:lnTo>
                    <a:pt x="18331" y="1991"/>
                  </a:lnTo>
                  <a:lnTo>
                    <a:pt x="18331" y="1991"/>
                  </a:lnTo>
                  <a:cubicBezTo>
                    <a:pt x="16497" y="3582"/>
                    <a:pt x="14444" y="4161"/>
                    <a:pt x="12428" y="4161"/>
                  </a:cubicBezTo>
                  <a:cubicBezTo>
                    <a:pt x="7023" y="4161"/>
                    <a:pt x="1876" y="0"/>
                    <a:pt x="187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138"/>
            <p:cNvSpPr/>
            <p:nvPr/>
          </p:nvSpPr>
          <p:spPr>
            <a:xfrm>
              <a:off x="1715450" y="3602525"/>
              <a:ext cx="42200" cy="90925"/>
            </a:xfrm>
            <a:custGeom>
              <a:rect b="b" l="l" r="r" t="t"/>
              <a:pathLst>
                <a:path extrusionOk="0" h="3637" w="1688">
                  <a:moveTo>
                    <a:pt x="1687" y="0"/>
                  </a:moveTo>
                  <a:lnTo>
                    <a:pt x="1305" y="241"/>
                  </a:lnTo>
                  <a:lnTo>
                    <a:pt x="1" y="3636"/>
                  </a:lnTo>
                  <a:lnTo>
                    <a:pt x="320" y="3549"/>
                  </a:lnTo>
                  <a:lnTo>
                    <a:pt x="168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138"/>
            <p:cNvSpPr/>
            <p:nvPr/>
          </p:nvSpPr>
          <p:spPr>
            <a:xfrm>
              <a:off x="1668575" y="3626450"/>
              <a:ext cx="29875" cy="70925"/>
            </a:xfrm>
            <a:custGeom>
              <a:rect b="b" l="l" r="r" t="t"/>
              <a:pathLst>
                <a:path extrusionOk="0" h="2837" w="1195">
                  <a:moveTo>
                    <a:pt x="1194" y="1"/>
                  </a:moveTo>
                  <a:lnTo>
                    <a:pt x="751" y="57"/>
                  </a:lnTo>
                  <a:lnTo>
                    <a:pt x="0" y="2802"/>
                  </a:lnTo>
                  <a:lnTo>
                    <a:pt x="258" y="2837"/>
                  </a:lnTo>
                  <a:lnTo>
                    <a:pt x="119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138"/>
            <p:cNvSpPr/>
            <p:nvPr/>
          </p:nvSpPr>
          <p:spPr>
            <a:xfrm>
              <a:off x="1614400" y="3630075"/>
              <a:ext cx="29900" cy="62300"/>
            </a:xfrm>
            <a:custGeom>
              <a:rect b="b" l="l" r="r" t="t"/>
              <a:pathLst>
                <a:path extrusionOk="0" h="2492" w="1196">
                  <a:moveTo>
                    <a:pt x="785" y="0"/>
                  </a:moveTo>
                  <a:lnTo>
                    <a:pt x="0" y="2464"/>
                  </a:lnTo>
                  <a:lnTo>
                    <a:pt x="199" y="2491"/>
                  </a:lnTo>
                  <a:lnTo>
                    <a:pt x="1195" y="71"/>
                  </a:lnTo>
                  <a:lnTo>
                    <a:pt x="785" y="0"/>
                  </a:lnTo>
                  <a:close/>
                </a:path>
              </a:pathLst>
            </a:custGeom>
            <a:solidFill>
              <a:srgbClr val="6D32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138"/>
            <p:cNvSpPr/>
            <p:nvPr/>
          </p:nvSpPr>
          <p:spPr>
            <a:xfrm>
              <a:off x="1558300" y="3621600"/>
              <a:ext cx="29175" cy="56275"/>
            </a:xfrm>
            <a:custGeom>
              <a:rect b="b" l="l" r="r" t="t"/>
              <a:pathLst>
                <a:path extrusionOk="0" h="2251" w="1167">
                  <a:moveTo>
                    <a:pt x="853" y="0"/>
                  </a:moveTo>
                  <a:lnTo>
                    <a:pt x="1" y="2208"/>
                  </a:lnTo>
                  <a:lnTo>
                    <a:pt x="314" y="2250"/>
                  </a:lnTo>
                  <a:lnTo>
                    <a:pt x="1166" y="43"/>
                  </a:lnTo>
                  <a:lnTo>
                    <a:pt x="853" y="0"/>
                  </a:lnTo>
                  <a:close/>
                </a:path>
              </a:pathLst>
            </a:custGeom>
            <a:solidFill>
              <a:srgbClr val="6D32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138"/>
            <p:cNvSpPr/>
            <p:nvPr/>
          </p:nvSpPr>
          <p:spPr>
            <a:xfrm>
              <a:off x="1501375" y="3605050"/>
              <a:ext cx="33375" cy="51525"/>
            </a:xfrm>
            <a:custGeom>
              <a:rect b="b" l="l" r="r" t="t"/>
              <a:pathLst>
                <a:path extrusionOk="0" h="2061" w="1335">
                  <a:moveTo>
                    <a:pt x="1040" y="1"/>
                  </a:moveTo>
                  <a:lnTo>
                    <a:pt x="0" y="1995"/>
                  </a:lnTo>
                  <a:lnTo>
                    <a:pt x="383" y="2061"/>
                  </a:lnTo>
                  <a:lnTo>
                    <a:pt x="1334" y="185"/>
                  </a:lnTo>
                  <a:lnTo>
                    <a:pt x="1040" y="1"/>
                  </a:lnTo>
                  <a:close/>
                </a:path>
              </a:pathLst>
            </a:custGeom>
            <a:solidFill>
              <a:srgbClr val="6D32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138"/>
            <p:cNvSpPr/>
            <p:nvPr/>
          </p:nvSpPr>
          <p:spPr>
            <a:xfrm>
              <a:off x="1448650" y="3585025"/>
              <a:ext cx="36400" cy="48325"/>
            </a:xfrm>
            <a:custGeom>
              <a:rect b="b" l="l" r="r" t="t"/>
              <a:pathLst>
                <a:path extrusionOk="0" h="1933" w="1456">
                  <a:moveTo>
                    <a:pt x="1210" y="0"/>
                  </a:moveTo>
                  <a:lnTo>
                    <a:pt x="1" y="1739"/>
                  </a:lnTo>
                  <a:lnTo>
                    <a:pt x="351" y="1933"/>
                  </a:lnTo>
                  <a:lnTo>
                    <a:pt x="1455" y="122"/>
                  </a:lnTo>
                  <a:lnTo>
                    <a:pt x="1210" y="0"/>
                  </a:lnTo>
                  <a:close/>
                </a:path>
              </a:pathLst>
            </a:custGeom>
            <a:solidFill>
              <a:srgbClr val="6D32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138"/>
            <p:cNvSpPr/>
            <p:nvPr/>
          </p:nvSpPr>
          <p:spPr>
            <a:xfrm>
              <a:off x="1406525" y="3557175"/>
              <a:ext cx="33950" cy="44425"/>
            </a:xfrm>
            <a:custGeom>
              <a:rect b="b" l="l" r="r" t="t"/>
              <a:pathLst>
                <a:path extrusionOk="0" h="1777" w="1358">
                  <a:moveTo>
                    <a:pt x="1099" y="0"/>
                  </a:moveTo>
                  <a:lnTo>
                    <a:pt x="1" y="1680"/>
                  </a:lnTo>
                  <a:lnTo>
                    <a:pt x="277" y="1777"/>
                  </a:lnTo>
                  <a:lnTo>
                    <a:pt x="1358" y="238"/>
                  </a:lnTo>
                  <a:lnTo>
                    <a:pt x="1099" y="0"/>
                  </a:lnTo>
                  <a:close/>
                </a:path>
              </a:pathLst>
            </a:custGeom>
            <a:solidFill>
              <a:srgbClr val="6D32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138"/>
            <p:cNvSpPr/>
            <p:nvPr/>
          </p:nvSpPr>
          <p:spPr>
            <a:xfrm>
              <a:off x="902700" y="3069775"/>
              <a:ext cx="486100" cy="509500"/>
            </a:xfrm>
            <a:custGeom>
              <a:rect b="b" l="l" r="r" t="t"/>
              <a:pathLst>
                <a:path extrusionOk="0" h="20380" w="19444">
                  <a:moveTo>
                    <a:pt x="151" y="1"/>
                  </a:moveTo>
                  <a:cubicBezTo>
                    <a:pt x="21" y="1"/>
                    <a:pt x="1" y="79"/>
                    <a:pt x="1" y="79"/>
                  </a:cubicBezTo>
                  <a:cubicBezTo>
                    <a:pt x="7121" y="12625"/>
                    <a:pt x="18243" y="20380"/>
                    <a:pt x="18243" y="20380"/>
                  </a:cubicBezTo>
                  <a:lnTo>
                    <a:pt x="19444" y="17724"/>
                  </a:lnTo>
                  <a:cubicBezTo>
                    <a:pt x="12328" y="12140"/>
                    <a:pt x="6176" y="5386"/>
                    <a:pt x="2755" y="1979"/>
                  </a:cubicBezTo>
                  <a:cubicBezTo>
                    <a:pt x="1058" y="290"/>
                    <a:pt x="401" y="1"/>
                    <a:pt x="1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138"/>
            <p:cNvSpPr/>
            <p:nvPr/>
          </p:nvSpPr>
          <p:spPr>
            <a:xfrm>
              <a:off x="942775" y="3111725"/>
              <a:ext cx="421975" cy="437950"/>
            </a:xfrm>
            <a:custGeom>
              <a:rect b="b" l="l" r="r" t="t"/>
              <a:pathLst>
                <a:path extrusionOk="0" h="17518" w="16879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6160" y="10849"/>
                    <a:pt x="16042" y="17515"/>
                    <a:pt x="16043" y="17518"/>
                  </a:cubicBezTo>
                  <a:lnTo>
                    <a:pt x="16043" y="17518"/>
                  </a:lnTo>
                  <a:lnTo>
                    <a:pt x="16879" y="15859"/>
                  </a:lnTo>
                  <a:cubicBezTo>
                    <a:pt x="10723" y="11027"/>
                    <a:pt x="5338" y="5129"/>
                    <a:pt x="2377" y="2182"/>
                  </a:cubicBezTo>
                  <a:cubicBezTo>
                    <a:pt x="223" y="36"/>
                    <a:pt x="13" y="0"/>
                    <a:pt x="1" y="0"/>
                  </a:cubicBezTo>
                  <a:close/>
                  <a:moveTo>
                    <a:pt x="16043" y="17518"/>
                  </a:moveTo>
                  <a:lnTo>
                    <a:pt x="16043" y="17518"/>
                  </a:lnTo>
                  <a:cubicBezTo>
                    <a:pt x="16043" y="17518"/>
                    <a:pt x="16043" y="17518"/>
                    <a:pt x="16043" y="175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138"/>
            <p:cNvSpPr/>
            <p:nvPr/>
          </p:nvSpPr>
          <p:spPr>
            <a:xfrm>
              <a:off x="1289225" y="3464525"/>
              <a:ext cx="38275" cy="58525"/>
            </a:xfrm>
            <a:custGeom>
              <a:rect b="b" l="l" r="r" t="t"/>
              <a:pathLst>
                <a:path extrusionOk="0" h="2341" w="1531">
                  <a:moveTo>
                    <a:pt x="1283" y="0"/>
                  </a:moveTo>
                  <a:lnTo>
                    <a:pt x="0" y="2033"/>
                  </a:lnTo>
                  <a:lnTo>
                    <a:pt x="402" y="2341"/>
                  </a:lnTo>
                  <a:lnTo>
                    <a:pt x="1530" y="324"/>
                  </a:lnTo>
                  <a:lnTo>
                    <a:pt x="12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138"/>
            <p:cNvSpPr/>
            <p:nvPr/>
          </p:nvSpPr>
          <p:spPr>
            <a:xfrm>
              <a:off x="1239925" y="3421025"/>
              <a:ext cx="38225" cy="58550"/>
            </a:xfrm>
            <a:custGeom>
              <a:rect b="b" l="l" r="r" t="t"/>
              <a:pathLst>
                <a:path extrusionOk="0" h="2342" w="1529">
                  <a:moveTo>
                    <a:pt x="1284" y="1"/>
                  </a:moveTo>
                  <a:lnTo>
                    <a:pt x="1" y="2034"/>
                  </a:lnTo>
                  <a:lnTo>
                    <a:pt x="403" y="2341"/>
                  </a:lnTo>
                  <a:lnTo>
                    <a:pt x="1528" y="324"/>
                  </a:lnTo>
                  <a:lnTo>
                    <a:pt x="128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138"/>
            <p:cNvSpPr/>
            <p:nvPr/>
          </p:nvSpPr>
          <p:spPr>
            <a:xfrm>
              <a:off x="1182100" y="3368650"/>
              <a:ext cx="38275" cy="58525"/>
            </a:xfrm>
            <a:custGeom>
              <a:rect b="b" l="l" r="r" t="t"/>
              <a:pathLst>
                <a:path extrusionOk="0" h="2341" w="1531">
                  <a:moveTo>
                    <a:pt x="1285" y="0"/>
                  </a:moveTo>
                  <a:lnTo>
                    <a:pt x="1" y="2033"/>
                  </a:lnTo>
                  <a:lnTo>
                    <a:pt x="406" y="2341"/>
                  </a:lnTo>
                  <a:lnTo>
                    <a:pt x="1531" y="324"/>
                  </a:lnTo>
                  <a:lnTo>
                    <a:pt x="128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138"/>
            <p:cNvSpPr/>
            <p:nvPr/>
          </p:nvSpPr>
          <p:spPr>
            <a:xfrm>
              <a:off x="1123125" y="3311225"/>
              <a:ext cx="38200" cy="58550"/>
            </a:xfrm>
            <a:custGeom>
              <a:rect b="b" l="l" r="r" t="t"/>
              <a:pathLst>
                <a:path extrusionOk="0" h="2342" w="1528">
                  <a:moveTo>
                    <a:pt x="1283" y="1"/>
                  </a:moveTo>
                  <a:lnTo>
                    <a:pt x="0" y="2034"/>
                  </a:lnTo>
                  <a:lnTo>
                    <a:pt x="403" y="2341"/>
                  </a:lnTo>
                  <a:lnTo>
                    <a:pt x="1528" y="326"/>
                  </a:lnTo>
                  <a:lnTo>
                    <a:pt x="128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138"/>
            <p:cNvSpPr/>
            <p:nvPr/>
          </p:nvSpPr>
          <p:spPr>
            <a:xfrm>
              <a:off x="1073550" y="3274200"/>
              <a:ext cx="47100" cy="42075"/>
            </a:xfrm>
            <a:custGeom>
              <a:rect b="b" l="l" r="r" t="t"/>
              <a:pathLst>
                <a:path extrusionOk="0" h="1683" w="1884">
                  <a:moveTo>
                    <a:pt x="1627" y="0"/>
                  </a:moveTo>
                  <a:lnTo>
                    <a:pt x="1" y="1314"/>
                  </a:lnTo>
                  <a:lnTo>
                    <a:pt x="439" y="1682"/>
                  </a:lnTo>
                  <a:lnTo>
                    <a:pt x="1883" y="337"/>
                  </a:lnTo>
                  <a:lnTo>
                    <a:pt x="162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138"/>
            <p:cNvSpPr/>
            <p:nvPr/>
          </p:nvSpPr>
          <p:spPr>
            <a:xfrm>
              <a:off x="1035075" y="3230175"/>
              <a:ext cx="41150" cy="36775"/>
            </a:xfrm>
            <a:custGeom>
              <a:rect b="b" l="l" r="r" t="t"/>
              <a:pathLst>
                <a:path extrusionOk="0" h="1471" w="1646">
                  <a:moveTo>
                    <a:pt x="1421" y="0"/>
                  </a:moveTo>
                  <a:lnTo>
                    <a:pt x="1" y="1149"/>
                  </a:lnTo>
                  <a:lnTo>
                    <a:pt x="383" y="1471"/>
                  </a:lnTo>
                  <a:lnTo>
                    <a:pt x="1646" y="294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138"/>
            <p:cNvSpPr/>
            <p:nvPr/>
          </p:nvSpPr>
          <p:spPr>
            <a:xfrm>
              <a:off x="995575" y="3182150"/>
              <a:ext cx="37275" cy="34025"/>
            </a:xfrm>
            <a:custGeom>
              <a:rect b="b" l="l" r="r" t="t"/>
              <a:pathLst>
                <a:path extrusionOk="0" h="1361" w="1491">
                  <a:moveTo>
                    <a:pt x="1266" y="0"/>
                  </a:moveTo>
                  <a:lnTo>
                    <a:pt x="0" y="1032"/>
                  </a:lnTo>
                  <a:lnTo>
                    <a:pt x="373" y="1360"/>
                  </a:lnTo>
                  <a:lnTo>
                    <a:pt x="1491" y="295"/>
                  </a:lnTo>
                  <a:lnTo>
                    <a:pt x="126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138"/>
            <p:cNvSpPr/>
            <p:nvPr/>
          </p:nvSpPr>
          <p:spPr>
            <a:xfrm>
              <a:off x="1636400" y="3530950"/>
              <a:ext cx="186950" cy="177975"/>
            </a:xfrm>
            <a:custGeom>
              <a:rect b="b" l="l" r="r" t="t"/>
              <a:pathLst>
                <a:path extrusionOk="0" h="7119" w="7478">
                  <a:moveTo>
                    <a:pt x="7477" y="0"/>
                  </a:moveTo>
                  <a:cubicBezTo>
                    <a:pt x="7476" y="0"/>
                    <a:pt x="6054" y="2889"/>
                    <a:pt x="2375" y="3605"/>
                  </a:cubicBezTo>
                  <a:lnTo>
                    <a:pt x="0" y="6979"/>
                  </a:lnTo>
                  <a:cubicBezTo>
                    <a:pt x="557" y="7069"/>
                    <a:pt x="1099" y="7119"/>
                    <a:pt x="1619" y="7119"/>
                  </a:cubicBezTo>
                  <a:cubicBezTo>
                    <a:pt x="3975" y="7119"/>
                    <a:pt x="5878" y="6103"/>
                    <a:pt x="6598" y="3264"/>
                  </a:cubicBezTo>
                  <a:lnTo>
                    <a:pt x="747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138"/>
            <p:cNvSpPr/>
            <p:nvPr/>
          </p:nvSpPr>
          <p:spPr>
            <a:xfrm>
              <a:off x="1708700" y="3160575"/>
              <a:ext cx="56450" cy="38325"/>
            </a:xfrm>
            <a:custGeom>
              <a:rect b="b" l="l" r="r" t="t"/>
              <a:pathLst>
                <a:path extrusionOk="0" h="1533" w="2258">
                  <a:moveTo>
                    <a:pt x="668" y="1"/>
                  </a:moveTo>
                  <a:cubicBezTo>
                    <a:pt x="520" y="1"/>
                    <a:pt x="369" y="101"/>
                    <a:pt x="193" y="391"/>
                  </a:cubicBezTo>
                  <a:cubicBezTo>
                    <a:pt x="0" y="707"/>
                    <a:pt x="183" y="1170"/>
                    <a:pt x="599" y="1423"/>
                  </a:cubicBezTo>
                  <a:cubicBezTo>
                    <a:pt x="723" y="1500"/>
                    <a:pt x="869" y="1533"/>
                    <a:pt x="1018" y="1533"/>
                  </a:cubicBezTo>
                  <a:cubicBezTo>
                    <a:pt x="1366" y="1533"/>
                    <a:pt x="1728" y="1351"/>
                    <a:pt x="1844" y="1121"/>
                  </a:cubicBezTo>
                  <a:cubicBezTo>
                    <a:pt x="2258" y="306"/>
                    <a:pt x="1718" y="587"/>
                    <a:pt x="1303" y="334"/>
                  </a:cubicBezTo>
                  <a:cubicBezTo>
                    <a:pt x="1063" y="187"/>
                    <a:pt x="869" y="1"/>
                    <a:pt x="6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138"/>
            <p:cNvSpPr/>
            <p:nvPr/>
          </p:nvSpPr>
          <p:spPr>
            <a:xfrm>
              <a:off x="1774550" y="3249575"/>
              <a:ext cx="46175" cy="46500"/>
            </a:xfrm>
            <a:custGeom>
              <a:rect b="b" l="l" r="r" t="t"/>
              <a:pathLst>
                <a:path extrusionOk="0" h="1860" w="1847">
                  <a:moveTo>
                    <a:pt x="918" y="1"/>
                  </a:moveTo>
                  <a:cubicBezTo>
                    <a:pt x="615" y="1"/>
                    <a:pt x="302" y="252"/>
                    <a:pt x="163" y="635"/>
                  </a:cubicBezTo>
                  <a:cubicBezTo>
                    <a:pt x="0" y="1095"/>
                    <a:pt x="361" y="1698"/>
                    <a:pt x="715" y="1794"/>
                  </a:cubicBezTo>
                  <a:cubicBezTo>
                    <a:pt x="879" y="1839"/>
                    <a:pt x="1000" y="1859"/>
                    <a:pt x="1088" y="1859"/>
                  </a:cubicBezTo>
                  <a:cubicBezTo>
                    <a:pt x="1470" y="1859"/>
                    <a:pt x="1241" y="1479"/>
                    <a:pt x="1374" y="1105"/>
                  </a:cubicBezTo>
                  <a:cubicBezTo>
                    <a:pt x="1539" y="647"/>
                    <a:pt x="1847" y="301"/>
                    <a:pt x="1094" y="30"/>
                  </a:cubicBezTo>
                  <a:cubicBezTo>
                    <a:pt x="1037" y="10"/>
                    <a:pt x="978" y="1"/>
                    <a:pt x="9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138"/>
            <p:cNvSpPr/>
            <p:nvPr/>
          </p:nvSpPr>
          <p:spPr>
            <a:xfrm>
              <a:off x="1790750" y="3305950"/>
              <a:ext cx="43575" cy="34975"/>
            </a:xfrm>
            <a:custGeom>
              <a:rect b="b" l="l" r="r" t="t"/>
              <a:pathLst>
                <a:path extrusionOk="0" h="1399" w="1743">
                  <a:moveTo>
                    <a:pt x="523" y="0"/>
                  </a:moveTo>
                  <a:cubicBezTo>
                    <a:pt x="440" y="0"/>
                    <a:pt x="341" y="36"/>
                    <a:pt x="217" y="122"/>
                  </a:cubicBezTo>
                  <a:cubicBezTo>
                    <a:pt x="1" y="269"/>
                    <a:pt x="24" y="676"/>
                    <a:pt x="266" y="1031"/>
                  </a:cubicBezTo>
                  <a:cubicBezTo>
                    <a:pt x="433" y="1273"/>
                    <a:pt x="740" y="1399"/>
                    <a:pt x="980" y="1399"/>
                  </a:cubicBezTo>
                  <a:cubicBezTo>
                    <a:pt x="1089" y="1399"/>
                    <a:pt x="1185" y="1373"/>
                    <a:pt x="1248" y="1320"/>
                  </a:cubicBezTo>
                  <a:cubicBezTo>
                    <a:pt x="1743" y="903"/>
                    <a:pt x="1283" y="885"/>
                    <a:pt x="1040" y="533"/>
                  </a:cubicBezTo>
                  <a:cubicBezTo>
                    <a:pt x="861" y="274"/>
                    <a:pt x="753" y="0"/>
                    <a:pt x="52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138"/>
            <p:cNvSpPr/>
            <p:nvPr/>
          </p:nvSpPr>
          <p:spPr>
            <a:xfrm>
              <a:off x="1753900" y="3203125"/>
              <a:ext cx="49475" cy="59175"/>
            </a:xfrm>
            <a:custGeom>
              <a:rect b="b" l="l" r="r" t="t"/>
              <a:pathLst>
                <a:path extrusionOk="0" h="2367" w="1979">
                  <a:moveTo>
                    <a:pt x="866" y="0"/>
                  </a:moveTo>
                  <a:cubicBezTo>
                    <a:pt x="614" y="0"/>
                    <a:pt x="570" y="262"/>
                    <a:pt x="339" y="627"/>
                  </a:cubicBezTo>
                  <a:cubicBezTo>
                    <a:pt x="0" y="1164"/>
                    <a:pt x="118" y="2053"/>
                    <a:pt x="465" y="2226"/>
                  </a:cubicBezTo>
                  <a:cubicBezTo>
                    <a:pt x="661" y="2324"/>
                    <a:pt x="802" y="2366"/>
                    <a:pt x="909" y="2366"/>
                  </a:cubicBezTo>
                  <a:cubicBezTo>
                    <a:pt x="1270" y="2366"/>
                    <a:pt x="1224" y="1883"/>
                    <a:pt x="1488" y="1468"/>
                  </a:cubicBezTo>
                  <a:cubicBezTo>
                    <a:pt x="1825" y="929"/>
                    <a:pt x="1979" y="498"/>
                    <a:pt x="1412" y="198"/>
                  </a:cubicBezTo>
                  <a:cubicBezTo>
                    <a:pt x="1154" y="60"/>
                    <a:pt x="986" y="0"/>
                    <a:pt x="86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138"/>
            <p:cNvSpPr/>
            <p:nvPr/>
          </p:nvSpPr>
          <p:spPr>
            <a:xfrm>
              <a:off x="1774375" y="3193200"/>
              <a:ext cx="21500" cy="13725"/>
            </a:xfrm>
            <a:custGeom>
              <a:rect b="b" l="l" r="r" t="t"/>
              <a:pathLst>
                <a:path extrusionOk="0" h="549" w="860">
                  <a:moveTo>
                    <a:pt x="217" y="1"/>
                  </a:moveTo>
                  <a:cubicBezTo>
                    <a:pt x="135" y="1"/>
                    <a:pt x="70" y="45"/>
                    <a:pt x="33" y="198"/>
                  </a:cubicBezTo>
                  <a:cubicBezTo>
                    <a:pt x="0" y="334"/>
                    <a:pt x="146" y="487"/>
                    <a:pt x="356" y="539"/>
                  </a:cubicBezTo>
                  <a:cubicBezTo>
                    <a:pt x="385" y="546"/>
                    <a:pt x="414" y="549"/>
                    <a:pt x="442" y="549"/>
                  </a:cubicBezTo>
                  <a:cubicBezTo>
                    <a:pt x="629" y="549"/>
                    <a:pt x="812" y="419"/>
                    <a:pt x="830" y="297"/>
                  </a:cubicBezTo>
                  <a:cubicBezTo>
                    <a:pt x="859" y="98"/>
                    <a:pt x="810" y="67"/>
                    <a:pt x="723" y="67"/>
                  </a:cubicBezTo>
                  <a:cubicBezTo>
                    <a:pt x="685" y="67"/>
                    <a:pt x="639" y="73"/>
                    <a:pt x="590" y="73"/>
                  </a:cubicBezTo>
                  <a:cubicBezTo>
                    <a:pt x="557" y="73"/>
                    <a:pt x="522" y="71"/>
                    <a:pt x="487" y="62"/>
                  </a:cubicBezTo>
                  <a:cubicBezTo>
                    <a:pt x="386" y="38"/>
                    <a:pt x="294" y="1"/>
                    <a:pt x="2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138"/>
            <p:cNvSpPr/>
            <p:nvPr/>
          </p:nvSpPr>
          <p:spPr>
            <a:xfrm>
              <a:off x="1780150" y="3241625"/>
              <a:ext cx="21525" cy="13700"/>
            </a:xfrm>
            <a:custGeom>
              <a:rect b="b" l="l" r="r" t="t"/>
              <a:pathLst>
                <a:path extrusionOk="0" h="548" w="861">
                  <a:moveTo>
                    <a:pt x="217" y="1"/>
                  </a:moveTo>
                  <a:cubicBezTo>
                    <a:pt x="134" y="1"/>
                    <a:pt x="70" y="45"/>
                    <a:pt x="32" y="198"/>
                  </a:cubicBezTo>
                  <a:cubicBezTo>
                    <a:pt x="1" y="336"/>
                    <a:pt x="146" y="487"/>
                    <a:pt x="356" y="537"/>
                  </a:cubicBezTo>
                  <a:cubicBezTo>
                    <a:pt x="384" y="544"/>
                    <a:pt x="413" y="547"/>
                    <a:pt x="441" y="547"/>
                  </a:cubicBezTo>
                  <a:cubicBezTo>
                    <a:pt x="628" y="547"/>
                    <a:pt x="813" y="416"/>
                    <a:pt x="831" y="297"/>
                  </a:cubicBezTo>
                  <a:cubicBezTo>
                    <a:pt x="860" y="98"/>
                    <a:pt x="811" y="67"/>
                    <a:pt x="723" y="67"/>
                  </a:cubicBezTo>
                  <a:cubicBezTo>
                    <a:pt x="685" y="67"/>
                    <a:pt x="640" y="73"/>
                    <a:pt x="590" y="73"/>
                  </a:cubicBezTo>
                  <a:cubicBezTo>
                    <a:pt x="558" y="73"/>
                    <a:pt x="523" y="71"/>
                    <a:pt x="488" y="62"/>
                  </a:cubicBezTo>
                  <a:cubicBezTo>
                    <a:pt x="386" y="38"/>
                    <a:pt x="294" y="1"/>
                    <a:pt x="217" y="1"/>
                  </a:cubicBezTo>
                  <a:close/>
                </a:path>
              </a:pathLst>
            </a:custGeom>
            <a:solidFill>
              <a:srgbClr val="FFCE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138"/>
            <p:cNvSpPr/>
            <p:nvPr/>
          </p:nvSpPr>
          <p:spPr>
            <a:xfrm>
              <a:off x="1786075" y="3222875"/>
              <a:ext cx="21500" cy="13725"/>
            </a:xfrm>
            <a:custGeom>
              <a:rect b="b" l="l" r="r" t="t"/>
              <a:pathLst>
                <a:path extrusionOk="0" h="549" w="860">
                  <a:moveTo>
                    <a:pt x="216" y="0"/>
                  </a:moveTo>
                  <a:cubicBezTo>
                    <a:pt x="133" y="0"/>
                    <a:pt x="69" y="45"/>
                    <a:pt x="32" y="198"/>
                  </a:cubicBezTo>
                  <a:cubicBezTo>
                    <a:pt x="0" y="334"/>
                    <a:pt x="145" y="489"/>
                    <a:pt x="355" y="539"/>
                  </a:cubicBezTo>
                  <a:cubicBezTo>
                    <a:pt x="384" y="546"/>
                    <a:pt x="413" y="549"/>
                    <a:pt x="442" y="549"/>
                  </a:cubicBezTo>
                  <a:cubicBezTo>
                    <a:pt x="630" y="549"/>
                    <a:pt x="813" y="417"/>
                    <a:pt x="830" y="297"/>
                  </a:cubicBezTo>
                  <a:cubicBezTo>
                    <a:pt x="860" y="97"/>
                    <a:pt x="810" y="67"/>
                    <a:pt x="722" y="67"/>
                  </a:cubicBezTo>
                  <a:cubicBezTo>
                    <a:pt x="684" y="67"/>
                    <a:pt x="639" y="73"/>
                    <a:pt x="590" y="73"/>
                  </a:cubicBezTo>
                  <a:cubicBezTo>
                    <a:pt x="557" y="73"/>
                    <a:pt x="522" y="70"/>
                    <a:pt x="487" y="62"/>
                  </a:cubicBezTo>
                  <a:cubicBezTo>
                    <a:pt x="385" y="38"/>
                    <a:pt x="293" y="0"/>
                    <a:pt x="21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138"/>
            <p:cNvSpPr/>
            <p:nvPr/>
          </p:nvSpPr>
          <p:spPr>
            <a:xfrm>
              <a:off x="1744975" y="3196425"/>
              <a:ext cx="21525" cy="13725"/>
            </a:xfrm>
            <a:custGeom>
              <a:rect b="b" l="l" r="r" t="t"/>
              <a:pathLst>
                <a:path extrusionOk="0" h="549" w="861">
                  <a:moveTo>
                    <a:pt x="218" y="0"/>
                  </a:moveTo>
                  <a:cubicBezTo>
                    <a:pt x="135" y="0"/>
                    <a:pt x="71" y="45"/>
                    <a:pt x="34" y="198"/>
                  </a:cubicBezTo>
                  <a:cubicBezTo>
                    <a:pt x="1" y="334"/>
                    <a:pt x="145" y="487"/>
                    <a:pt x="357" y="539"/>
                  </a:cubicBezTo>
                  <a:cubicBezTo>
                    <a:pt x="386" y="546"/>
                    <a:pt x="415" y="549"/>
                    <a:pt x="444" y="549"/>
                  </a:cubicBezTo>
                  <a:cubicBezTo>
                    <a:pt x="629" y="549"/>
                    <a:pt x="812" y="418"/>
                    <a:pt x="831" y="297"/>
                  </a:cubicBezTo>
                  <a:cubicBezTo>
                    <a:pt x="860" y="97"/>
                    <a:pt x="812" y="67"/>
                    <a:pt x="724" y="67"/>
                  </a:cubicBezTo>
                  <a:cubicBezTo>
                    <a:pt x="686" y="67"/>
                    <a:pt x="641" y="73"/>
                    <a:pt x="591" y="73"/>
                  </a:cubicBezTo>
                  <a:cubicBezTo>
                    <a:pt x="558" y="73"/>
                    <a:pt x="523" y="70"/>
                    <a:pt x="487" y="62"/>
                  </a:cubicBezTo>
                  <a:cubicBezTo>
                    <a:pt x="387" y="38"/>
                    <a:pt x="294" y="0"/>
                    <a:pt x="21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138"/>
            <p:cNvSpPr/>
            <p:nvPr/>
          </p:nvSpPr>
          <p:spPr>
            <a:xfrm>
              <a:off x="1795300" y="3298000"/>
              <a:ext cx="21500" cy="13675"/>
            </a:xfrm>
            <a:custGeom>
              <a:rect b="b" l="l" r="r" t="t"/>
              <a:pathLst>
                <a:path extrusionOk="0" h="547" w="860">
                  <a:moveTo>
                    <a:pt x="218" y="0"/>
                  </a:moveTo>
                  <a:cubicBezTo>
                    <a:pt x="135" y="0"/>
                    <a:pt x="71" y="44"/>
                    <a:pt x="33" y="198"/>
                  </a:cubicBezTo>
                  <a:cubicBezTo>
                    <a:pt x="0" y="334"/>
                    <a:pt x="147" y="487"/>
                    <a:pt x="357" y="537"/>
                  </a:cubicBezTo>
                  <a:cubicBezTo>
                    <a:pt x="385" y="544"/>
                    <a:pt x="414" y="547"/>
                    <a:pt x="443" y="547"/>
                  </a:cubicBezTo>
                  <a:cubicBezTo>
                    <a:pt x="631" y="547"/>
                    <a:pt x="815" y="417"/>
                    <a:pt x="831" y="297"/>
                  </a:cubicBezTo>
                  <a:cubicBezTo>
                    <a:pt x="860" y="97"/>
                    <a:pt x="811" y="67"/>
                    <a:pt x="723" y="67"/>
                  </a:cubicBezTo>
                  <a:cubicBezTo>
                    <a:pt x="685" y="67"/>
                    <a:pt x="640" y="73"/>
                    <a:pt x="590" y="73"/>
                  </a:cubicBezTo>
                  <a:cubicBezTo>
                    <a:pt x="557" y="73"/>
                    <a:pt x="523" y="70"/>
                    <a:pt x="487" y="62"/>
                  </a:cubicBezTo>
                  <a:cubicBezTo>
                    <a:pt x="386" y="38"/>
                    <a:pt x="294" y="0"/>
                    <a:pt x="21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138"/>
            <p:cNvSpPr/>
            <p:nvPr/>
          </p:nvSpPr>
          <p:spPr>
            <a:xfrm>
              <a:off x="1696175" y="3163225"/>
              <a:ext cx="35225" cy="19750"/>
            </a:xfrm>
            <a:custGeom>
              <a:rect b="b" l="l" r="r" t="t"/>
              <a:pathLst>
                <a:path extrusionOk="0" h="790" w="1409">
                  <a:moveTo>
                    <a:pt x="316" y="1"/>
                  </a:moveTo>
                  <a:cubicBezTo>
                    <a:pt x="204" y="1"/>
                    <a:pt x="115" y="59"/>
                    <a:pt x="57" y="239"/>
                  </a:cubicBezTo>
                  <a:cubicBezTo>
                    <a:pt x="0" y="418"/>
                    <a:pt x="226" y="650"/>
                    <a:pt x="558" y="756"/>
                  </a:cubicBezTo>
                  <a:cubicBezTo>
                    <a:pt x="631" y="779"/>
                    <a:pt x="707" y="790"/>
                    <a:pt x="781" y="790"/>
                  </a:cubicBezTo>
                  <a:cubicBezTo>
                    <a:pt x="1046" y="790"/>
                    <a:pt x="1289" y="656"/>
                    <a:pt x="1317" y="513"/>
                  </a:cubicBezTo>
                  <a:cubicBezTo>
                    <a:pt x="1409" y="56"/>
                    <a:pt x="1115" y="241"/>
                    <a:pt x="783" y="135"/>
                  </a:cubicBezTo>
                  <a:cubicBezTo>
                    <a:pt x="605" y="78"/>
                    <a:pt x="445" y="1"/>
                    <a:pt x="31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138"/>
            <p:cNvSpPr/>
            <p:nvPr/>
          </p:nvSpPr>
          <p:spPr>
            <a:xfrm>
              <a:off x="1338350" y="3163725"/>
              <a:ext cx="480675" cy="274925"/>
            </a:xfrm>
            <a:custGeom>
              <a:rect b="b" l="l" r="r" t="t"/>
              <a:pathLst>
                <a:path extrusionOk="0" h="10997" w="19227">
                  <a:moveTo>
                    <a:pt x="12045" y="1"/>
                  </a:moveTo>
                  <a:cubicBezTo>
                    <a:pt x="7755" y="1"/>
                    <a:pt x="1428" y="2107"/>
                    <a:pt x="769" y="5078"/>
                  </a:cubicBezTo>
                  <a:cubicBezTo>
                    <a:pt x="1" y="8552"/>
                    <a:pt x="5771" y="9233"/>
                    <a:pt x="9724" y="10108"/>
                  </a:cubicBezTo>
                  <a:cubicBezTo>
                    <a:pt x="11610" y="10526"/>
                    <a:pt x="13511" y="10997"/>
                    <a:pt x="15065" y="10997"/>
                  </a:cubicBezTo>
                  <a:cubicBezTo>
                    <a:pt x="16767" y="10997"/>
                    <a:pt x="18054" y="10433"/>
                    <a:pt x="18456" y="8618"/>
                  </a:cubicBezTo>
                  <a:cubicBezTo>
                    <a:pt x="19226" y="5145"/>
                    <a:pt x="17962" y="1062"/>
                    <a:pt x="14010" y="188"/>
                  </a:cubicBezTo>
                  <a:cubicBezTo>
                    <a:pt x="13438" y="61"/>
                    <a:pt x="12770" y="1"/>
                    <a:pt x="1204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138"/>
            <p:cNvSpPr/>
            <p:nvPr/>
          </p:nvSpPr>
          <p:spPr>
            <a:xfrm>
              <a:off x="1675650" y="3137400"/>
              <a:ext cx="17225" cy="13625"/>
            </a:xfrm>
            <a:custGeom>
              <a:rect b="b" l="l" r="r" t="t"/>
              <a:pathLst>
                <a:path extrusionOk="0" h="545" w="689">
                  <a:moveTo>
                    <a:pt x="450" y="0"/>
                  </a:moveTo>
                  <a:cubicBezTo>
                    <a:pt x="338" y="0"/>
                    <a:pt x="205" y="141"/>
                    <a:pt x="1" y="201"/>
                  </a:cubicBezTo>
                  <a:cubicBezTo>
                    <a:pt x="211" y="309"/>
                    <a:pt x="397" y="423"/>
                    <a:pt x="566" y="545"/>
                  </a:cubicBezTo>
                  <a:cubicBezTo>
                    <a:pt x="648" y="426"/>
                    <a:pt x="688" y="303"/>
                    <a:pt x="652" y="221"/>
                  </a:cubicBezTo>
                  <a:cubicBezTo>
                    <a:pt x="584" y="56"/>
                    <a:pt x="521" y="0"/>
                    <a:pt x="450" y="0"/>
                  </a:cubicBezTo>
                  <a:close/>
                </a:path>
              </a:pathLst>
            </a:custGeom>
            <a:solidFill>
              <a:srgbClr val="9A4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138"/>
            <p:cNvSpPr/>
            <p:nvPr/>
          </p:nvSpPr>
          <p:spPr>
            <a:xfrm>
              <a:off x="1338275" y="3160775"/>
              <a:ext cx="496025" cy="278025"/>
            </a:xfrm>
            <a:custGeom>
              <a:rect b="b" l="l" r="r" t="t"/>
              <a:pathLst>
                <a:path extrusionOk="0" h="11121" w="19841">
                  <a:moveTo>
                    <a:pt x="15486" y="1"/>
                  </a:moveTo>
                  <a:cubicBezTo>
                    <a:pt x="15367" y="1"/>
                    <a:pt x="15246" y="65"/>
                    <a:pt x="15111" y="241"/>
                  </a:cubicBezTo>
                  <a:cubicBezTo>
                    <a:pt x="15108" y="240"/>
                    <a:pt x="15102" y="240"/>
                    <a:pt x="15099" y="237"/>
                  </a:cubicBezTo>
                  <a:cubicBezTo>
                    <a:pt x="14922" y="182"/>
                    <a:pt x="14764" y="108"/>
                    <a:pt x="14636" y="108"/>
                  </a:cubicBezTo>
                  <a:cubicBezTo>
                    <a:pt x="14622" y="108"/>
                    <a:pt x="14608" y="109"/>
                    <a:pt x="14594" y="111"/>
                  </a:cubicBezTo>
                  <a:cubicBezTo>
                    <a:pt x="14793" y="364"/>
                    <a:pt x="14915" y="635"/>
                    <a:pt x="14929" y="921"/>
                  </a:cubicBezTo>
                  <a:cubicBezTo>
                    <a:pt x="15018" y="2596"/>
                    <a:pt x="11702" y="4134"/>
                    <a:pt x="7524" y="4353"/>
                  </a:cubicBezTo>
                  <a:cubicBezTo>
                    <a:pt x="7185" y="4371"/>
                    <a:pt x="6851" y="4379"/>
                    <a:pt x="6523" y="4379"/>
                  </a:cubicBezTo>
                  <a:cubicBezTo>
                    <a:pt x="4628" y="4379"/>
                    <a:pt x="2941" y="4087"/>
                    <a:pt x="1729" y="3597"/>
                  </a:cubicBezTo>
                  <a:cubicBezTo>
                    <a:pt x="1238" y="4093"/>
                    <a:pt x="898" y="4630"/>
                    <a:pt x="771" y="5201"/>
                  </a:cubicBezTo>
                  <a:cubicBezTo>
                    <a:pt x="1" y="8674"/>
                    <a:pt x="5773" y="9356"/>
                    <a:pt x="9725" y="10232"/>
                  </a:cubicBezTo>
                  <a:cubicBezTo>
                    <a:pt x="11612" y="10649"/>
                    <a:pt x="13512" y="11120"/>
                    <a:pt x="15066" y="11120"/>
                  </a:cubicBezTo>
                  <a:cubicBezTo>
                    <a:pt x="16768" y="11120"/>
                    <a:pt x="18055" y="10556"/>
                    <a:pt x="18458" y="8740"/>
                  </a:cubicBezTo>
                  <a:cubicBezTo>
                    <a:pt x="18578" y="8203"/>
                    <a:pt x="18647" y="7652"/>
                    <a:pt x="18665" y="7100"/>
                  </a:cubicBezTo>
                  <a:cubicBezTo>
                    <a:pt x="18802" y="7173"/>
                    <a:pt x="18952" y="7210"/>
                    <a:pt x="19082" y="7210"/>
                  </a:cubicBezTo>
                  <a:cubicBezTo>
                    <a:pt x="19189" y="7210"/>
                    <a:pt x="19282" y="7184"/>
                    <a:pt x="19344" y="7133"/>
                  </a:cubicBezTo>
                  <a:cubicBezTo>
                    <a:pt x="19840" y="6710"/>
                    <a:pt x="19382" y="6692"/>
                    <a:pt x="19139" y="6340"/>
                  </a:cubicBezTo>
                  <a:cubicBezTo>
                    <a:pt x="19053" y="6216"/>
                    <a:pt x="18983" y="6089"/>
                    <a:pt x="18910" y="5990"/>
                  </a:cubicBezTo>
                  <a:cubicBezTo>
                    <a:pt x="19017" y="5943"/>
                    <a:pt x="19103" y="5864"/>
                    <a:pt x="19115" y="5786"/>
                  </a:cubicBezTo>
                  <a:cubicBezTo>
                    <a:pt x="19144" y="5586"/>
                    <a:pt x="19094" y="5556"/>
                    <a:pt x="19006" y="5556"/>
                  </a:cubicBezTo>
                  <a:cubicBezTo>
                    <a:pt x="18968" y="5556"/>
                    <a:pt x="18923" y="5562"/>
                    <a:pt x="18874" y="5562"/>
                  </a:cubicBezTo>
                  <a:cubicBezTo>
                    <a:pt x="18841" y="5562"/>
                    <a:pt x="18806" y="5559"/>
                    <a:pt x="18771" y="5551"/>
                  </a:cubicBezTo>
                  <a:cubicBezTo>
                    <a:pt x="18701" y="5535"/>
                    <a:pt x="18635" y="5511"/>
                    <a:pt x="18575" y="5499"/>
                  </a:cubicBezTo>
                  <a:cubicBezTo>
                    <a:pt x="18572" y="5468"/>
                    <a:pt x="18568" y="5439"/>
                    <a:pt x="18564" y="5410"/>
                  </a:cubicBezTo>
                  <a:cubicBezTo>
                    <a:pt x="18910" y="5395"/>
                    <a:pt x="18697" y="5024"/>
                    <a:pt x="18828" y="4659"/>
                  </a:cubicBezTo>
                  <a:cubicBezTo>
                    <a:pt x="18993" y="4201"/>
                    <a:pt x="19301" y="3854"/>
                    <a:pt x="18546" y="3584"/>
                  </a:cubicBezTo>
                  <a:cubicBezTo>
                    <a:pt x="18528" y="3577"/>
                    <a:pt x="18506" y="3575"/>
                    <a:pt x="18485" y="3571"/>
                  </a:cubicBezTo>
                  <a:cubicBezTo>
                    <a:pt x="18489" y="3557"/>
                    <a:pt x="18502" y="3545"/>
                    <a:pt x="18506" y="3531"/>
                  </a:cubicBezTo>
                  <a:cubicBezTo>
                    <a:pt x="18535" y="3332"/>
                    <a:pt x="18486" y="3301"/>
                    <a:pt x="18398" y="3301"/>
                  </a:cubicBezTo>
                  <a:cubicBezTo>
                    <a:pt x="18360" y="3301"/>
                    <a:pt x="18315" y="3307"/>
                    <a:pt x="18265" y="3307"/>
                  </a:cubicBezTo>
                  <a:cubicBezTo>
                    <a:pt x="18233" y="3307"/>
                    <a:pt x="18198" y="3305"/>
                    <a:pt x="18163" y="3296"/>
                  </a:cubicBezTo>
                  <a:cubicBezTo>
                    <a:pt x="18124" y="3288"/>
                    <a:pt x="18088" y="3276"/>
                    <a:pt x="18052" y="3266"/>
                  </a:cubicBezTo>
                  <a:cubicBezTo>
                    <a:pt x="18071" y="3232"/>
                    <a:pt x="18091" y="3197"/>
                    <a:pt x="18113" y="3163"/>
                  </a:cubicBezTo>
                  <a:cubicBezTo>
                    <a:pt x="18148" y="3109"/>
                    <a:pt x="18178" y="3054"/>
                    <a:pt x="18208" y="3001"/>
                  </a:cubicBezTo>
                  <a:cubicBezTo>
                    <a:pt x="18230" y="3007"/>
                    <a:pt x="18249" y="3018"/>
                    <a:pt x="18270" y="3024"/>
                  </a:cubicBezTo>
                  <a:cubicBezTo>
                    <a:pt x="18298" y="3031"/>
                    <a:pt x="18327" y="3034"/>
                    <a:pt x="18355" y="3034"/>
                  </a:cubicBezTo>
                  <a:cubicBezTo>
                    <a:pt x="18541" y="3034"/>
                    <a:pt x="18725" y="2904"/>
                    <a:pt x="18744" y="2782"/>
                  </a:cubicBezTo>
                  <a:cubicBezTo>
                    <a:pt x="18773" y="2583"/>
                    <a:pt x="18723" y="2553"/>
                    <a:pt x="18636" y="2553"/>
                  </a:cubicBezTo>
                  <a:cubicBezTo>
                    <a:pt x="18598" y="2553"/>
                    <a:pt x="18552" y="2558"/>
                    <a:pt x="18503" y="2558"/>
                  </a:cubicBezTo>
                  <a:cubicBezTo>
                    <a:pt x="18470" y="2558"/>
                    <a:pt x="18436" y="2556"/>
                    <a:pt x="18400" y="2547"/>
                  </a:cubicBezTo>
                  <a:lnTo>
                    <a:pt x="18396" y="2547"/>
                  </a:lnTo>
                  <a:cubicBezTo>
                    <a:pt x="18449" y="2288"/>
                    <a:pt x="18367" y="2068"/>
                    <a:pt x="18038" y="1893"/>
                  </a:cubicBezTo>
                  <a:cubicBezTo>
                    <a:pt x="18001" y="1873"/>
                    <a:pt x="17969" y="1857"/>
                    <a:pt x="17935" y="1839"/>
                  </a:cubicBezTo>
                  <a:cubicBezTo>
                    <a:pt x="18105" y="1819"/>
                    <a:pt x="18260" y="1704"/>
                    <a:pt x="18277" y="1595"/>
                  </a:cubicBezTo>
                  <a:cubicBezTo>
                    <a:pt x="18306" y="1396"/>
                    <a:pt x="18257" y="1366"/>
                    <a:pt x="18169" y="1366"/>
                  </a:cubicBezTo>
                  <a:cubicBezTo>
                    <a:pt x="18131" y="1366"/>
                    <a:pt x="18086" y="1372"/>
                    <a:pt x="18036" y="1372"/>
                  </a:cubicBezTo>
                  <a:cubicBezTo>
                    <a:pt x="18003" y="1372"/>
                    <a:pt x="17969" y="1369"/>
                    <a:pt x="17934" y="1361"/>
                  </a:cubicBezTo>
                  <a:cubicBezTo>
                    <a:pt x="17832" y="1337"/>
                    <a:pt x="17740" y="1299"/>
                    <a:pt x="17663" y="1299"/>
                  </a:cubicBezTo>
                  <a:cubicBezTo>
                    <a:pt x="17580" y="1299"/>
                    <a:pt x="17516" y="1343"/>
                    <a:pt x="17478" y="1497"/>
                  </a:cubicBezTo>
                  <a:cubicBezTo>
                    <a:pt x="17463" y="1567"/>
                    <a:pt x="17491" y="1640"/>
                    <a:pt x="17551" y="1701"/>
                  </a:cubicBezTo>
                  <a:cubicBezTo>
                    <a:pt x="17530" y="1698"/>
                    <a:pt x="17511" y="1697"/>
                    <a:pt x="17492" y="1697"/>
                  </a:cubicBezTo>
                  <a:cubicBezTo>
                    <a:pt x="17294" y="1697"/>
                    <a:pt x="17223" y="1861"/>
                    <a:pt x="17089" y="2109"/>
                  </a:cubicBezTo>
                  <a:cubicBezTo>
                    <a:pt x="17035" y="2045"/>
                    <a:pt x="16979" y="1983"/>
                    <a:pt x="16920" y="1923"/>
                  </a:cubicBezTo>
                  <a:cubicBezTo>
                    <a:pt x="17017" y="1873"/>
                    <a:pt x="17089" y="1797"/>
                    <a:pt x="17099" y="1726"/>
                  </a:cubicBezTo>
                  <a:cubicBezTo>
                    <a:pt x="17128" y="1528"/>
                    <a:pt x="17080" y="1497"/>
                    <a:pt x="16994" y="1497"/>
                  </a:cubicBezTo>
                  <a:cubicBezTo>
                    <a:pt x="16955" y="1497"/>
                    <a:pt x="16909" y="1503"/>
                    <a:pt x="16858" y="1503"/>
                  </a:cubicBezTo>
                  <a:cubicBezTo>
                    <a:pt x="16825" y="1503"/>
                    <a:pt x="16791" y="1501"/>
                    <a:pt x="16755" y="1492"/>
                  </a:cubicBezTo>
                  <a:cubicBezTo>
                    <a:pt x="16656" y="1468"/>
                    <a:pt x="16565" y="1432"/>
                    <a:pt x="16490" y="1432"/>
                  </a:cubicBezTo>
                  <a:cubicBezTo>
                    <a:pt x="16461" y="1432"/>
                    <a:pt x="16434" y="1437"/>
                    <a:pt x="16409" y="1451"/>
                  </a:cubicBezTo>
                  <a:cubicBezTo>
                    <a:pt x="16388" y="1432"/>
                    <a:pt x="16366" y="1417"/>
                    <a:pt x="16346" y="1401"/>
                  </a:cubicBezTo>
                  <a:cubicBezTo>
                    <a:pt x="16488" y="1328"/>
                    <a:pt x="16605" y="1229"/>
                    <a:pt x="16661" y="1117"/>
                  </a:cubicBezTo>
                  <a:cubicBezTo>
                    <a:pt x="17075" y="304"/>
                    <a:pt x="16535" y="585"/>
                    <a:pt x="16120" y="330"/>
                  </a:cubicBezTo>
                  <a:cubicBezTo>
                    <a:pt x="15881" y="184"/>
                    <a:pt x="15687" y="1"/>
                    <a:pt x="15486" y="1"/>
                  </a:cubicBez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138"/>
            <p:cNvSpPr/>
            <p:nvPr/>
          </p:nvSpPr>
          <p:spPr>
            <a:xfrm>
              <a:off x="2011450" y="3241750"/>
              <a:ext cx="46450" cy="26750"/>
            </a:xfrm>
            <a:custGeom>
              <a:rect b="b" l="l" r="r" t="t"/>
              <a:pathLst>
                <a:path extrusionOk="0" h="1070" w="1858">
                  <a:moveTo>
                    <a:pt x="1555" y="0"/>
                  </a:moveTo>
                  <a:cubicBezTo>
                    <a:pt x="1403" y="0"/>
                    <a:pt x="1194" y="128"/>
                    <a:pt x="924" y="146"/>
                  </a:cubicBezTo>
                  <a:cubicBezTo>
                    <a:pt x="438" y="177"/>
                    <a:pt x="1" y="84"/>
                    <a:pt x="37" y="650"/>
                  </a:cubicBezTo>
                  <a:cubicBezTo>
                    <a:pt x="54" y="891"/>
                    <a:pt x="404" y="1070"/>
                    <a:pt x="842" y="1070"/>
                  </a:cubicBezTo>
                  <a:cubicBezTo>
                    <a:pt x="877" y="1070"/>
                    <a:pt x="913" y="1069"/>
                    <a:pt x="949" y="1066"/>
                  </a:cubicBezTo>
                  <a:cubicBezTo>
                    <a:pt x="1435" y="1033"/>
                    <a:pt x="1858" y="623"/>
                    <a:pt x="1810" y="365"/>
                  </a:cubicBezTo>
                  <a:cubicBezTo>
                    <a:pt x="1760" y="82"/>
                    <a:pt x="1676" y="0"/>
                    <a:pt x="155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138"/>
            <p:cNvSpPr/>
            <p:nvPr/>
          </p:nvSpPr>
          <p:spPr>
            <a:xfrm>
              <a:off x="2020050" y="3237375"/>
              <a:ext cx="21500" cy="13725"/>
            </a:xfrm>
            <a:custGeom>
              <a:rect b="b" l="l" r="r" t="t"/>
              <a:pathLst>
                <a:path extrusionOk="0" h="549" w="860">
                  <a:moveTo>
                    <a:pt x="218" y="0"/>
                  </a:moveTo>
                  <a:cubicBezTo>
                    <a:pt x="135" y="0"/>
                    <a:pt x="71" y="44"/>
                    <a:pt x="33" y="198"/>
                  </a:cubicBezTo>
                  <a:cubicBezTo>
                    <a:pt x="1" y="334"/>
                    <a:pt x="147" y="485"/>
                    <a:pt x="357" y="538"/>
                  </a:cubicBezTo>
                  <a:cubicBezTo>
                    <a:pt x="385" y="545"/>
                    <a:pt x="414" y="548"/>
                    <a:pt x="442" y="548"/>
                  </a:cubicBezTo>
                  <a:cubicBezTo>
                    <a:pt x="630" y="548"/>
                    <a:pt x="815" y="416"/>
                    <a:pt x="831" y="297"/>
                  </a:cubicBezTo>
                  <a:cubicBezTo>
                    <a:pt x="860" y="97"/>
                    <a:pt x="811" y="67"/>
                    <a:pt x="723" y="67"/>
                  </a:cubicBezTo>
                  <a:cubicBezTo>
                    <a:pt x="685" y="67"/>
                    <a:pt x="640" y="73"/>
                    <a:pt x="590" y="73"/>
                  </a:cubicBezTo>
                  <a:cubicBezTo>
                    <a:pt x="557" y="73"/>
                    <a:pt x="523" y="70"/>
                    <a:pt x="487" y="62"/>
                  </a:cubicBezTo>
                  <a:cubicBezTo>
                    <a:pt x="386" y="38"/>
                    <a:pt x="294" y="0"/>
                    <a:pt x="21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138"/>
            <p:cNvSpPr/>
            <p:nvPr/>
          </p:nvSpPr>
          <p:spPr>
            <a:xfrm>
              <a:off x="2028400" y="3247725"/>
              <a:ext cx="20200" cy="18800"/>
            </a:xfrm>
            <a:custGeom>
              <a:rect b="b" l="l" r="r" t="t"/>
              <a:pathLst>
                <a:path extrusionOk="0" h="752" w="808">
                  <a:moveTo>
                    <a:pt x="527" y="1"/>
                  </a:moveTo>
                  <a:cubicBezTo>
                    <a:pt x="448" y="1"/>
                    <a:pt x="432" y="141"/>
                    <a:pt x="331" y="228"/>
                  </a:cubicBezTo>
                  <a:cubicBezTo>
                    <a:pt x="179" y="355"/>
                    <a:pt x="0" y="414"/>
                    <a:pt x="208" y="668"/>
                  </a:cubicBezTo>
                  <a:cubicBezTo>
                    <a:pt x="253" y="724"/>
                    <a:pt x="321" y="751"/>
                    <a:pt x="396" y="751"/>
                  </a:cubicBezTo>
                  <a:cubicBezTo>
                    <a:pt x="481" y="751"/>
                    <a:pt x="574" y="717"/>
                    <a:pt x="654" y="648"/>
                  </a:cubicBezTo>
                  <a:cubicBezTo>
                    <a:pt x="807" y="521"/>
                    <a:pt x="805" y="232"/>
                    <a:pt x="702" y="122"/>
                  </a:cubicBezTo>
                  <a:cubicBezTo>
                    <a:pt x="617" y="34"/>
                    <a:pt x="565" y="1"/>
                    <a:pt x="52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138"/>
            <p:cNvSpPr/>
            <p:nvPr/>
          </p:nvSpPr>
          <p:spPr>
            <a:xfrm>
              <a:off x="2019800" y="3251600"/>
              <a:ext cx="26500" cy="17825"/>
            </a:xfrm>
            <a:custGeom>
              <a:rect b="b" l="l" r="r" t="t"/>
              <a:pathLst>
                <a:path extrusionOk="0" h="713" w="1060">
                  <a:moveTo>
                    <a:pt x="292" y="1"/>
                  </a:moveTo>
                  <a:cubicBezTo>
                    <a:pt x="232" y="1"/>
                    <a:pt x="169" y="36"/>
                    <a:pt x="95" y="128"/>
                  </a:cubicBezTo>
                  <a:cubicBezTo>
                    <a:pt x="1" y="249"/>
                    <a:pt x="78" y="465"/>
                    <a:pt x="267" y="615"/>
                  </a:cubicBezTo>
                  <a:cubicBezTo>
                    <a:pt x="354" y="683"/>
                    <a:pt x="466" y="713"/>
                    <a:pt x="570" y="713"/>
                  </a:cubicBezTo>
                  <a:cubicBezTo>
                    <a:pt x="696" y="713"/>
                    <a:pt x="809" y="670"/>
                    <a:pt x="854" y="601"/>
                  </a:cubicBezTo>
                  <a:cubicBezTo>
                    <a:pt x="1060" y="287"/>
                    <a:pt x="804" y="359"/>
                    <a:pt x="615" y="209"/>
                  </a:cubicBezTo>
                  <a:cubicBezTo>
                    <a:pt x="493" y="112"/>
                    <a:pt x="398" y="1"/>
                    <a:pt x="2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138"/>
            <p:cNvSpPr/>
            <p:nvPr/>
          </p:nvSpPr>
          <p:spPr>
            <a:xfrm>
              <a:off x="1613775" y="3081000"/>
              <a:ext cx="46425" cy="26775"/>
            </a:xfrm>
            <a:custGeom>
              <a:rect b="b" l="l" r="r" t="t"/>
              <a:pathLst>
                <a:path extrusionOk="0" h="1071" w="1857">
                  <a:moveTo>
                    <a:pt x="1555" y="1"/>
                  </a:moveTo>
                  <a:cubicBezTo>
                    <a:pt x="1403" y="1"/>
                    <a:pt x="1194" y="129"/>
                    <a:pt x="924" y="147"/>
                  </a:cubicBezTo>
                  <a:cubicBezTo>
                    <a:pt x="437" y="177"/>
                    <a:pt x="1" y="84"/>
                    <a:pt x="37" y="649"/>
                  </a:cubicBezTo>
                  <a:cubicBezTo>
                    <a:pt x="52" y="892"/>
                    <a:pt x="402" y="1071"/>
                    <a:pt x="841" y="1071"/>
                  </a:cubicBezTo>
                  <a:cubicBezTo>
                    <a:pt x="876" y="1071"/>
                    <a:pt x="911" y="1070"/>
                    <a:pt x="947" y="1067"/>
                  </a:cubicBezTo>
                  <a:cubicBezTo>
                    <a:pt x="1434" y="1036"/>
                    <a:pt x="1856" y="625"/>
                    <a:pt x="1810" y="366"/>
                  </a:cubicBezTo>
                  <a:cubicBezTo>
                    <a:pt x="1760" y="82"/>
                    <a:pt x="1676" y="1"/>
                    <a:pt x="155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138"/>
            <p:cNvSpPr/>
            <p:nvPr/>
          </p:nvSpPr>
          <p:spPr>
            <a:xfrm>
              <a:off x="1622375" y="3076625"/>
              <a:ext cx="21500" cy="13725"/>
            </a:xfrm>
            <a:custGeom>
              <a:rect b="b" l="l" r="r" t="t"/>
              <a:pathLst>
                <a:path extrusionOk="0" h="549" w="860">
                  <a:moveTo>
                    <a:pt x="216" y="1"/>
                  </a:moveTo>
                  <a:cubicBezTo>
                    <a:pt x="133" y="1"/>
                    <a:pt x="69" y="45"/>
                    <a:pt x="32" y="199"/>
                  </a:cubicBezTo>
                  <a:cubicBezTo>
                    <a:pt x="0" y="335"/>
                    <a:pt x="145" y="486"/>
                    <a:pt x="357" y="538"/>
                  </a:cubicBezTo>
                  <a:cubicBezTo>
                    <a:pt x="386" y="545"/>
                    <a:pt x="416" y="549"/>
                    <a:pt x="445" y="549"/>
                  </a:cubicBezTo>
                  <a:cubicBezTo>
                    <a:pt x="631" y="549"/>
                    <a:pt x="813" y="417"/>
                    <a:pt x="831" y="296"/>
                  </a:cubicBezTo>
                  <a:cubicBezTo>
                    <a:pt x="860" y="98"/>
                    <a:pt x="810" y="68"/>
                    <a:pt x="723" y="68"/>
                  </a:cubicBezTo>
                  <a:cubicBezTo>
                    <a:pt x="685" y="68"/>
                    <a:pt x="639" y="74"/>
                    <a:pt x="590" y="74"/>
                  </a:cubicBezTo>
                  <a:cubicBezTo>
                    <a:pt x="557" y="74"/>
                    <a:pt x="522" y="71"/>
                    <a:pt x="487" y="63"/>
                  </a:cubicBezTo>
                  <a:cubicBezTo>
                    <a:pt x="385" y="39"/>
                    <a:pt x="293" y="1"/>
                    <a:pt x="21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138"/>
            <p:cNvSpPr/>
            <p:nvPr/>
          </p:nvSpPr>
          <p:spPr>
            <a:xfrm>
              <a:off x="1630675" y="3087025"/>
              <a:ext cx="20200" cy="18800"/>
            </a:xfrm>
            <a:custGeom>
              <a:rect b="b" l="l" r="r" t="t"/>
              <a:pathLst>
                <a:path extrusionOk="0" h="752" w="808">
                  <a:moveTo>
                    <a:pt x="527" y="1"/>
                  </a:moveTo>
                  <a:cubicBezTo>
                    <a:pt x="449" y="1"/>
                    <a:pt x="434" y="141"/>
                    <a:pt x="333" y="228"/>
                  </a:cubicBezTo>
                  <a:cubicBezTo>
                    <a:pt x="179" y="355"/>
                    <a:pt x="0" y="414"/>
                    <a:pt x="208" y="667"/>
                  </a:cubicBezTo>
                  <a:cubicBezTo>
                    <a:pt x="254" y="724"/>
                    <a:pt x="323" y="751"/>
                    <a:pt x="398" y="751"/>
                  </a:cubicBezTo>
                  <a:cubicBezTo>
                    <a:pt x="483" y="751"/>
                    <a:pt x="576" y="717"/>
                    <a:pt x="656" y="649"/>
                  </a:cubicBezTo>
                  <a:cubicBezTo>
                    <a:pt x="808" y="521"/>
                    <a:pt x="808" y="232"/>
                    <a:pt x="702" y="122"/>
                  </a:cubicBezTo>
                  <a:cubicBezTo>
                    <a:pt x="618" y="34"/>
                    <a:pt x="565" y="1"/>
                    <a:pt x="52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138"/>
            <p:cNvSpPr/>
            <p:nvPr/>
          </p:nvSpPr>
          <p:spPr>
            <a:xfrm>
              <a:off x="1622075" y="3090925"/>
              <a:ext cx="26525" cy="17775"/>
            </a:xfrm>
            <a:custGeom>
              <a:rect b="b" l="l" r="r" t="t"/>
              <a:pathLst>
                <a:path extrusionOk="0" h="711" w="1061">
                  <a:moveTo>
                    <a:pt x="293" y="0"/>
                  </a:moveTo>
                  <a:cubicBezTo>
                    <a:pt x="234" y="0"/>
                    <a:pt x="170" y="35"/>
                    <a:pt x="97" y="128"/>
                  </a:cubicBezTo>
                  <a:cubicBezTo>
                    <a:pt x="1" y="248"/>
                    <a:pt x="78" y="464"/>
                    <a:pt x="269" y="615"/>
                  </a:cubicBezTo>
                  <a:cubicBezTo>
                    <a:pt x="355" y="682"/>
                    <a:pt x="467" y="711"/>
                    <a:pt x="572" y="711"/>
                  </a:cubicBezTo>
                  <a:cubicBezTo>
                    <a:pt x="696" y="711"/>
                    <a:pt x="810" y="669"/>
                    <a:pt x="855" y="600"/>
                  </a:cubicBezTo>
                  <a:cubicBezTo>
                    <a:pt x="1060" y="287"/>
                    <a:pt x="805" y="358"/>
                    <a:pt x="615" y="208"/>
                  </a:cubicBezTo>
                  <a:cubicBezTo>
                    <a:pt x="494" y="112"/>
                    <a:pt x="399" y="0"/>
                    <a:pt x="2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138"/>
            <p:cNvSpPr/>
            <p:nvPr/>
          </p:nvSpPr>
          <p:spPr>
            <a:xfrm>
              <a:off x="1533800" y="3157425"/>
              <a:ext cx="46400" cy="26775"/>
            </a:xfrm>
            <a:custGeom>
              <a:rect b="b" l="l" r="r" t="t"/>
              <a:pathLst>
                <a:path extrusionOk="0" h="1071" w="1856">
                  <a:moveTo>
                    <a:pt x="1554" y="0"/>
                  </a:moveTo>
                  <a:cubicBezTo>
                    <a:pt x="1403" y="0"/>
                    <a:pt x="1194" y="129"/>
                    <a:pt x="924" y="146"/>
                  </a:cubicBezTo>
                  <a:cubicBezTo>
                    <a:pt x="437" y="176"/>
                    <a:pt x="0" y="83"/>
                    <a:pt x="36" y="649"/>
                  </a:cubicBezTo>
                  <a:cubicBezTo>
                    <a:pt x="52" y="891"/>
                    <a:pt x="402" y="1070"/>
                    <a:pt x="840" y="1070"/>
                  </a:cubicBezTo>
                  <a:cubicBezTo>
                    <a:pt x="875" y="1070"/>
                    <a:pt x="911" y="1069"/>
                    <a:pt x="947" y="1067"/>
                  </a:cubicBezTo>
                  <a:cubicBezTo>
                    <a:pt x="1433" y="1034"/>
                    <a:pt x="1856" y="623"/>
                    <a:pt x="1810" y="365"/>
                  </a:cubicBezTo>
                  <a:cubicBezTo>
                    <a:pt x="1760" y="82"/>
                    <a:pt x="1675" y="0"/>
                    <a:pt x="15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138"/>
            <p:cNvSpPr/>
            <p:nvPr/>
          </p:nvSpPr>
          <p:spPr>
            <a:xfrm>
              <a:off x="1624775" y="3244975"/>
              <a:ext cx="48475" cy="26800"/>
            </a:xfrm>
            <a:custGeom>
              <a:rect b="b" l="l" r="r" t="t"/>
              <a:pathLst>
                <a:path extrusionOk="0" h="1072" w="1939">
                  <a:moveTo>
                    <a:pt x="434" y="0"/>
                  </a:moveTo>
                  <a:cubicBezTo>
                    <a:pt x="268" y="0"/>
                    <a:pt x="141" y="83"/>
                    <a:pt x="69" y="349"/>
                  </a:cubicBezTo>
                  <a:cubicBezTo>
                    <a:pt x="0" y="602"/>
                    <a:pt x="327" y="910"/>
                    <a:pt x="795" y="1038"/>
                  </a:cubicBezTo>
                  <a:cubicBezTo>
                    <a:pt x="881" y="1061"/>
                    <a:pt x="969" y="1071"/>
                    <a:pt x="1057" y="1071"/>
                  </a:cubicBezTo>
                  <a:cubicBezTo>
                    <a:pt x="1445" y="1071"/>
                    <a:pt x="1807" y="863"/>
                    <a:pt x="1838" y="651"/>
                  </a:cubicBezTo>
                  <a:cubicBezTo>
                    <a:pt x="1939" y="10"/>
                    <a:pt x="1542" y="285"/>
                    <a:pt x="1071" y="159"/>
                  </a:cubicBezTo>
                  <a:cubicBezTo>
                    <a:pt x="829" y="93"/>
                    <a:pt x="610" y="0"/>
                    <a:pt x="43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138"/>
            <p:cNvSpPr/>
            <p:nvPr/>
          </p:nvSpPr>
          <p:spPr>
            <a:xfrm>
              <a:off x="1479350" y="3165550"/>
              <a:ext cx="40950" cy="26575"/>
            </a:xfrm>
            <a:custGeom>
              <a:rect b="b" l="l" r="r" t="t"/>
              <a:pathLst>
                <a:path extrusionOk="0" h="1063" w="1638">
                  <a:moveTo>
                    <a:pt x="1365" y="1"/>
                  </a:moveTo>
                  <a:cubicBezTo>
                    <a:pt x="1232" y="1"/>
                    <a:pt x="1050" y="125"/>
                    <a:pt x="813" y="140"/>
                  </a:cubicBezTo>
                  <a:cubicBezTo>
                    <a:pt x="385" y="166"/>
                    <a:pt x="1" y="69"/>
                    <a:pt x="37" y="636"/>
                  </a:cubicBezTo>
                  <a:cubicBezTo>
                    <a:pt x="53" y="879"/>
                    <a:pt x="367" y="1062"/>
                    <a:pt x="757" y="1062"/>
                  </a:cubicBezTo>
                  <a:cubicBezTo>
                    <a:pt x="785" y="1062"/>
                    <a:pt x="813" y="1061"/>
                    <a:pt x="841" y="1059"/>
                  </a:cubicBezTo>
                  <a:cubicBezTo>
                    <a:pt x="1269" y="1032"/>
                    <a:pt x="1637" y="624"/>
                    <a:pt x="1594" y="367"/>
                  </a:cubicBezTo>
                  <a:cubicBezTo>
                    <a:pt x="1548" y="82"/>
                    <a:pt x="1473" y="1"/>
                    <a:pt x="13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138"/>
            <p:cNvSpPr/>
            <p:nvPr/>
          </p:nvSpPr>
          <p:spPr>
            <a:xfrm>
              <a:off x="1501125" y="3153475"/>
              <a:ext cx="43600" cy="35000"/>
            </a:xfrm>
            <a:custGeom>
              <a:rect b="b" l="l" r="r" t="t"/>
              <a:pathLst>
                <a:path extrusionOk="0" h="1400" w="1744">
                  <a:moveTo>
                    <a:pt x="524" y="1"/>
                  </a:moveTo>
                  <a:cubicBezTo>
                    <a:pt x="441" y="1"/>
                    <a:pt x="342" y="37"/>
                    <a:pt x="218" y="122"/>
                  </a:cubicBezTo>
                  <a:cubicBezTo>
                    <a:pt x="0" y="270"/>
                    <a:pt x="25" y="676"/>
                    <a:pt x="268" y="1031"/>
                  </a:cubicBezTo>
                  <a:cubicBezTo>
                    <a:pt x="433" y="1274"/>
                    <a:pt x="741" y="1399"/>
                    <a:pt x="982" y="1399"/>
                  </a:cubicBezTo>
                  <a:cubicBezTo>
                    <a:pt x="1091" y="1399"/>
                    <a:pt x="1186" y="1373"/>
                    <a:pt x="1249" y="1321"/>
                  </a:cubicBezTo>
                  <a:cubicBezTo>
                    <a:pt x="1744" y="904"/>
                    <a:pt x="1284" y="885"/>
                    <a:pt x="1041" y="533"/>
                  </a:cubicBezTo>
                  <a:cubicBezTo>
                    <a:pt x="862" y="275"/>
                    <a:pt x="754" y="1"/>
                    <a:pt x="52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138"/>
            <p:cNvSpPr/>
            <p:nvPr/>
          </p:nvSpPr>
          <p:spPr>
            <a:xfrm>
              <a:off x="1390700" y="3211900"/>
              <a:ext cx="40975" cy="26550"/>
            </a:xfrm>
            <a:custGeom>
              <a:rect b="b" l="l" r="r" t="t"/>
              <a:pathLst>
                <a:path extrusionOk="0" h="1062" w="1639">
                  <a:moveTo>
                    <a:pt x="1368" y="0"/>
                  </a:moveTo>
                  <a:cubicBezTo>
                    <a:pt x="1235" y="0"/>
                    <a:pt x="1053" y="125"/>
                    <a:pt x="816" y="140"/>
                  </a:cubicBezTo>
                  <a:cubicBezTo>
                    <a:pt x="388" y="166"/>
                    <a:pt x="1" y="69"/>
                    <a:pt x="40" y="636"/>
                  </a:cubicBezTo>
                  <a:cubicBezTo>
                    <a:pt x="56" y="879"/>
                    <a:pt x="372" y="1062"/>
                    <a:pt x="763" y="1062"/>
                  </a:cubicBezTo>
                  <a:cubicBezTo>
                    <a:pt x="790" y="1062"/>
                    <a:pt x="817" y="1061"/>
                    <a:pt x="844" y="1059"/>
                  </a:cubicBezTo>
                  <a:cubicBezTo>
                    <a:pt x="1272" y="1032"/>
                    <a:pt x="1639" y="624"/>
                    <a:pt x="1597" y="366"/>
                  </a:cubicBezTo>
                  <a:cubicBezTo>
                    <a:pt x="1551" y="81"/>
                    <a:pt x="1476" y="0"/>
                    <a:pt x="13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138"/>
            <p:cNvSpPr/>
            <p:nvPr/>
          </p:nvSpPr>
          <p:spPr>
            <a:xfrm>
              <a:off x="1412625" y="3199825"/>
              <a:ext cx="43500" cy="35000"/>
            </a:xfrm>
            <a:custGeom>
              <a:rect b="b" l="l" r="r" t="t"/>
              <a:pathLst>
                <a:path extrusionOk="0" h="1400" w="1740">
                  <a:moveTo>
                    <a:pt x="522" y="1"/>
                  </a:moveTo>
                  <a:cubicBezTo>
                    <a:pt x="439" y="1"/>
                    <a:pt x="340" y="37"/>
                    <a:pt x="216" y="122"/>
                  </a:cubicBezTo>
                  <a:cubicBezTo>
                    <a:pt x="0" y="270"/>
                    <a:pt x="23" y="676"/>
                    <a:pt x="265" y="1031"/>
                  </a:cubicBezTo>
                  <a:cubicBezTo>
                    <a:pt x="430" y="1273"/>
                    <a:pt x="737" y="1399"/>
                    <a:pt x="978" y="1399"/>
                  </a:cubicBezTo>
                  <a:cubicBezTo>
                    <a:pt x="1087" y="1399"/>
                    <a:pt x="1183" y="1373"/>
                    <a:pt x="1246" y="1320"/>
                  </a:cubicBezTo>
                  <a:cubicBezTo>
                    <a:pt x="1739" y="904"/>
                    <a:pt x="1281" y="885"/>
                    <a:pt x="1039" y="533"/>
                  </a:cubicBezTo>
                  <a:cubicBezTo>
                    <a:pt x="861" y="275"/>
                    <a:pt x="752" y="1"/>
                    <a:pt x="52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138"/>
            <p:cNvSpPr/>
            <p:nvPr/>
          </p:nvSpPr>
          <p:spPr>
            <a:xfrm>
              <a:off x="1822575" y="3143850"/>
              <a:ext cx="37825" cy="29475"/>
            </a:xfrm>
            <a:custGeom>
              <a:rect b="b" l="l" r="r" t="t"/>
              <a:pathLst>
                <a:path extrusionOk="0" h="1179" w="1513">
                  <a:moveTo>
                    <a:pt x="1136" y="0"/>
                  </a:moveTo>
                  <a:cubicBezTo>
                    <a:pt x="994" y="0"/>
                    <a:pt x="844" y="168"/>
                    <a:pt x="613" y="250"/>
                  </a:cubicBezTo>
                  <a:cubicBezTo>
                    <a:pt x="239" y="380"/>
                    <a:pt x="0" y="525"/>
                    <a:pt x="162" y="862"/>
                  </a:cubicBezTo>
                  <a:cubicBezTo>
                    <a:pt x="279" y="1102"/>
                    <a:pt x="359" y="1178"/>
                    <a:pt x="458" y="1178"/>
                  </a:cubicBezTo>
                  <a:cubicBezTo>
                    <a:pt x="555" y="1178"/>
                    <a:pt x="671" y="1104"/>
                    <a:pt x="856" y="1040"/>
                  </a:cubicBezTo>
                  <a:cubicBezTo>
                    <a:pt x="1231" y="908"/>
                    <a:pt x="1512" y="457"/>
                    <a:pt x="1408" y="257"/>
                  </a:cubicBezTo>
                  <a:cubicBezTo>
                    <a:pt x="1309" y="65"/>
                    <a:pt x="1224" y="0"/>
                    <a:pt x="11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138"/>
            <p:cNvSpPr/>
            <p:nvPr/>
          </p:nvSpPr>
          <p:spPr>
            <a:xfrm>
              <a:off x="1832950" y="3139900"/>
              <a:ext cx="16725" cy="18500"/>
            </a:xfrm>
            <a:custGeom>
              <a:rect b="b" l="l" r="r" t="t"/>
              <a:pathLst>
                <a:path extrusionOk="0" h="740" w="669">
                  <a:moveTo>
                    <a:pt x="368" y="0"/>
                  </a:moveTo>
                  <a:cubicBezTo>
                    <a:pt x="222" y="0"/>
                    <a:pt x="281" y="151"/>
                    <a:pt x="209" y="309"/>
                  </a:cubicBezTo>
                  <a:cubicBezTo>
                    <a:pt x="125" y="496"/>
                    <a:pt x="0" y="644"/>
                    <a:pt x="234" y="731"/>
                  </a:cubicBezTo>
                  <a:cubicBezTo>
                    <a:pt x="249" y="737"/>
                    <a:pt x="264" y="739"/>
                    <a:pt x="280" y="739"/>
                  </a:cubicBezTo>
                  <a:cubicBezTo>
                    <a:pt x="384" y="739"/>
                    <a:pt x="510" y="628"/>
                    <a:pt x="583" y="466"/>
                  </a:cubicBezTo>
                  <a:cubicBezTo>
                    <a:pt x="669" y="279"/>
                    <a:pt x="587" y="46"/>
                    <a:pt x="474" y="17"/>
                  </a:cubicBezTo>
                  <a:cubicBezTo>
                    <a:pt x="430" y="5"/>
                    <a:pt x="396" y="0"/>
                    <a:pt x="3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138"/>
            <p:cNvSpPr/>
            <p:nvPr/>
          </p:nvSpPr>
          <p:spPr>
            <a:xfrm>
              <a:off x="1836250" y="3153925"/>
              <a:ext cx="11825" cy="10525"/>
            </a:xfrm>
            <a:custGeom>
              <a:rect b="b" l="l" r="r" t="t"/>
              <a:pathLst>
                <a:path extrusionOk="0" h="421" w="473">
                  <a:moveTo>
                    <a:pt x="245" y="1"/>
                  </a:moveTo>
                  <a:cubicBezTo>
                    <a:pt x="241" y="1"/>
                    <a:pt x="237" y="1"/>
                    <a:pt x="234" y="1"/>
                  </a:cubicBezTo>
                  <a:cubicBezTo>
                    <a:pt x="0" y="21"/>
                    <a:pt x="136" y="93"/>
                    <a:pt x="138" y="207"/>
                  </a:cubicBezTo>
                  <a:cubicBezTo>
                    <a:pt x="142" y="320"/>
                    <a:pt x="100" y="421"/>
                    <a:pt x="297" y="421"/>
                  </a:cubicBezTo>
                  <a:cubicBezTo>
                    <a:pt x="299" y="421"/>
                    <a:pt x="302" y="421"/>
                    <a:pt x="305" y="421"/>
                  </a:cubicBezTo>
                  <a:cubicBezTo>
                    <a:pt x="400" y="418"/>
                    <a:pt x="473" y="323"/>
                    <a:pt x="471" y="209"/>
                  </a:cubicBezTo>
                  <a:cubicBezTo>
                    <a:pt x="467" y="102"/>
                    <a:pt x="337" y="1"/>
                    <a:pt x="2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138"/>
            <p:cNvSpPr/>
            <p:nvPr/>
          </p:nvSpPr>
          <p:spPr>
            <a:xfrm>
              <a:off x="1832050" y="3149375"/>
              <a:ext cx="19450" cy="12975"/>
            </a:xfrm>
            <a:custGeom>
              <a:rect b="b" l="l" r="r" t="t"/>
              <a:pathLst>
                <a:path extrusionOk="0" h="519" w="778">
                  <a:moveTo>
                    <a:pt x="614" y="0"/>
                  </a:moveTo>
                  <a:cubicBezTo>
                    <a:pt x="544" y="0"/>
                    <a:pt x="481" y="98"/>
                    <a:pt x="359" y="162"/>
                  </a:cubicBezTo>
                  <a:cubicBezTo>
                    <a:pt x="180" y="255"/>
                    <a:pt x="1" y="302"/>
                    <a:pt x="97" y="468"/>
                  </a:cubicBezTo>
                  <a:cubicBezTo>
                    <a:pt x="116" y="502"/>
                    <a:pt x="161" y="518"/>
                    <a:pt x="220" y="518"/>
                  </a:cubicBezTo>
                  <a:cubicBezTo>
                    <a:pt x="297" y="518"/>
                    <a:pt x="398" y="491"/>
                    <a:pt x="499" y="438"/>
                  </a:cubicBezTo>
                  <a:cubicBezTo>
                    <a:pt x="678" y="344"/>
                    <a:pt x="778" y="146"/>
                    <a:pt x="724" y="76"/>
                  </a:cubicBezTo>
                  <a:cubicBezTo>
                    <a:pt x="681" y="21"/>
                    <a:pt x="647" y="0"/>
                    <a:pt x="6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138"/>
            <p:cNvSpPr/>
            <p:nvPr/>
          </p:nvSpPr>
          <p:spPr>
            <a:xfrm>
              <a:off x="1857925" y="3235100"/>
              <a:ext cx="71900" cy="41050"/>
            </a:xfrm>
            <a:custGeom>
              <a:rect b="b" l="l" r="r" t="t"/>
              <a:pathLst>
                <a:path extrusionOk="0" h="1642" w="2876">
                  <a:moveTo>
                    <a:pt x="936" y="0"/>
                  </a:moveTo>
                  <a:cubicBezTo>
                    <a:pt x="731" y="0"/>
                    <a:pt x="555" y="109"/>
                    <a:pt x="413" y="388"/>
                  </a:cubicBezTo>
                  <a:cubicBezTo>
                    <a:pt x="1" y="1192"/>
                    <a:pt x="316" y="1120"/>
                    <a:pt x="860" y="1453"/>
                  </a:cubicBezTo>
                  <a:cubicBezTo>
                    <a:pt x="1076" y="1584"/>
                    <a:pt x="1347" y="1642"/>
                    <a:pt x="1605" y="1642"/>
                  </a:cubicBezTo>
                  <a:cubicBezTo>
                    <a:pt x="1996" y="1642"/>
                    <a:pt x="2357" y="1510"/>
                    <a:pt x="2459" y="1299"/>
                  </a:cubicBezTo>
                  <a:cubicBezTo>
                    <a:pt x="2875" y="436"/>
                    <a:pt x="2227" y="622"/>
                    <a:pt x="1683" y="290"/>
                  </a:cubicBezTo>
                  <a:cubicBezTo>
                    <a:pt x="1403" y="121"/>
                    <a:pt x="1153" y="0"/>
                    <a:pt x="9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138"/>
            <p:cNvSpPr/>
            <p:nvPr/>
          </p:nvSpPr>
          <p:spPr>
            <a:xfrm>
              <a:off x="1887100" y="3235000"/>
              <a:ext cx="34625" cy="22225"/>
            </a:xfrm>
            <a:custGeom>
              <a:rect b="b" l="l" r="r" t="t"/>
              <a:pathLst>
                <a:path extrusionOk="0" h="889" w="1385">
                  <a:moveTo>
                    <a:pt x="1112" y="1"/>
                  </a:moveTo>
                  <a:cubicBezTo>
                    <a:pt x="998" y="1"/>
                    <a:pt x="865" y="144"/>
                    <a:pt x="657" y="204"/>
                  </a:cubicBezTo>
                  <a:cubicBezTo>
                    <a:pt x="321" y="300"/>
                    <a:pt x="0" y="301"/>
                    <a:pt x="113" y="692"/>
                  </a:cubicBezTo>
                  <a:cubicBezTo>
                    <a:pt x="149" y="817"/>
                    <a:pt x="311" y="888"/>
                    <a:pt x="518" y="888"/>
                  </a:cubicBezTo>
                  <a:cubicBezTo>
                    <a:pt x="611" y="888"/>
                    <a:pt x="712" y="874"/>
                    <a:pt x="816" y="844"/>
                  </a:cubicBezTo>
                  <a:cubicBezTo>
                    <a:pt x="1153" y="749"/>
                    <a:pt x="1385" y="394"/>
                    <a:pt x="1313" y="221"/>
                  </a:cubicBezTo>
                  <a:cubicBezTo>
                    <a:pt x="1245" y="56"/>
                    <a:pt x="1182" y="1"/>
                    <a:pt x="111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138"/>
            <p:cNvSpPr/>
            <p:nvPr/>
          </p:nvSpPr>
          <p:spPr>
            <a:xfrm>
              <a:off x="1881300" y="3248800"/>
              <a:ext cx="20200" cy="18750"/>
            </a:xfrm>
            <a:custGeom>
              <a:rect b="b" l="l" r="r" t="t"/>
              <a:pathLst>
                <a:path extrusionOk="0" h="750" w="808">
                  <a:moveTo>
                    <a:pt x="527" y="1"/>
                  </a:moveTo>
                  <a:cubicBezTo>
                    <a:pt x="449" y="1"/>
                    <a:pt x="432" y="140"/>
                    <a:pt x="331" y="226"/>
                  </a:cubicBezTo>
                  <a:cubicBezTo>
                    <a:pt x="179" y="353"/>
                    <a:pt x="0" y="412"/>
                    <a:pt x="208" y="666"/>
                  </a:cubicBezTo>
                  <a:cubicBezTo>
                    <a:pt x="253" y="722"/>
                    <a:pt x="322" y="749"/>
                    <a:pt x="397" y="749"/>
                  </a:cubicBezTo>
                  <a:cubicBezTo>
                    <a:pt x="481" y="749"/>
                    <a:pt x="575" y="715"/>
                    <a:pt x="655" y="647"/>
                  </a:cubicBezTo>
                  <a:cubicBezTo>
                    <a:pt x="808" y="519"/>
                    <a:pt x="805" y="232"/>
                    <a:pt x="702" y="122"/>
                  </a:cubicBezTo>
                  <a:cubicBezTo>
                    <a:pt x="618" y="34"/>
                    <a:pt x="565" y="1"/>
                    <a:pt x="52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138"/>
            <p:cNvSpPr/>
            <p:nvPr/>
          </p:nvSpPr>
          <p:spPr>
            <a:xfrm>
              <a:off x="1880300" y="3245800"/>
              <a:ext cx="32725" cy="17500"/>
            </a:xfrm>
            <a:custGeom>
              <a:rect b="b" l="l" r="r" t="t"/>
              <a:pathLst>
                <a:path extrusionOk="0" h="700" w="1309">
                  <a:moveTo>
                    <a:pt x="269" y="1"/>
                  </a:moveTo>
                  <a:cubicBezTo>
                    <a:pt x="183" y="1"/>
                    <a:pt x="112" y="44"/>
                    <a:pt x="61" y="167"/>
                  </a:cubicBezTo>
                  <a:cubicBezTo>
                    <a:pt x="0" y="305"/>
                    <a:pt x="198" y="518"/>
                    <a:pt x="500" y="641"/>
                  </a:cubicBezTo>
                  <a:cubicBezTo>
                    <a:pt x="600" y="682"/>
                    <a:pt x="707" y="700"/>
                    <a:pt x="807" y="700"/>
                  </a:cubicBezTo>
                  <a:cubicBezTo>
                    <a:pt x="1007" y="700"/>
                    <a:pt x="1179" y="629"/>
                    <a:pt x="1207" y="532"/>
                  </a:cubicBezTo>
                  <a:cubicBezTo>
                    <a:pt x="1309" y="174"/>
                    <a:pt x="1031" y="290"/>
                    <a:pt x="729" y="166"/>
                  </a:cubicBezTo>
                  <a:cubicBezTo>
                    <a:pt x="550" y="92"/>
                    <a:pt x="393" y="1"/>
                    <a:pt x="26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138"/>
            <p:cNvSpPr/>
            <p:nvPr/>
          </p:nvSpPr>
          <p:spPr>
            <a:xfrm>
              <a:off x="1629950" y="3137450"/>
              <a:ext cx="71900" cy="41075"/>
            </a:xfrm>
            <a:custGeom>
              <a:rect b="b" l="l" r="r" t="t"/>
              <a:pathLst>
                <a:path extrusionOk="0" h="1643" w="2876">
                  <a:moveTo>
                    <a:pt x="935" y="0"/>
                  </a:moveTo>
                  <a:cubicBezTo>
                    <a:pt x="730" y="0"/>
                    <a:pt x="555" y="109"/>
                    <a:pt x="413" y="387"/>
                  </a:cubicBezTo>
                  <a:cubicBezTo>
                    <a:pt x="1" y="1193"/>
                    <a:pt x="316" y="1121"/>
                    <a:pt x="860" y="1452"/>
                  </a:cubicBezTo>
                  <a:cubicBezTo>
                    <a:pt x="1077" y="1584"/>
                    <a:pt x="1349" y="1642"/>
                    <a:pt x="1608" y="1642"/>
                  </a:cubicBezTo>
                  <a:cubicBezTo>
                    <a:pt x="1997" y="1642"/>
                    <a:pt x="2357" y="1511"/>
                    <a:pt x="2459" y="1300"/>
                  </a:cubicBezTo>
                  <a:cubicBezTo>
                    <a:pt x="2875" y="436"/>
                    <a:pt x="2227" y="622"/>
                    <a:pt x="1683" y="291"/>
                  </a:cubicBezTo>
                  <a:cubicBezTo>
                    <a:pt x="1403" y="122"/>
                    <a:pt x="1153" y="0"/>
                    <a:pt x="9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138"/>
            <p:cNvSpPr/>
            <p:nvPr/>
          </p:nvSpPr>
          <p:spPr>
            <a:xfrm>
              <a:off x="1678775" y="3188350"/>
              <a:ext cx="71875" cy="41025"/>
            </a:xfrm>
            <a:custGeom>
              <a:rect b="b" l="l" r="r" t="t"/>
              <a:pathLst>
                <a:path extrusionOk="0" h="1641" w="2875">
                  <a:moveTo>
                    <a:pt x="935" y="1"/>
                  </a:moveTo>
                  <a:cubicBezTo>
                    <a:pt x="729" y="1"/>
                    <a:pt x="553" y="109"/>
                    <a:pt x="411" y="388"/>
                  </a:cubicBezTo>
                  <a:cubicBezTo>
                    <a:pt x="0" y="1192"/>
                    <a:pt x="315" y="1121"/>
                    <a:pt x="859" y="1452"/>
                  </a:cubicBezTo>
                  <a:cubicBezTo>
                    <a:pt x="1076" y="1583"/>
                    <a:pt x="1348" y="1641"/>
                    <a:pt x="1606" y="1641"/>
                  </a:cubicBezTo>
                  <a:cubicBezTo>
                    <a:pt x="1996" y="1641"/>
                    <a:pt x="2356" y="1509"/>
                    <a:pt x="2457" y="1298"/>
                  </a:cubicBezTo>
                  <a:cubicBezTo>
                    <a:pt x="2875" y="434"/>
                    <a:pt x="2226" y="620"/>
                    <a:pt x="1682" y="291"/>
                  </a:cubicBezTo>
                  <a:cubicBezTo>
                    <a:pt x="1403" y="122"/>
                    <a:pt x="1153" y="1"/>
                    <a:pt x="93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138"/>
            <p:cNvSpPr/>
            <p:nvPr/>
          </p:nvSpPr>
          <p:spPr>
            <a:xfrm>
              <a:off x="1438625" y="3182125"/>
              <a:ext cx="40225" cy="35875"/>
            </a:xfrm>
            <a:custGeom>
              <a:rect b="b" l="l" r="r" t="t"/>
              <a:pathLst>
                <a:path extrusionOk="0" h="1435" w="1609">
                  <a:moveTo>
                    <a:pt x="1254" y="1"/>
                  </a:moveTo>
                  <a:cubicBezTo>
                    <a:pt x="1112" y="1"/>
                    <a:pt x="934" y="150"/>
                    <a:pt x="704" y="182"/>
                  </a:cubicBezTo>
                  <a:cubicBezTo>
                    <a:pt x="284" y="239"/>
                    <a:pt x="1" y="362"/>
                    <a:pt x="105" y="889"/>
                  </a:cubicBezTo>
                  <a:cubicBezTo>
                    <a:pt x="193" y="1330"/>
                    <a:pt x="273" y="1434"/>
                    <a:pt x="414" y="1434"/>
                  </a:cubicBezTo>
                  <a:cubicBezTo>
                    <a:pt x="509" y="1434"/>
                    <a:pt x="631" y="1387"/>
                    <a:pt x="801" y="1364"/>
                  </a:cubicBezTo>
                  <a:cubicBezTo>
                    <a:pt x="1219" y="1307"/>
                    <a:pt x="1608" y="770"/>
                    <a:pt x="1540" y="455"/>
                  </a:cubicBezTo>
                  <a:cubicBezTo>
                    <a:pt x="1463" y="102"/>
                    <a:pt x="1371" y="1"/>
                    <a:pt x="125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138"/>
            <p:cNvSpPr/>
            <p:nvPr/>
          </p:nvSpPr>
          <p:spPr>
            <a:xfrm>
              <a:off x="1542375" y="3153050"/>
              <a:ext cx="21525" cy="13700"/>
            </a:xfrm>
            <a:custGeom>
              <a:rect b="b" l="l" r="r" t="t"/>
              <a:pathLst>
                <a:path extrusionOk="0" h="548" w="861">
                  <a:moveTo>
                    <a:pt x="217" y="0"/>
                  </a:moveTo>
                  <a:cubicBezTo>
                    <a:pt x="134" y="0"/>
                    <a:pt x="70" y="45"/>
                    <a:pt x="32" y="198"/>
                  </a:cubicBezTo>
                  <a:cubicBezTo>
                    <a:pt x="1" y="334"/>
                    <a:pt x="145" y="486"/>
                    <a:pt x="357" y="537"/>
                  </a:cubicBezTo>
                  <a:cubicBezTo>
                    <a:pt x="385" y="544"/>
                    <a:pt x="414" y="547"/>
                    <a:pt x="442" y="547"/>
                  </a:cubicBezTo>
                  <a:cubicBezTo>
                    <a:pt x="628" y="547"/>
                    <a:pt x="813" y="416"/>
                    <a:pt x="831" y="297"/>
                  </a:cubicBezTo>
                  <a:cubicBezTo>
                    <a:pt x="860" y="97"/>
                    <a:pt x="811" y="67"/>
                    <a:pt x="723" y="67"/>
                  </a:cubicBezTo>
                  <a:cubicBezTo>
                    <a:pt x="685" y="67"/>
                    <a:pt x="639" y="73"/>
                    <a:pt x="590" y="73"/>
                  </a:cubicBezTo>
                  <a:cubicBezTo>
                    <a:pt x="557" y="73"/>
                    <a:pt x="523" y="70"/>
                    <a:pt x="488" y="62"/>
                  </a:cubicBezTo>
                  <a:cubicBezTo>
                    <a:pt x="386" y="38"/>
                    <a:pt x="294" y="0"/>
                    <a:pt x="2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138"/>
            <p:cNvSpPr/>
            <p:nvPr/>
          </p:nvSpPr>
          <p:spPr>
            <a:xfrm>
              <a:off x="1701000" y="3271750"/>
              <a:ext cx="21500" cy="13750"/>
            </a:xfrm>
            <a:custGeom>
              <a:rect b="b" l="l" r="r" t="t"/>
              <a:pathLst>
                <a:path extrusionOk="0" h="550" w="860">
                  <a:moveTo>
                    <a:pt x="218" y="1"/>
                  </a:moveTo>
                  <a:cubicBezTo>
                    <a:pt x="135" y="1"/>
                    <a:pt x="71" y="45"/>
                    <a:pt x="33" y="198"/>
                  </a:cubicBezTo>
                  <a:cubicBezTo>
                    <a:pt x="0" y="334"/>
                    <a:pt x="146" y="489"/>
                    <a:pt x="357" y="539"/>
                  </a:cubicBezTo>
                  <a:cubicBezTo>
                    <a:pt x="386" y="546"/>
                    <a:pt x="415" y="549"/>
                    <a:pt x="445" y="549"/>
                  </a:cubicBezTo>
                  <a:cubicBezTo>
                    <a:pt x="632" y="549"/>
                    <a:pt x="815" y="418"/>
                    <a:pt x="831" y="297"/>
                  </a:cubicBezTo>
                  <a:cubicBezTo>
                    <a:pt x="860" y="98"/>
                    <a:pt x="811" y="68"/>
                    <a:pt x="723" y="68"/>
                  </a:cubicBezTo>
                  <a:cubicBezTo>
                    <a:pt x="685" y="68"/>
                    <a:pt x="640" y="73"/>
                    <a:pt x="590" y="73"/>
                  </a:cubicBezTo>
                  <a:cubicBezTo>
                    <a:pt x="557" y="73"/>
                    <a:pt x="523" y="71"/>
                    <a:pt x="487" y="62"/>
                  </a:cubicBezTo>
                  <a:cubicBezTo>
                    <a:pt x="386" y="38"/>
                    <a:pt x="294" y="1"/>
                    <a:pt x="2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138"/>
            <p:cNvSpPr/>
            <p:nvPr/>
          </p:nvSpPr>
          <p:spPr>
            <a:xfrm>
              <a:off x="1450550" y="3174825"/>
              <a:ext cx="21500" cy="13725"/>
            </a:xfrm>
            <a:custGeom>
              <a:rect b="b" l="l" r="r" t="t"/>
              <a:pathLst>
                <a:path extrusionOk="0" h="549" w="860">
                  <a:moveTo>
                    <a:pt x="217" y="0"/>
                  </a:moveTo>
                  <a:cubicBezTo>
                    <a:pt x="134" y="0"/>
                    <a:pt x="69" y="44"/>
                    <a:pt x="32" y="199"/>
                  </a:cubicBezTo>
                  <a:cubicBezTo>
                    <a:pt x="1" y="335"/>
                    <a:pt x="145" y="487"/>
                    <a:pt x="356" y="538"/>
                  </a:cubicBezTo>
                  <a:cubicBezTo>
                    <a:pt x="384" y="545"/>
                    <a:pt x="414" y="548"/>
                    <a:pt x="443" y="548"/>
                  </a:cubicBezTo>
                  <a:cubicBezTo>
                    <a:pt x="630" y="548"/>
                    <a:pt x="813" y="417"/>
                    <a:pt x="831" y="296"/>
                  </a:cubicBezTo>
                  <a:cubicBezTo>
                    <a:pt x="860" y="97"/>
                    <a:pt x="811" y="67"/>
                    <a:pt x="723" y="67"/>
                  </a:cubicBezTo>
                  <a:cubicBezTo>
                    <a:pt x="685" y="67"/>
                    <a:pt x="641" y="73"/>
                    <a:pt x="592" y="73"/>
                  </a:cubicBezTo>
                  <a:cubicBezTo>
                    <a:pt x="558" y="73"/>
                    <a:pt x="523" y="70"/>
                    <a:pt x="487" y="61"/>
                  </a:cubicBezTo>
                  <a:cubicBezTo>
                    <a:pt x="386" y="37"/>
                    <a:pt x="294" y="0"/>
                    <a:pt x="2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138"/>
            <p:cNvSpPr/>
            <p:nvPr/>
          </p:nvSpPr>
          <p:spPr>
            <a:xfrm>
              <a:off x="1592850" y="3153900"/>
              <a:ext cx="35225" cy="19700"/>
            </a:xfrm>
            <a:custGeom>
              <a:rect b="b" l="l" r="r" t="t"/>
              <a:pathLst>
                <a:path extrusionOk="0" h="788" w="1409">
                  <a:moveTo>
                    <a:pt x="315" y="0"/>
                  </a:moveTo>
                  <a:cubicBezTo>
                    <a:pt x="203" y="0"/>
                    <a:pt x="115" y="58"/>
                    <a:pt x="58" y="239"/>
                  </a:cubicBezTo>
                  <a:cubicBezTo>
                    <a:pt x="0" y="417"/>
                    <a:pt x="225" y="648"/>
                    <a:pt x="559" y="754"/>
                  </a:cubicBezTo>
                  <a:cubicBezTo>
                    <a:pt x="631" y="777"/>
                    <a:pt x="707" y="788"/>
                    <a:pt x="780" y="788"/>
                  </a:cubicBezTo>
                  <a:cubicBezTo>
                    <a:pt x="1045" y="788"/>
                    <a:pt x="1289" y="655"/>
                    <a:pt x="1317" y="510"/>
                  </a:cubicBezTo>
                  <a:cubicBezTo>
                    <a:pt x="1409" y="55"/>
                    <a:pt x="1115" y="239"/>
                    <a:pt x="782" y="134"/>
                  </a:cubicBezTo>
                  <a:cubicBezTo>
                    <a:pt x="604" y="77"/>
                    <a:pt x="444" y="0"/>
                    <a:pt x="31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138"/>
            <p:cNvSpPr/>
            <p:nvPr/>
          </p:nvSpPr>
          <p:spPr>
            <a:xfrm>
              <a:off x="1659125" y="3137325"/>
              <a:ext cx="34625" cy="22225"/>
            </a:xfrm>
            <a:custGeom>
              <a:rect b="b" l="l" r="r" t="t"/>
              <a:pathLst>
                <a:path extrusionOk="0" h="889" w="1385">
                  <a:moveTo>
                    <a:pt x="1112" y="1"/>
                  </a:moveTo>
                  <a:cubicBezTo>
                    <a:pt x="998" y="1"/>
                    <a:pt x="865" y="144"/>
                    <a:pt x="658" y="204"/>
                  </a:cubicBezTo>
                  <a:cubicBezTo>
                    <a:pt x="321" y="300"/>
                    <a:pt x="1" y="303"/>
                    <a:pt x="114" y="692"/>
                  </a:cubicBezTo>
                  <a:cubicBezTo>
                    <a:pt x="149" y="817"/>
                    <a:pt x="311" y="889"/>
                    <a:pt x="518" y="889"/>
                  </a:cubicBezTo>
                  <a:cubicBezTo>
                    <a:pt x="611" y="889"/>
                    <a:pt x="713" y="874"/>
                    <a:pt x="816" y="844"/>
                  </a:cubicBezTo>
                  <a:cubicBezTo>
                    <a:pt x="1151" y="750"/>
                    <a:pt x="1385" y="396"/>
                    <a:pt x="1313" y="222"/>
                  </a:cubicBezTo>
                  <a:cubicBezTo>
                    <a:pt x="1245" y="56"/>
                    <a:pt x="1182" y="1"/>
                    <a:pt x="111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138"/>
            <p:cNvSpPr/>
            <p:nvPr/>
          </p:nvSpPr>
          <p:spPr>
            <a:xfrm>
              <a:off x="1639875" y="3229675"/>
              <a:ext cx="34600" cy="22200"/>
            </a:xfrm>
            <a:custGeom>
              <a:rect b="b" l="l" r="r" t="t"/>
              <a:pathLst>
                <a:path extrusionOk="0" h="888" w="1384">
                  <a:moveTo>
                    <a:pt x="1110" y="0"/>
                  </a:moveTo>
                  <a:cubicBezTo>
                    <a:pt x="997" y="0"/>
                    <a:pt x="863" y="144"/>
                    <a:pt x="656" y="204"/>
                  </a:cubicBezTo>
                  <a:cubicBezTo>
                    <a:pt x="320" y="300"/>
                    <a:pt x="0" y="302"/>
                    <a:pt x="112" y="692"/>
                  </a:cubicBezTo>
                  <a:cubicBezTo>
                    <a:pt x="149" y="817"/>
                    <a:pt x="310" y="888"/>
                    <a:pt x="518" y="888"/>
                  </a:cubicBezTo>
                  <a:cubicBezTo>
                    <a:pt x="611" y="888"/>
                    <a:pt x="712" y="874"/>
                    <a:pt x="816" y="844"/>
                  </a:cubicBezTo>
                  <a:cubicBezTo>
                    <a:pt x="1153" y="749"/>
                    <a:pt x="1383" y="396"/>
                    <a:pt x="1312" y="221"/>
                  </a:cubicBezTo>
                  <a:cubicBezTo>
                    <a:pt x="1244" y="56"/>
                    <a:pt x="1181" y="0"/>
                    <a:pt x="11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138"/>
            <p:cNvSpPr/>
            <p:nvPr/>
          </p:nvSpPr>
          <p:spPr>
            <a:xfrm>
              <a:off x="1718850" y="3229500"/>
              <a:ext cx="34600" cy="22200"/>
            </a:xfrm>
            <a:custGeom>
              <a:rect b="b" l="l" r="r" t="t"/>
              <a:pathLst>
                <a:path extrusionOk="0" h="888" w="1384">
                  <a:moveTo>
                    <a:pt x="1112" y="0"/>
                  </a:moveTo>
                  <a:cubicBezTo>
                    <a:pt x="999" y="0"/>
                    <a:pt x="865" y="144"/>
                    <a:pt x="658" y="204"/>
                  </a:cubicBezTo>
                  <a:cubicBezTo>
                    <a:pt x="321" y="299"/>
                    <a:pt x="1" y="302"/>
                    <a:pt x="114" y="692"/>
                  </a:cubicBezTo>
                  <a:cubicBezTo>
                    <a:pt x="149" y="816"/>
                    <a:pt x="311" y="888"/>
                    <a:pt x="518" y="888"/>
                  </a:cubicBezTo>
                  <a:cubicBezTo>
                    <a:pt x="611" y="888"/>
                    <a:pt x="713" y="873"/>
                    <a:pt x="817" y="843"/>
                  </a:cubicBezTo>
                  <a:cubicBezTo>
                    <a:pt x="1152" y="749"/>
                    <a:pt x="1384" y="395"/>
                    <a:pt x="1312" y="221"/>
                  </a:cubicBezTo>
                  <a:cubicBezTo>
                    <a:pt x="1245" y="56"/>
                    <a:pt x="1182" y="0"/>
                    <a:pt x="111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138"/>
            <p:cNvSpPr/>
            <p:nvPr/>
          </p:nvSpPr>
          <p:spPr>
            <a:xfrm>
              <a:off x="1287925" y="3241550"/>
              <a:ext cx="534750" cy="500700"/>
            </a:xfrm>
            <a:custGeom>
              <a:rect b="b" l="l" r="r" t="t"/>
              <a:pathLst>
                <a:path extrusionOk="0" h="20028" w="21390">
                  <a:moveTo>
                    <a:pt x="1571" y="1"/>
                  </a:moveTo>
                  <a:lnTo>
                    <a:pt x="1" y="15327"/>
                  </a:lnTo>
                  <a:lnTo>
                    <a:pt x="13284" y="20028"/>
                  </a:lnTo>
                  <a:lnTo>
                    <a:pt x="21389" y="4985"/>
                  </a:lnTo>
                  <a:lnTo>
                    <a:pt x="1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138"/>
            <p:cNvSpPr/>
            <p:nvPr/>
          </p:nvSpPr>
          <p:spPr>
            <a:xfrm>
              <a:off x="1287925" y="3241550"/>
              <a:ext cx="100950" cy="396950"/>
            </a:xfrm>
            <a:custGeom>
              <a:rect b="b" l="l" r="r" t="t"/>
              <a:pathLst>
                <a:path extrusionOk="0" h="15878" w="4038">
                  <a:moveTo>
                    <a:pt x="1571" y="1"/>
                  </a:moveTo>
                  <a:lnTo>
                    <a:pt x="1" y="15327"/>
                  </a:lnTo>
                  <a:lnTo>
                    <a:pt x="1637" y="15878"/>
                  </a:lnTo>
                  <a:lnTo>
                    <a:pt x="4038" y="782"/>
                  </a:lnTo>
                  <a:lnTo>
                    <a:pt x="15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138"/>
            <p:cNvSpPr/>
            <p:nvPr/>
          </p:nvSpPr>
          <p:spPr>
            <a:xfrm>
              <a:off x="1392325" y="3285350"/>
              <a:ext cx="156700" cy="390400"/>
            </a:xfrm>
            <a:custGeom>
              <a:rect b="b" l="l" r="r" t="t"/>
              <a:pathLst>
                <a:path extrusionOk="0" h="15616" w="6268">
                  <a:moveTo>
                    <a:pt x="3322" y="1"/>
                  </a:moveTo>
                  <a:lnTo>
                    <a:pt x="0" y="15003"/>
                  </a:lnTo>
                  <a:lnTo>
                    <a:pt x="1780" y="15616"/>
                  </a:lnTo>
                  <a:lnTo>
                    <a:pt x="6268" y="747"/>
                  </a:lnTo>
                  <a:lnTo>
                    <a:pt x="332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138"/>
            <p:cNvSpPr/>
            <p:nvPr/>
          </p:nvSpPr>
          <p:spPr>
            <a:xfrm>
              <a:off x="1484025" y="3321975"/>
              <a:ext cx="216275" cy="389325"/>
            </a:xfrm>
            <a:custGeom>
              <a:rect b="b" l="l" r="r" t="t"/>
              <a:pathLst>
                <a:path extrusionOk="0" h="15573" w="8651">
                  <a:moveTo>
                    <a:pt x="5706" y="0"/>
                  </a:moveTo>
                  <a:lnTo>
                    <a:pt x="0" y="14851"/>
                  </a:lnTo>
                  <a:lnTo>
                    <a:pt x="2116" y="15573"/>
                  </a:lnTo>
                  <a:lnTo>
                    <a:pt x="8651" y="748"/>
                  </a:lnTo>
                  <a:lnTo>
                    <a:pt x="570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138"/>
            <p:cNvSpPr/>
            <p:nvPr/>
          </p:nvSpPr>
          <p:spPr>
            <a:xfrm>
              <a:off x="1593275" y="3357375"/>
              <a:ext cx="230400" cy="385550"/>
            </a:xfrm>
            <a:custGeom>
              <a:rect b="b" l="l" r="r" t="t"/>
              <a:pathLst>
                <a:path extrusionOk="0" h="15422" w="9216">
                  <a:moveTo>
                    <a:pt x="7588" y="0"/>
                  </a:moveTo>
                  <a:lnTo>
                    <a:pt x="0" y="14968"/>
                  </a:lnTo>
                  <a:lnTo>
                    <a:pt x="1189" y="15422"/>
                  </a:lnTo>
                  <a:lnTo>
                    <a:pt x="9215" y="455"/>
                  </a:lnTo>
                  <a:lnTo>
                    <a:pt x="75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138"/>
            <p:cNvSpPr/>
            <p:nvPr/>
          </p:nvSpPr>
          <p:spPr>
            <a:xfrm>
              <a:off x="1287925" y="3473150"/>
              <a:ext cx="478875" cy="272150"/>
            </a:xfrm>
            <a:custGeom>
              <a:rect b="b" l="l" r="r" t="t"/>
              <a:pathLst>
                <a:path extrusionOk="0" h="10886" w="19155">
                  <a:moveTo>
                    <a:pt x="19155" y="0"/>
                  </a:moveTo>
                  <a:lnTo>
                    <a:pt x="19155" y="0"/>
                  </a:lnTo>
                  <a:cubicBezTo>
                    <a:pt x="15342" y="2904"/>
                    <a:pt x="10316" y="3591"/>
                    <a:pt x="6412" y="3591"/>
                  </a:cubicBezTo>
                  <a:cubicBezTo>
                    <a:pt x="2905" y="3591"/>
                    <a:pt x="304" y="3036"/>
                    <a:pt x="304" y="3036"/>
                  </a:cubicBezTo>
                  <a:lnTo>
                    <a:pt x="1" y="6063"/>
                  </a:lnTo>
                  <a:lnTo>
                    <a:pt x="13414" y="10885"/>
                  </a:lnTo>
                  <a:lnTo>
                    <a:pt x="19155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138"/>
            <p:cNvSpPr/>
            <p:nvPr/>
          </p:nvSpPr>
          <p:spPr>
            <a:xfrm>
              <a:off x="1325650" y="3235075"/>
              <a:ext cx="499175" cy="506500"/>
            </a:xfrm>
            <a:custGeom>
              <a:rect b="b" l="l" r="r" t="t"/>
              <a:pathLst>
                <a:path extrusionOk="0" h="20260" w="19967">
                  <a:moveTo>
                    <a:pt x="26" y="1"/>
                  </a:moveTo>
                  <a:lnTo>
                    <a:pt x="0" y="968"/>
                  </a:lnTo>
                  <a:lnTo>
                    <a:pt x="9673" y="6440"/>
                  </a:lnTo>
                  <a:lnTo>
                    <a:pt x="5279" y="17988"/>
                  </a:lnTo>
                  <a:lnTo>
                    <a:pt x="11937" y="20260"/>
                  </a:lnTo>
                  <a:lnTo>
                    <a:pt x="19966" y="5279"/>
                  </a:lnTo>
                  <a:lnTo>
                    <a:pt x="26" y="1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138"/>
            <p:cNvSpPr/>
            <p:nvPr/>
          </p:nvSpPr>
          <p:spPr>
            <a:xfrm>
              <a:off x="1313400" y="3221700"/>
              <a:ext cx="531050" cy="155300"/>
            </a:xfrm>
            <a:custGeom>
              <a:rect b="b" l="l" r="r" t="t"/>
              <a:pathLst>
                <a:path extrusionOk="0" h="6212" w="21242">
                  <a:moveTo>
                    <a:pt x="227" y="0"/>
                  </a:moveTo>
                  <a:lnTo>
                    <a:pt x="1" y="1018"/>
                  </a:lnTo>
                  <a:lnTo>
                    <a:pt x="20901" y="6212"/>
                  </a:lnTo>
                  <a:lnTo>
                    <a:pt x="21242" y="5533"/>
                  </a:lnTo>
                  <a:lnTo>
                    <a:pt x="22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138"/>
            <p:cNvSpPr/>
            <p:nvPr/>
          </p:nvSpPr>
          <p:spPr>
            <a:xfrm>
              <a:off x="1330400" y="3311725"/>
              <a:ext cx="47600" cy="214275"/>
            </a:xfrm>
            <a:custGeom>
              <a:rect b="b" l="l" r="r" t="t"/>
              <a:pathLst>
                <a:path extrusionOk="0" h="8571" w="1904">
                  <a:moveTo>
                    <a:pt x="820" y="1"/>
                  </a:moveTo>
                  <a:lnTo>
                    <a:pt x="1" y="8533"/>
                  </a:lnTo>
                  <a:lnTo>
                    <a:pt x="543" y="8570"/>
                  </a:lnTo>
                  <a:lnTo>
                    <a:pt x="1903" y="78"/>
                  </a:lnTo>
                  <a:lnTo>
                    <a:pt x="820" y="1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138"/>
            <p:cNvSpPr/>
            <p:nvPr/>
          </p:nvSpPr>
          <p:spPr>
            <a:xfrm>
              <a:off x="1506625" y="3181025"/>
              <a:ext cx="30200" cy="16600"/>
            </a:xfrm>
            <a:custGeom>
              <a:rect b="b" l="l" r="r" t="t"/>
              <a:pathLst>
                <a:path extrusionOk="0" h="664" w="1208">
                  <a:moveTo>
                    <a:pt x="272" y="0"/>
                  </a:moveTo>
                  <a:cubicBezTo>
                    <a:pt x="168" y="0"/>
                    <a:pt x="89" y="51"/>
                    <a:pt x="44" y="217"/>
                  </a:cubicBezTo>
                  <a:cubicBezTo>
                    <a:pt x="1" y="375"/>
                    <a:pt x="203" y="565"/>
                    <a:pt x="496" y="642"/>
                  </a:cubicBezTo>
                  <a:cubicBezTo>
                    <a:pt x="550" y="657"/>
                    <a:pt x="604" y="663"/>
                    <a:pt x="658" y="663"/>
                  </a:cubicBezTo>
                  <a:cubicBezTo>
                    <a:pt x="899" y="663"/>
                    <a:pt x="1123" y="534"/>
                    <a:pt x="1145" y="403"/>
                  </a:cubicBezTo>
                  <a:cubicBezTo>
                    <a:pt x="1208" y="5"/>
                    <a:pt x="960" y="176"/>
                    <a:pt x="666" y="97"/>
                  </a:cubicBezTo>
                  <a:cubicBezTo>
                    <a:pt x="516" y="57"/>
                    <a:pt x="381" y="0"/>
                    <a:pt x="27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138"/>
            <p:cNvSpPr/>
            <p:nvPr/>
          </p:nvSpPr>
          <p:spPr>
            <a:xfrm>
              <a:off x="1407500" y="3219175"/>
              <a:ext cx="30200" cy="16600"/>
            </a:xfrm>
            <a:custGeom>
              <a:rect b="b" l="l" r="r" t="t"/>
              <a:pathLst>
                <a:path extrusionOk="0" h="664" w="1208">
                  <a:moveTo>
                    <a:pt x="272" y="0"/>
                  </a:moveTo>
                  <a:cubicBezTo>
                    <a:pt x="169" y="0"/>
                    <a:pt x="89" y="52"/>
                    <a:pt x="43" y="217"/>
                  </a:cubicBezTo>
                  <a:cubicBezTo>
                    <a:pt x="0" y="375"/>
                    <a:pt x="202" y="564"/>
                    <a:pt x="496" y="644"/>
                  </a:cubicBezTo>
                  <a:cubicBezTo>
                    <a:pt x="548" y="657"/>
                    <a:pt x="601" y="663"/>
                    <a:pt x="654" y="663"/>
                  </a:cubicBezTo>
                  <a:cubicBezTo>
                    <a:pt x="896" y="663"/>
                    <a:pt x="1123" y="534"/>
                    <a:pt x="1144" y="402"/>
                  </a:cubicBezTo>
                  <a:cubicBezTo>
                    <a:pt x="1207" y="4"/>
                    <a:pt x="960" y="174"/>
                    <a:pt x="666" y="97"/>
                  </a:cubicBezTo>
                  <a:cubicBezTo>
                    <a:pt x="517" y="57"/>
                    <a:pt x="381" y="0"/>
                    <a:pt x="27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138"/>
            <p:cNvSpPr/>
            <p:nvPr/>
          </p:nvSpPr>
          <p:spPr>
            <a:xfrm>
              <a:off x="1513900" y="3174450"/>
              <a:ext cx="20175" cy="18800"/>
            </a:xfrm>
            <a:custGeom>
              <a:rect b="b" l="l" r="r" t="t"/>
              <a:pathLst>
                <a:path extrusionOk="0" h="752" w="807">
                  <a:moveTo>
                    <a:pt x="527" y="1"/>
                  </a:moveTo>
                  <a:cubicBezTo>
                    <a:pt x="448" y="1"/>
                    <a:pt x="432" y="141"/>
                    <a:pt x="331" y="228"/>
                  </a:cubicBezTo>
                  <a:cubicBezTo>
                    <a:pt x="179" y="354"/>
                    <a:pt x="0" y="414"/>
                    <a:pt x="208" y="668"/>
                  </a:cubicBezTo>
                  <a:cubicBezTo>
                    <a:pt x="253" y="724"/>
                    <a:pt x="321" y="751"/>
                    <a:pt x="397" y="751"/>
                  </a:cubicBezTo>
                  <a:cubicBezTo>
                    <a:pt x="481" y="751"/>
                    <a:pt x="574" y="717"/>
                    <a:pt x="655" y="650"/>
                  </a:cubicBezTo>
                  <a:cubicBezTo>
                    <a:pt x="806" y="522"/>
                    <a:pt x="805" y="231"/>
                    <a:pt x="702" y="122"/>
                  </a:cubicBezTo>
                  <a:cubicBezTo>
                    <a:pt x="618" y="34"/>
                    <a:pt x="565" y="1"/>
                    <a:pt x="52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138"/>
            <p:cNvSpPr/>
            <p:nvPr/>
          </p:nvSpPr>
          <p:spPr>
            <a:xfrm>
              <a:off x="1446825" y="3187300"/>
              <a:ext cx="20225" cy="18775"/>
            </a:xfrm>
            <a:custGeom>
              <a:rect b="b" l="l" r="r" t="t"/>
              <a:pathLst>
                <a:path extrusionOk="0" h="751" w="809">
                  <a:moveTo>
                    <a:pt x="527" y="0"/>
                  </a:moveTo>
                  <a:cubicBezTo>
                    <a:pt x="449" y="0"/>
                    <a:pt x="432" y="140"/>
                    <a:pt x="331" y="227"/>
                  </a:cubicBezTo>
                  <a:cubicBezTo>
                    <a:pt x="180" y="354"/>
                    <a:pt x="1" y="413"/>
                    <a:pt x="208" y="668"/>
                  </a:cubicBezTo>
                  <a:cubicBezTo>
                    <a:pt x="254" y="723"/>
                    <a:pt x="322" y="750"/>
                    <a:pt x="397" y="750"/>
                  </a:cubicBezTo>
                  <a:cubicBezTo>
                    <a:pt x="482" y="750"/>
                    <a:pt x="575" y="716"/>
                    <a:pt x="655" y="649"/>
                  </a:cubicBezTo>
                  <a:cubicBezTo>
                    <a:pt x="808" y="520"/>
                    <a:pt x="805" y="231"/>
                    <a:pt x="702" y="122"/>
                  </a:cubicBezTo>
                  <a:cubicBezTo>
                    <a:pt x="618" y="34"/>
                    <a:pt x="565" y="0"/>
                    <a:pt x="52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138"/>
            <p:cNvSpPr/>
            <p:nvPr/>
          </p:nvSpPr>
          <p:spPr>
            <a:xfrm>
              <a:off x="1559050" y="3193875"/>
              <a:ext cx="20175" cy="18775"/>
            </a:xfrm>
            <a:custGeom>
              <a:rect b="b" l="l" r="r" t="t"/>
              <a:pathLst>
                <a:path extrusionOk="0" h="751" w="807">
                  <a:moveTo>
                    <a:pt x="527" y="0"/>
                  </a:moveTo>
                  <a:cubicBezTo>
                    <a:pt x="449" y="0"/>
                    <a:pt x="433" y="140"/>
                    <a:pt x="332" y="227"/>
                  </a:cubicBezTo>
                  <a:cubicBezTo>
                    <a:pt x="180" y="354"/>
                    <a:pt x="1" y="413"/>
                    <a:pt x="209" y="668"/>
                  </a:cubicBezTo>
                  <a:cubicBezTo>
                    <a:pt x="253" y="723"/>
                    <a:pt x="321" y="751"/>
                    <a:pt x="397" y="751"/>
                  </a:cubicBezTo>
                  <a:cubicBezTo>
                    <a:pt x="482" y="751"/>
                    <a:pt x="576" y="717"/>
                    <a:pt x="657" y="649"/>
                  </a:cubicBezTo>
                  <a:cubicBezTo>
                    <a:pt x="807" y="521"/>
                    <a:pt x="807" y="231"/>
                    <a:pt x="702" y="121"/>
                  </a:cubicBezTo>
                  <a:cubicBezTo>
                    <a:pt x="618" y="33"/>
                    <a:pt x="566" y="0"/>
                    <a:pt x="52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p138"/>
            <p:cNvSpPr/>
            <p:nvPr/>
          </p:nvSpPr>
          <p:spPr>
            <a:xfrm>
              <a:off x="1604125" y="3173825"/>
              <a:ext cx="20200" cy="18775"/>
            </a:xfrm>
            <a:custGeom>
              <a:rect b="b" l="l" r="r" t="t"/>
              <a:pathLst>
                <a:path extrusionOk="0" h="751" w="808">
                  <a:moveTo>
                    <a:pt x="527" y="0"/>
                  </a:moveTo>
                  <a:cubicBezTo>
                    <a:pt x="448" y="0"/>
                    <a:pt x="432" y="141"/>
                    <a:pt x="331" y="227"/>
                  </a:cubicBezTo>
                  <a:cubicBezTo>
                    <a:pt x="179" y="356"/>
                    <a:pt x="0" y="414"/>
                    <a:pt x="208" y="668"/>
                  </a:cubicBezTo>
                  <a:cubicBezTo>
                    <a:pt x="253" y="724"/>
                    <a:pt x="321" y="751"/>
                    <a:pt x="396" y="751"/>
                  </a:cubicBezTo>
                  <a:cubicBezTo>
                    <a:pt x="481" y="751"/>
                    <a:pt x="574" y="716"/>
                    <a:pt x="654" y="648"/>
                  </a:cubicBezTo>
                  <a:cubicBezTo>
                    <a:pt x="808" y="521"/>
                    <a:pt x="805" y="232"/>
                    <a:pt x="702" y="121"/>
                  </a:cubicBezTo>
                  <a:cubicBezTo>
                    <a:pt x="618" y="33"/>
                    <a:pt x="565" y="0"/>
                    <a:pt x="52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8" name="Google Shape;1068;p138"/>
            <p:cNvSpPr/>
            <p:nvPr/>
          </p:nvSpPr>
          <p:spPr>
            <a:xfrm>
              <a:off x="1645950" y="3219000"/>
              <a:ext cx="20175" cy="18750"/>
            </a:xfrm>
            <a:custGeom>
              <a:rect b="b" l="l" r="r" t="t"/>
              <a:pathLst>
                <a:path extrusionOk="0" h="750" w="807">
                  <a:moveTo>
                    <a:pt x="527" y="1"/>
                  </a:moveTo>
                  <a:cubicBezTo>
                    <a:pt x="449" y="1"/>
                    <a:pt x="433" y="141"/>
                    <a:pt x="331" y="226"/>
                  </a:cubicBezTo>
                  <a:cubicBezTo>
                    <a:pt x="180" y="353"/>
                    <a:pt x="1" y="412"/>
                    <a:pt x="208" y="666"/>
                  </a:cubicBezTo>
                  <a:cubicBezTo>
                    <a:pt x="253" y="722"/>
                    <a:pt x="321" y="749"/>
                    <a:pt x="397" y="749"/>
                  </a:cubicBezTo>
                  <a:cubicBezTo>
                    <a:pt x="481" y="749"/>
                    <a:pt x="575" y="715"/>
                    <a:pt x="655" y="646"/>
                  </a:cubicBezTo>
                  <a:cubicBezTo>
                    <a:pt x="807" y="522"/>
                    <a:pt x="805" y="231"/>
                    <a:pt x="702" y="123"/>
                  </a:cubicBezTo>
                  <a:cubicBezTo>
                    <a:pt x="618" y="34"/>
                    <a:pt x="565" y="1"/>
                    <a:pt x="52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9" name="Google Shape;1069;p138"/>
            <p:cNvSpPr/>
            <p:nvPr/>
          </p:nvSpPr>
          <p:spPr>
            <a:xfrm>
              <a:off x="1550675" y="3163400"/>
              <a:ext cx="20225" cy="18800"/>
            </a:xfrm>
            <a:custGeom>
              <a:rect b="b" l="l" r="r" t="t"/>
              <a:pathLst>
                <a:path extrusionOk="0" h="752" w="809">
                  <a:moveTo>
                    <a:pt x="528" y="0"/>
                  </a:moveTo>
                  <a:cubicBezTo>
                    <a:pt x="450" y="0"/>
                    <a:pt x="434" y="141"/>
                    <a:pt x="333" y="228"/>
                  </a:cubicBezTo>
                  <a:cubicBezTo>
                    <a:pt x="180" y="355"/>
                    <a:pt x="1" y="414"/>
                    <a:pt x="209" y="667"/>
                  </a:cubicBezTo>
                  <a:cubicBezTo>
                    <a:pt x="255" y="723"/>
                    <a:pt x="323" y="751"/>
                    <a:pt x="399" y="751"/>
                  </a:cubicBezTo>
                  <a:cubicBezTo>
                    <a:pt x="483" y="751"/>
                    <a:pt x="577" y="717"/>
                    <a:pt x="657" y="649"/>
                  </a:cubicBezTo>
                  <a:cubicBezTo>
                    <a:pt x="808" y="521"/>
                    <a:pt x="807" y="231"/>
                    <a:pt x="702" y="122"/>
                  </a:cubicBezTo>
                  <a:cubicBezTo>
                    <a:pt x="618" y="34"/>
                    <a:pt x="566" y="0"/>
                    <a:pt x="52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p138"/>
            <p:cNvSpPr/>
            <p:nvPr/>
          </p:nvSpPr>
          <p:spPr>
            <a:xfrm>
              <a:off x="1542100" y="3167275"/>
              <a:ext cx="26500" cy="17800"/>
            </a:xfrm>
            <a:custGeom>
              <a:rect b="b" l="l" r="r" t="t"/>
              <a:pathLst>
                <a:path extrusionOk="0" h="712" w="1060">
                  <a:moveTo>
                    <a:pt x="293" y="1"/>
                  </a:moveTo>
                  <a:cubicBezTo>
                    <a:pt x="233" y="1"/>
                    <a:pt x="170" y="36"/>
                    <a:pt x="96" y="129"/>
                  </a:cubicBezTo>
                  <a:cubicBezTo>
                    <a:pt x="0" y="247"/>
                    <a:pt x="78" y="465"/>
                    <a:pt x="268" y="615"/>
                  </a:cubicBezTo>
                  <a:cubicBezTo>
                    <a:pt x="355" y="682"/>
                    <a:pt x="467" y="712"/>
                    <a:pt x="571" y="712"/>
                  </a:cubicBezTo>
                  <a:cubicBezTo>
                    <a:pt x="696" y="712"/>
                    <a:pt x="810" y="670"/>
                    <a:pt x="855" y="601"/>
                  </a:cubicBezTo>
                  <a:cubicBezTo>
                    <a:pt x="1060" y="288"/>
                    <a:pt x="805" y="359"/>
                    <a:pt x="615" y="209"/>
                  </a:cubicBezTo>
                  <a:cubicBezTo>
                    <a:pt x="493" y="113"/>
                    <a:pt x="399" y="1"/>
                    <a:pt x="29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p138"/>
            <p:cNvSpPr/>
            <p:nvPr/>
          </p:nvSpPr>
          <p:spPr>
            <a:xfrm>
              <a:off x="1653325" y="3151150"/>
              <a:ext cx="20200" cy="18725"/>
            </a:xfrm>
            <a:custGeom>
              <a:rect b="b" l="l" r="r" t="t"/>
              <a:pathLst>
                <a:path extrusionOk="0" h="749" w="808">
                  <a:moveTo>
                    <a:pt x="527" y="0"/>
                  </a:moveTo>
                  <a:cubicBezTo>
                    <a:pt x="449" y="0"/>
                    <a:pt x="432" y="140"/>
                    <a:pt x="331" y="225"/>
                  </a:cubicBezTo>
                  <a:cubicBezTo>
                    <a:pt x="180" y="353"/>
                    <a:pt x="1" y="411"/>
                    <a:pt x="208" y="666"/>
                  </a:cubicBezTo>
                  <a:cubicBezTo>
                    <a:pt x="253" y="722"/>
                    <a:pt x="321" y="749"/>
                    <a:pt x="397" y="749"/>
                  </a:cubicBezTo>
                  <a:cubicBezTo>
                    <a:pt x="481" y="749"/>
                    <a:pt x="575" y="714"/>
                    <a:pt x="655" y="646"/>
                  </a:cubicBezTo>
                  <a:cubicBezTo>
                    <a:pt x="808" y="520"/>
                    <a:pt x="805" y="231"/>
                    <a:pt x="702" y="122"/>
                  </a:cubicBezTo>
                  <a:cubicBezTo>
                    <a:pt x="618" y="34"/>
                    <a:pt x="565" y="0"/>
                    <a:pt x="52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p138"/>
            <p:cNvSpPr/>
            <p:nvPr/>
          </p:nvSpPr>
          <p:spPr>
            <a:xfrm>
              <a:off x="1705925" y="3198175"/>
              <a:ext cx="20225" cy="18725"/>
            </a:xfrm>
            <a:custGeom>
              <a:rect b="b" l="l" r="r" t="t"/>
              <a:pathLst>
                <a:path extrusionOk="0" h="749" w="809">
                  <a:moveTo>
                    <a:pt x="527" y="0"/>
                  </a:moveTo>
                  <a:cubicBezTo>
                    <a:pt x="449" y="0"/>
                    <a:pt x="433" y="140"/>
                    <a:pt x="332" y="225"/>
                  </a:cubicBezTo>
                  <a:cubicBezTo>
                    <a:pt x="180" y="353"/>
                    <a:pt x="1" y="412"/>
                    <a:pt x="209" y="665"/>
                  </a:cubicBezTo>
                  <a:cubicBezTo>
                    <a:pt x="254" y="721"/>
                    <a:pt x="323" y="749"/>
                    <a:pt x="398" y="749"/>
                  </a:cubicBezTo>
                  <a:cubicBezTo>
                    <a:pt x="482" y="749"/>
                    <a:pt x="575" y="715"/>
                    <a:pt x="655" y="648"/>
                  </a:cubicBezTo>
                  <a:cubicBezTo>
                    <a:pt x="808" y="519"/>
                    <a:pt x="805" y="228"/>
                    <a:pt x="702" y="121"/>
                  </a:cubicBezTo>
                  <a:cubicBezTo>
                    <a:pt x="618" y="33"/>
                    <a:pt x="565" y="0"/>
                    <a:pt x="52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p138"/>
            <p:cNvSpPr/>
            <p:nvPr/>
          </p:nvSpPr>
          <p:spPr>
            <a:xfrm>
              <a:off x="1652300" y="3148150"/>
              <a:ext cx="32725" cy="17525"/>
            </a:xfrm>
            <a:custGeom>
              <a:rect b="b" l="l" r="r" t="t"/>
              <a:pathLst>
                <a:path extrusionOk="0" h="701" w="1309">
                  <a:moveTo>
                    <a:pt x="267" y="1"/>
                  </a:moveTo>
                  <a:cubicBezTo>
                    <a:pt x="181" y="1"/>
                    <a:pt x="111" y="44"/>
                    <a:pt x="59" y="166"/>
                  </a:cubicBezTo>
                  <a:cubicBezTo>
                    <a:pt x="0" y="304"/>
                    <a:pt x="198" y="517"/>
                    <a:pt x="500" y="640"/>
                  </a:cubicBezTo>
                  <a:cubicBezTo>
                    <a:pt x="600" y="682"/>
                    <a:pt x="708" y="700"/>
                    <a:pt x="808" y="700"/>
                  </a:cubicBezTo>
                  <a:cubicBezTo>
                    <a:pt x="1008" y="700"/>
                    <a:pt x="1179" y="628"/>
                    <a:pt x="1207" y="531"/>
                  </a:cubicBezTo>
                  <a:cubicBezTo>
                    <a:pt x="1309" y="174"/>
                    <a:pt x="1031" y="290"/>
                    <a:pt x="729" y="165"/>
                  </a:cubicBezTo>
                  <a:cubicBezTo>
                    <a:pt x="550" y="92"/>
                    <a:pt x="392" y="1"/>
                    <a:pt x="2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138"/>
            <p:cNvSpPr/>
            <p:nvPr/>
          </p:nvSpPr>
          <p:spPr>
            <a:xfrm>
              <a:off x="1698950" y="3200900"/>
              <a:ext cx="32750" cy="17475"/>
            </a:xfrm>
            <a:custGeom>
              <a:rect b="b" l="l" r="r" t="t"/>
              <a:pathLst>
                <a:path extrusionOk="0" h="699" w="1310">
                  <a:moveTo>
                    <a:pt x="268" y="0"/>
                  </a:moveTo>
                  <a:cubicBezTo>
                    <a:pt x="182" y="0"/>
                    <a:pt x="112" y="44"/>
                    <a:pt x="59" y="167"/>
                  </a:cubicBezTo>
                  <a:cubicBezTo>
                    <a:pt x="1" y="305"/>
                    <a:pt x="197" y="516"/>
                    <a:pt x="500" y="640"/>
                  </a:cubicBezTo>
                  <a:cubicBezTo>
                    <a:pt x="600" y="681"/>
                    <a:pt x="708" y="699"/>
                    <a:pt x="808" y="699"/>
                  </a:cubicBezTo>
                  <a:cubicBezTo>
                    <a:pt x="1008" y="699"/>
                    <a:pt x="1179" y="628"/>
                    <a:pt x="1206" y="532"/>
                  </a:cubicBezTo>
                  <a:cubicBezTo>
                    <a:pt x="1309" y="174"/>
                    <a:pt x="1032" y="290"/>
                    <a:pt x="729" y="165"/>
                  </a:cubicBezTo>
                  <a:cubicBezTo>
                    <a:pt x="550" y="91"/>
                    <a:pt x="393" y="0"/>
                    <a:pt x="2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138"/>
            <p:cNvSpPr/>
            <p:nvPr/>
          </p:nvSpPr>
          <p:spPr>
            <a:xfrm>
              <a:off x="1637400" y="3226125"/>
              <a:ext cx="32725" cy="17525"/>
            </a:xfrm>
            <a:custGeom>
              <a:rect b="b" l="l" r="r" t="t"/>
              <a:pathLst>
                <a:path extrusionOk="0" h="701" w="1309">
                  <a:moveTo>
                    <a:pt x="267" y="0"/>
                  </a:moveTo>
                  <a:cubicBezTo>
                    <a:pt x="182" y="0"/>
                    <a:pt x="111" y="43"/>
                    <a:pt x="59" y="165"/>
                  </a:cubicBezTo>
                  <a:cubicBezTo>
                    <a:pt x="1" y="303"/>
                    <a:pt x="197" y="516"/>
                    <a:pt x="500" y="639"/>
                  </a:cubicBezTo>
                  <a:cubicBezTo>
                    <a:pt x="601" y="682"/>
                    <a:pt x="709" y="700"/>
                    <a:pt x="810" y="700"/>
                  </a:cubicBezTo>
                  <a:cubicBezTo>
                    <a:pt x="1009" y="700"/>
                    <a:pt x="1179" y="628"/>
                    <a:pt x="1206" y="532"/>
                  </a:cubicBezTo>
                  <a:cubicBezTo>
                    <a:pt x="1309" y="174"/>
                    <a:pt x="1031" y="290"/>
                    <a:pt x="729" y="165"/>
                  </a:cubicBezTo>
                  <a:cubicBezTo>
                    <a:pt x="549" y="92"/>
                    <a:pt x="392" y="0"/>
                    <a:pt x="2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138"/>
            <p:cNvSpPr/>
            <p:nvPr/>
          </p:nvSpPr>
          <p:spPr>
            <a:xfrm>
              <a:off x="1602000" y="3181200"/>
              <a:ext cx="32750" cy="17475"/>
            </a:xfrm>
            <a:custGeom>
              <a:rect b="b" l="l" r="r" t="t"/>
              <a:pathLst>
                <a:path extrusionOk="0" h="699" w="1310">
                  <a:moveTo>
                    <a:pt x="268" y="1"/>
                  </a:moveTo>
                  <a:cubicBezTo>
                    <a:pt x="182" y="1"/>
                    <a:pt x="111" y="44"/>
                    <a:pt x="59" y="166"/>
                  </a:cubicBezTo>
                  <a:cubicBezTo>
                    <a:pt x="1" y="303"/>
                    <a:pt x="198" y="516"/>
                    <a:pt x="500" y="640"/>
                  </a:cubicBezTo>
                  <a:cubicBezTo>
                    <a:pt x="601" y="681"/>
                    <a:pt x="708" y="699"/>
                    <a:pt x="808" y="699"/>
                  </a:cubicBezTo>
                  <a:cubicBezTo>
                    <a:pt x="1008" y="699"/>
                    <a:pt x="1180" y="628"/>
                    <a:pt x="1208" y="532"/>
                  </a:cubicBezTo>
                  <a:cubicBezTo>
                    <a:pt x="1309" y="174"/>
                    <a:pt x="1031" y="289"/>
                    <a:pt x="729" y="166"/>
                  </a:cubicBezTo>
                  <a:cubicBezTo>
                    <a:pt x="550" y="92"/>
                    <a:pt x="393" y="1"/>
                    <a:pt x="26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p138"/>
            <p:cNvSpPr/>
            <p:nvPr/>
          </p:nvSpPr>
          <p:spPr>
            <a:xfrm>
              <a:off x="1703475" y="3282950"/>
              <a:ext cx="216325" cy="400825"/>
            </a:xfrm>
            <a:custGeom>
              <a:rect b="b" l="l" r="r" t="t"/>
              <a:pathLst>
                <a:path extrusionOk="0" h="16033" w="8653">
                  <a:moveTo>
                    <a:pt x="3132" y="1"/>
                  </a:moveTo>
                  <a:lnTo>
                    <a:pt x="2671" y="622"/>
                  </a:lnTo>
                  <a:lnTo>
                    <a:pt x="3304" y="1302"/>
                  </a:lnTo>
                  <a:lnTo>
                    <a:pt x="979" y="4300"/>
                  </a:lnTo>
                  <a:lnTo>
                    <a:pt x="453" y="3616"/>
                  </a:lnTo>
                  <a:lnTo>
                    <a:pt x="0" y="4224"/>
                  </a:lnTo>
                  <a:cubicBezTo>
                    <a:pt x="0" y="4224"/>
                    <a:pt x="6091" y="12039"/>
                    <a:pt x="2233" y="16033"/>
                  </a:cubicBezTo>
                  <a:cubicBezTo>
                    <a:pt x="8652" y="11558"/>
                    <a:pt x="7718" y="4486"/>
                    <a:pt x="313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p138"/>
            <p:cNvSpPr/>
            <p:nvPr/>
          </p:nvSpPr>
          <p:spPr>
            <a:xfrm>
              <a:off x="1741725" y="3338875"/>
              <a:ext cx="187900" cy="304025"/>
            </a:xfrm>
            <a:custGeom>
              <a:rect b="b" l="l" r="r" t="t"/>
              <a:pathLst>
                <a:path extrusionOk="0" h="12161" w="7516">
                  <a:moveTo>
                    <a:pt x="2380" y="0"/>
                  </a:moveTo>
                  <a:lnTo>
                    <a:pt x="0" y="2698"/>
                  </a:lnTo>
                  <a:cubicBezTo>
                    <a:pt x="4181" y="9221"/>
                    <a:pt x="2365" y="12150"/>
                    <a:pt x="2357" y="12161"/>
                  </a:cubicBezTo>
                  <a:lnTo>
                    <a:pt x="2357" y="12161"/>
                  </a:lnTo>
                  <a:cubicBezTo>
                    <a:pt x="7516" y="6256"/>
                    <a:pt x="2380" y="0"/>
                    <a:pt x="2380" y="0"/>
                  </a:cubicBezTo>
                  <a:close/>
                  <a:moveTo>
                    <a:pt x="2357" y="12161"/>
                  </a:moveTo>
                  <a:lnTo>
                    <a:pt x="2357" y="12161"/>
                  </a:lnTo>
                  <a:cubicBezTo>
                    <a:pt x="2357" y="12161"/>
                    <a:pt x="2357" y="12161"/>
                    <a:pt x="2357" y="12161"/>
                  </a:cubicBezTo>
                  <a:cubicBezTo>
                    <a:pt x="2357" y="12161"/>
                    <a:pt x="2357" y="12161"/>
                    <a:pt x="2357" y="1216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p138"/>
            <p:cNvSpPr/>
            <p:nvPr/>
          </p:nvSpPr>
          <p:spPr>
            <a:xfrm>
              <a:off x="1778725" y="3419375"/>
              <a:ext cx="79150" cy="81300"/>
            </a:xfrm>
            <a:custGeom>
              <a:rect b="b" l="l" r="r" t="t"/>
              <a:pathLst>
                <a:path extrusionOk="0" h="3252" w="3166">
                  <a:moveTo>
                    <a:pt x="3080" y="1"/>
                  </a:moveTo>
                  <a:lnTo>
                    <a:pt x="1" y="2993"/>
                  </a:lnTo>
                  <a:lnTo>
                    <a:pt x="197" y="3252"/>
                  </a:lnTo>
                  <a:lnTo>
                    <a:pt x="3166" y="652"/>
                  </a:lnTo>
                  <a:lnTo>
                    <a:pt x="308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138"/>
            <p:cNvSpPr/>
            <p:nvPr/>
          </p:nvSpPr>
          <p:spPr>
            <a:xfrm>
              <a:off x="1804250" y="3521925"/>
              <a:ext cx="61300" cy="64900"/>
            </a:xfrm>
            <a:custGeom>
              <a:rect b="b" l="l" r="r" t="t"/>
              <a:pathLst>
                <a:path extrusionOk="0" h="2596" w="2452">
                  <a:moveTo>
                    <a:pt x="2451" y="0"/>
                  </a:moveTo>
                  <a:lnTo>
                    <a:pt x="0" y="2205"/>
                  </a:lnTo>
                  <a:lnTo>
                    <a:pt x="26" y="2596"/>
                  </a:lnTo>
                  <a:lnTo>
                    <a:pt x="2297" y="560"/>
                  </a:lnTo>
                  <a:lnTo>
                    <a:pt x="2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138"/>
            <p:cNvSpPr/>
            <p:nvPr/>
          </p:nvSpPr>
          <p:spPr>
            <a:xfrm>
              <a:off x="1759300" y="3417700"/>
              <a:ext cx="131150" cy="266050"/>
            </a:xfrm>
            <a:custGeom>
              <a:rect b="b" l="l" r="r" t="t"/>
              <a:pathLst>
                <a:path extrusionOk="0" h="10642" w="5246">
                  <a:moveTo>
                    <a:pt x="4199" y="1"/>
                  </a:moveTo>
                  <a:lnTo>
                    <a:pt x="994" y="5167"/>
                  </a:lnTo>
                  <a:cubicBezTo>
                    <a:pt x="1495" y="7121"/>
                    <a:pt x="1443" y="9148"/>
                    <a:pt x="0" y="10641"/>
                  </a:cubicBezTo>
                  <a:cubicBezTo>
                    <a:pt x="4189" y="7721"/>
                    <a:pt x="5246" y="3693"/>
                    <a:pt x="4199" y="1"/>
                  </a:cubicBez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2" name="Google Shape;1082;p138"/>
          <p:cNvGrpSpPr/>
          <p:nvPr/>
        </p:nvGrpSpPr>
        <p:grpSpPr>
          <a:xfrm>
            <a:off x="7516850" y="2238713"/>
            <a:ext cx="249800" cy="541650"/>
            <a:chOff x="5458600" y="3719400"/>
            <a:chExt cx="249800" cy="541650"/>
          </a:xfrm>
        </p:grpSpPr>
        <p:sp>
          <p:nvSpPr>
            <p:cNvPr id="1083" name="Google Shape;1083;p138"/>
            <p:cNvSpPr/>
            <p:nvPr/>
          </p:nvSpPr>
          <p:spPr>
            <a:xfrm>
              <a:off x="5458600" y="3719425"/>
              <a:ext cx="249800" cy="541625"/>
            </a:xfrm>
            <a:custGeom>
              <a:rect b="b" l="l" r="r" t="t"/>
              <a:pathLst>
                <a:path extrusionOk="0" h="21665" w="9992">
                  <a:moveTo>
                    <a:pt x="6127" y="909"/>
                  </a:moveTo>
                  <a:cubicBezTo>
                    <a:pt x="6161" y="909"/>
                    <a:pt x="6191" y="936"/>
                    <a:pt x="6199" y="977"/>
                  </a:cubicBezTo>
                  <a:lnTo>
                    <a:pt x="6275" y="1357"/>
                  </a:lnTo>
                  <a:cubicBezTo>
                    <a:pt x="6280" y="1377"/>
                    <a:pt x="6275" y="1400"/>
                    <a:pt x="6263" y="1417"/>
                  </a:cubicBezTo>
                  <a:cubicBezTo>
                    <a:pt x="6253" y="1435"/>
                    <a:pt x="6238" y="1448"/>
                    <a:pt x="6218" y="1452"/>
                  </a:cubicBezTo>
                  <a:lnTo>
                    <a:pt x="5870" y="1531"/>
                  </a:lnTo>
                  <a:cubicBezTo>
                    <a:pt x="5865" y="1532"/>
                    <a:pt x="5860" y="1533"/>
                    <a:pt x="5855" y="1533"/>
                  </a:cubicBezTo>
                  <a:cubicBezTo>
                    <a:pt x="5820" y="1533"/>
                    <a:pt x="5788" y="1506"/>
                    <a:pt x="5781" y="1465"/>
                  </a:cubicBezTo>
                  <a:lnTo>
                    <a:pt x="5705" y="1086"/>
                  </a:lnTo>
                  <a:cubicBezTo>
                    <a:pt x="5702" y="1065"/>
                    <a:pt x="5705" y="1042"/>
                    <a:pt x="5716" y="1023"/>
                  </a:cubicBezTo>
                  <a:cubicBezTo>
                    <a:pt x="5726" y="1006"/>
                    <a:pt x="5744" y="992"/>
                    <a:pt x="5762" y="987"/>
                  </a:cubicBezTo>
                  <a:lnTo>
                    <a:pt x="6110" y="911"/>
                  </a:lnTo>
                  <a:cubicBezTo>
                    <a:pt x="6116" y="910"/>
                    <a:pt x="6121" y="909"/>
                    <a:pt x="6127" y="909"/>
                  </a:cubicBezTo>
                  <a:close/>
                  <a:moveTo>
                    <a:pt x="6284" y="1799"/>
                  </a:moveTo>
                  <a:cubicBezTo>
                    <a:pt x="6319" y="1799"/>
                    <a:pt x="6350" y="1826"/>
                    <a:pt x="6359" y="1865"/>
                  </a:cubicBezTo>
                  <a:lnTo>
                    <a:pt x="6434" y="2246"/>
                  </a:lnTo>
                  <a:cubicBezTo>
                    <a:pt x="6438" y="2267"/>
                    <a:pt x="6434" y="2290"/>
                    <a:pt x="6424" y="2309"/>
                  </a:cubicBezTo>
                  <a:cubicBezTo>
                    <a:pt x="6412" y="2326"/>
                    <a:pt x="6395" y="2340"/>
                    <a:pt x="6376" y="2344"/>
                  </a:cubicBezTo>
                  <a:lnTo>
                    <a:pt x="6030" y="2422"/>
                  </a:lnTo>
                  <a:cubicBezTo>
                    <a:pt x="6025" y="2423"/>
                    <a:pt x="6020" y="2423"/>
                    <a:pt x="6015" y="2423"/>
                  </a:cubicBezTo>
                  <a:cubicBezTo>
                    <a:pt x="5979" y="2423"/>
                    <a:pt x="5947" y="2396"/>
                    <a:pt x="5940" y="2354"/>
                  </a:cubicBezTo>
                  <a:lnTo>
                    <a:pt x="5865" y="1975"/>
                  </a:lnTo>
                  <a:cubicBezTo>
                    <a:pt x="5861" y="1954"/>
                    <a:pt x="5865" y="1931"/>
                    <a:pt x="5875" y="1913"/>
                  </a:cubicBezTo>
                  <a:cubicBezTo>
                    <a:pt x="5887" y="1895"/>
                    <a:pt x="5903" y="1881"/>
                    <a:pt x="5923" y="1878"/>
                  </a:cubicBezTo>
                  <a:lnTo>
                    <a:pt x="6269" y="1800"/>
                  </a:lnTo>
                  <a:cubicBezTo>
                    <a:pt x="6274" y="1799"/>
                    <a:pt x="6279" y="1799"/>
                    <a:pt x="6284" y="1799"/>
                  </a:cubicBezTo>
                  <a:close/>
                  <a:moveTo>
                    <a:pt x="961" y="1966"/>
                  </a:moveTo>
                  <a:cubicBezTo>
                    <a:pt x="997" y="1966"/>
                    <a:pt x="1029" y="1993"/>
                    <a:pt x="1037" y="2035"/>
                  </a:cubicBezTo>
                  <a:lnTo>
                    <a:pt x="1113" y="2412"/>
                  </a:lnTo>
                  <a:cubicBezTo>
                    <a:pt x="1116" y="2433"/>
                    <a:pt x="1113" y="2457"/>
                    <a:pt x="1101" y="2475"/>
                  </a:cubicBezTo>
                  <a:cubicBezTo>
                    <a:pt x="1090" y="2493"/>
                    <a:pt x="1074" y="2505"/>
                    <a:pt x="1054" y="2510"/>
                  </a:cubicBezTo>
                  <a:lnTo>
                    <a:pt x="708" y="2589"/>
                  </a:lnTo>
                  <a:cubicBezTo>
                    <a:pt x="703" y="2590"/>
                    <a:pt x="698" y="2591"/>
                    <a:pt x="693" y="2591"/>
                  </a:cubicBezTo>
                  <a:cubicBezTo>
                    <a:pt x="658" y="2591"/>
                    <a:pt x="626" y="2563"/>
                    <a:pt x="619" y="2523"/>
                  </a:cubicBezTo>
                  <a:lnTo>
                    <a:pt x="543" y="2144"/>
                  </a:lnTo>
                  <a:cubicBezTo>
                    <a:pt x="537" y="2122"/>
                    <a:pt x="541" y="2100"/>
                    <a:pt x="553" y="2081"/>
                  </a:cubicBezTo>
                  <a:cubicBezTo>
                    <a:pt x="564" y="2064"/>
                    <a:pt x="580" y="2049"/>
                    <a:pt x="600" y="2045"/>
                  </a:cubicBezTo>
                  <a:lnTo>
                    <a:pt x="947" y="1968"/>
                  </a:lnTo>
                  <a:cubicBezTo>
                    <a:pt x="952" y="1967"/>
                    <a:pt x="956" y="1966"/>
                    <a:pt x="961" y="1966"/>
                  </a:cubicBezTo>
                  <a:close/>
                  <a:moveTo>
                    <a:pt x="6450" y="2725"/>
                  </a:moveTo>
                  <a:cubicBezTo>
                    <a:pt x="6486" y="2725"/>
                    <a:pt x="6518" y="2752"/>
                    <a:pt x="6525" y="2792"/>
                  </a:cubicBezTo>
                  <a:lnTo>
                    <a:pt x="6603" y="3170"/>
                  </a:lnTo>
                  <a:cubicBezTo>
                    <a:pt x="6605" y="3192"/>
                    <a:pt x="6604" y="3216"/>
                    <a:pt x="6591" y="3233"/>
                  </a:cubicBezTo>
                  <a:cubicBezTo>
                    <a:pt x="6581" y="3252"/>
                    <a:pt x="6564" y="3263"/>
                    <a:pt x="6545" y="3269"/>
                  </a:cubicBezTo>
                  <a:lnTo>
                    <a:pt x="6197" y="3348"/>
                  </a:lnTo>
                  <a:cubicBezTo>
                    <a:pt x="6193" y="3349"/>
                    <a:pt x="6188" y="3349"/>
                    <a:pt x="6183" y="3349"/>
                  </a:cubicBezTo>
                  <a:cubicBezTo>
                    <a:pt x="6147" y="3349"/>
                    <a:pt x="6116" y="3321"/>
                    <a:pt x="6109" y="3282"/>
                  </a:cubicBezTo>
                  <a:lnTo>
                    <a:pt x="6033" y="2903"/>
                  </a:lnTo>
                  <a:cubicBezTo>
                    <a:pt x="6029" y="2881"/>
                    <a:pt x="6033" y="2858"/>
                    <a:pt x="6041" y="2840"/>
                  </a:cubicBezTo>
                  <a:cubicBezTo>
                    <a:pt x="6053" y="2820"/>
                    <a:pt x="6070" y="2808"/>
                    <a:pt x="6089" y="2804"/>
                  </a:cubicBezTo>
                  <a:lnTo>
                    <a:pt x="6435" y="2727"/>
                  </a:lnTo>
                  <a:cubicBezTo>
                    <a:pt x="6440" y="2726"/>
                    <a:pt x="6445" y="2725"/>
                    <a:pt x="6450" y="2725"/>
                  </a:cubicBezTo>
                  <a:close/>
                  <a:moveTo>
                    <a:pt x="1122" y="2852"/>
                  </a:moveTo>
                  <a:cubicBezTo>
                    <a:pt x="1157" y="2852"/>
                    <a:pt x="1190" y="2881"/>
                    <a:pt x="1199" y="2920"/>
                  </a:cubicBezTo>
                  <a:lnTo>
                    <a:pt x="1272" y="3302"/>
                  </a:lnTo>
                  <a:cubicBezTo>
                    <a:pt x="1274" y="3323"/>
                    <a:pt x="1272" y="3346"/>
                    <a:pt x="1263" y="3364"/>
                  </a:cubicBezTo>
                  <a:cubicBezTo>
                    <a:pt x="1252" y="3382"/>
                    <a:pt x="1234" y="3395"/>
                    <a:pt x="1216" y="3399"/>
                  </a:cubicBezTo>
                  <a:lnTo>
                    <a:pt x="869" y="3477"/>
                  </a:lnTo>
                  <a:cubicBezTo>
                    <a:pt x="865" y="3478"/>
                    <a:pt x="860" y="3478"/>
                    <a:pt x="855" y="3478"/>
                  </a:cubicBezTo>
                  <a:cubicBezTo>
                    <a:pt x="820" y="3478"/>
                    <a:pt x="787" y="3451"/>
                    <a:pt x="779" y="3411"/>
                  </a:cubicBezTo>
                  <a:lnTo>
                    <a:pt x="705" y="3031"/>
                  </a:lnTo>
                  <a:cubicBezTo>
                    <a:pt x="699" y="3010"/>
                    <a:pt x="705" y="2987"/>
                    <a:pt x="715" y="2968"/>
                  </a:cubicBezTo>
                  <a:cubicBezTo>
                    <a:pt x="726" y="2951"/>
                    <a:pt x="742" y="2937"/>
                    <a:pt x="762" y="2933"/>
                  </a:cubicBezTo>
                  <a:lnTo>
                    <a:pt x="1108" y="2854"/>
                  </a:lnTo>
                  <a:cubicBezTo>
                    <a:pt x="1113" y="2853"/>
                    <a:pt x="1118" y="2852"/>
                    <a:pt x="1122" y="2852"/>
                  </a:cubicBezTo>
                  <a:close/>
                  <a:moveTo>
                    <a:pt x="6605" y="3598"/>
                  </a:moveTo>
                  <a:cubicBezTo>
                    <a:pt x="6640" y="3598"/>
                    <a:pt x="6672" y="3625"/>
                    <a:pt x="6681" y="3667"/>
                  </a:cubicBezTo>
                  <a:lnTo>
                    <a:pt x="6756" y="4044"/>
                  </a:lnTo>
                  <a:cubicBezTo>
                    <a:pt x="6760" y="4065"/>
                    <a:pt x="6756" y="4089"/>
                    <a:pt x="6747" y="4107"/>
                  </a:cubicBezTo>
                  <a:cubicBezTo>
                    <a:pt x="6736" y="4125"/>
                    <a:pt x="6719" y="4139"/>
                    <a:pt x="6699" y="4142"/>
                  </a:cubicBezTo>
                  <a:lnTo>
                    <a:pt x="6352" y="4221"/>
                  </a:lnTo>
                  <a:cubicBezTo>
                    <a:pt x="6347" y="4222"/>
                    <a:pt x="6343" y="4223"/>
                    <a:pt x="6338" y="4223"/>
                  </a:cubicBezTo>
                  <a:cubicBezTo>
                    <a:pt x="6303" y="4223"/>
                    <a:pt x="6269" y="4194"/>
                    <a:pt x="6262" y="4155"/>
                  </a:cubicBezTo>
                  <a:lnTo>
                    <a:pt x="6187" y="3776"/>
                  </a:lnTo>
                  <a:cubicBezTo>
                    <a:pt x="6183" y="3754"/>
                    <a:pt x="6187" y="3731"/>
                    <a:pt x="6197" y="3713"/>
                  </a:cubicBezTo>
                  <a:cubicBezTo>
                    <a:pt x="6209" y="3696"/>
                    <a:pt x="6225" y="3681"/>
                    <a:pt x="6245" y="3677"/>
                  </a:cubicBezTo>
                  <a:lnTo>
                    <a:pt x="6591" y="3600"/>
                  </a:lnTo>
                  <a:cubicBezTo>
                    <a:pt x="6596" y="3599"/>
                    <a:pt x="6601" y="3598"/>
                    <a:pt x="6605" y="3598"/>
                  </a:cubicBezTo>
                  <a:close/>
                  <a:moveTo>
                    <a:pt x="1289" y="3782"/>
                  </a:moveTo>
                  <a:cubicBezTo>
                    <a:pt x="1325" y="3782"/>
                    <a:pt x="1357" y="3810"/>
                    <a:pt x="1365" y="3849"/>
                  </a:cubicBezTo>
                  <a:lnTo>
                    <a:pt x="1439" y="4228"/>
                  </a:lnTo>
                  <a:cubicBezTo>
                    <a:pt x="1443" y="4250"/>
                    <a:pt x="1439" y="4273"/>
                    <a:pt x="1429" y="4291"/>
                  </a:cubicBezTo>
                  <a:cubicBezTo>
                    <a:pt x="1418" y="4311"/>
                    <a:pt x="1402" y="4323"/>
                    <a:pt x="1382" y="4327"/>
                  </a:cubicBezTo>
                  <a:lnTo>
                    <a:pt x="1035" y="4406"/>
                  </a:lnTo>
                  <a:cubicBezTo>
                    <a:pt x="1031" y="4407"/>
                    <a:pt x="1026" y="4407"/>
                    <a:pt x="1021" y="4407"/>
                  </a:cubicBezTo>
                  <a:cubicBezTo>
                    <a:pt x="985" y="4407"/>
                    <a:pt x="954" y="4379"/>
                    <a:pt x="945" y="4340"/>
                  </a:cubicBezTo>
                  <a:lnTo>
                    <a:pt x="871" y="3961"/>
                  </a:lnTo>
                  <a:cubicBezTo>
                    <a:pt x="866" y="3939"/>
                    <a:pt x="871" y="3915"/>
                    <a:pt x="881" y="3898"/>
                  </a:cubicBezTo>
                  <a:cubicBezTo>
                    <a:pt x="892" y="3879"/>
                    <a:pt x="908" y="3867"/>
                    <a:pt x="928" y="3862"/>
                  </a:cubicBezTo>
                  <a:lnTo>
                    <a:pt x="1274" y="3783"/>
                  </a:lnTo>
                  <a:cubicBezTo>
                    <a:pt x="1279" y="3782"/>
                    <a:pt x="1284" y="3782"/>
                    <a:pt x="1289" y="3782"/>
                  </a:cubicBezTo>
                  <a:close/>
                  <a:moveTo>
                    <a:pt x="6779" y="4481"/>
                  </a:moveTo>
                  <a:cubicBezTo>
                    <a:pt x="6814" y="4481"/>
                    <a:pt x="6844" y="4508"/>
                    <a:pt x="6852" y="4549"/>
                  </a:cubicBezTo>
                  <a:lnTo>
                    <a:pt x="6928" y="4930"/>
                  </a:lnTo>
                  <a:cubicBezTo>
                    <a:pt x="6932" y="4951"/>
                    <a:pt x="6928" y="4974"/>
                    <a:pt x="6918" y="4993"/>
                  </a:cubicBezTo>
                  <a:cubicBezTo>
                    <a:pt x="6906" y="5013"/>
                    <a:pt x="6890" y="5024"/>
                    <a:pt x="6870" y="5028"/>
                  </a:cubicBezTo>
                  <a:lnTo>
                    <a:pt x="6524" y="5106"/>
                  </a:lnTo>
                  <a:cubicBezTo>
                    <a:pt x="6519" y="5107"/>
                    <a:pt x="6514" y="5107"/>
                    <a:pt x="6509" y="5107"/>
                  </a:cubicBezTo>
                  <a:cubicBezTo>
                    <a:pt x="6473" y="5107"/>
                    <a:pt x="6441" y="5080"/>
                    <a:pt x="6434" y="5038"/>
                  </a:cubicBezTo>
                  <a:lnTo>
                    <a:pt x="6358" y="4659"/>
                  </a:lnTo>
                  <a:cubicBezTo>
                    <a:pt x="6355" y="4638"/>
                    <a:pt x="6358" y="4615"/>
                    <a:pt x="6369" y="4598"/>
                  </a:cubicBezTo>
                  <a:cubicBezTo>
                    <a:pt x="6381" y="4579"/>
                    <a:pt x="6396" y="4566"/>
                    <a:pt x="6416" y="4562"/>
                  </a:cubicBezTo>
                  <a:lnTo>
                    <a:pt x="6763" y="4483"/>
                  </a:lnTo>
                  <a:cubicBezTo>
                    <a:pt x="6768" y="4482"/>
                    <a:pt x="6774" y="4481"/>
                    <a:pt x="6779" y="4481"/>
                  </a:cubicBezTo>
                  <a:close/>
                  <a:moveTo>
                    <a:pt x="1445" y="4656"/>
                  </a:moveTo>
                  <a:cubicBezTo>
                    <a:pt x="1481" y="4656"/>
                    <a:pt x="1512" y="4683"/>
                    <a:pt x="1519" y="4724"/>
                  </a:cubicBezTo>
                  <a:lnTo>
                    <a:pt x="1595" y="5101"/>
                  </a:lnTo>
                  <a:cubicBezTo>
                    <a:pt x="1601" y="5123"/>
                    <a:pt x="1595" y="5146"/>
                    <a:pt x="1585" y="5164"/>
                  </a:cubicBezTo>
                  <a:cubicBezTo>
                    <a:pt x="1574" y="5182"/>
                    <a:pt x="1555" y="5196"/>
                    <a:pt x="1538" y="5200"/>
                  </a:cubicBezTo>
                  <a:lnTo>
                    <a:pt x="1191" y="5279"/>
                  </a:lnTo>
                  <a:cubicBezTo>
                    <a:pt x="1186" y="5280"/>
                    <a:pt x="1182" y="5280"/>
                    <a:pt x="1177" y="5280"/>
                  </a:cubicBezTo>
                  <a:cubicBezTo>
                    <a:pt x="1141" y="5280"/>
                    <a:pt x="1109" y="5253"/>
                    <a:pt x="1101" y="5213"/>
                  </a:cubicBezTo>
                  <a:lnTo>
                    <a:pt x="1025" y="4834"/>
                  </a:lnTo>
                  <a:cubicBezTo>
                    <a:pt x="1022" y="4812"/>
                    <a:pt x="1025" y="4788"/>
                    <a:pt x="1037" y="4771"/>
                  </a:cubicBezTo>
                  <a:cubicBezTo>
                    <a:pt x="1048" y="4752"/>
                    <a:pt x="1064" y="4738"/>
                    <a:pt x="1084" y="4735"/>
                  </a:cubicBezTo>
                  <a:lnTo>
                    <a:pt x="1430" y="4658"/>
                  </a:lnTo>
                  <a:cubicBezTo>
                    <a:pt x="1435" y="4657"/>
                    <a:pt x="1440" y="4656"/>
                    <a:pt x="1445" y="4656"/>
                  </a:cubicBezTo>
                  <a:close/>
                  <a:moveTo>
                    <a:pt x="6935" y="5372"/>
                  </a:moveTo>
                  <a:cubicBezTo>
                    <a:pt x="6970" y="5372"/>
                    <a:pt x="7002" y="5400"/>
                    <a:pt x="7011" y="5439"/>
                  </a:cubicBezTo>
                  <a:lnTo>
                    <a:pt x="7086" y="5822"/>
                  </a:lnTo>
                  <a:cubicBezTo>
                    <a:pt x="7091" y="5843"/>
                    <a:pt x="7086" y="5866"/>
                    <a:pt x="7076" y="5883"/>
                  </a:cubicBezTo>
                  <a:cubicBezTo>
                    <a:pt x="7065" y="5903"/>
                    <a:pt x="7049" y="5916"/>
                    <a:pt x="7029" y="5919"/>
                  </a:cubicBezTo>
                  <a:lnTo>
                    <a:pt x="6683" y="5996"/>
                  </a:lnTo>
                  <a:cubicBezTo>
                    <a:pt x="6678" y="5997"/>
                    <a:pt x="6673" y="5998"/>
                    <a:pt x="6669" y="5998"/>
                  </a:cubicBezTo>
                  <a:cubicBezTo>
                    <a:pt x="6633" y="5998"/>
                    <a:pt x="6601" y="5970"/>
                    <a:pt x="6593" y="5930"/>
                  </a:cubicBezTo>
                  <a:lnTo>
                    <a:pt x="6518" y="5551"/>
                  </a:lnTo>
                  <a:cubicBezTo>
                    <a:pt x="6514" y="5529"/>
                    <a:pt x="6518" y="5507"/>
                    <a:pt x="6527" y="5488"/>
                  </a:cubicBezTo>
                  <a:cubicBezTo>
                    <a:pt x="6538" y="5471"/>
                    <a:pt x="6555" y="5458"/>
                    <a:pt x="6574" y="5452"/>
                  </a:cubicBezTo>
                  <a:lnTo>
                    <a:pt x="6920" y="5373"/>
                  </a:lnTo>
                  <a:cubicBezTo>
                    <a:pt x="6925" y="5372"/>
                    <a:pt x="6930" y="5372"/>
                    <a:pt x="6935" y="5372"/>
                  </a:cubicBezTo>
                  <a:close/>
                  <a:moveTo>
                    <a:pt x="1615" y="5538"/>
                  </a:moveTo>
                  <a:cubicBezTo>
                    <a:pt x="1650" y="5538"/>
                    <a:pt x="1682" y="5565"/>
                    <a:pt x="1690" y="5607"/>
                  </a:cubicBezTo>
                  <a:lnTo>
                    <a:pt x="1765" y="5988"/>
                  </a:lnTo>
                  <a:cubicBezTo>
                    <a:pt x="1768" y="6009"/>
                    <a:pt x="1767" y="6032"/>
                    <a:pt x="1754" y="6051"/>
                  </a:cubicBezTo>
                  <a:cubicBezTo>
                    <a:pt x="1744" y="6068"/>
                    <a:pt x="1728" y="6082"/>
                    <a:pt x="1708" y="6086"/>
                  </a:cubicBezTo>
                  <a:lnTo>
                    <a:pt x="1360" y="6162"/>
                  </a:lnTo>
                  <a:cubicBezTo>
                    <a:pt x="1355" y="6164"/>
                    <a:pt x="1350" y="6164"/>
                    <a:pt x="1344" y="6164"/>
                  </a:cubicBezTo>
                  <a:cubicBezTo>
                    <a:pt x="1310" y="6164"/>
                    <a:pt x="1279" y="6137"/>
                    <a:pt x="1272" y="6096"/>
                  </a:cubicBezTo>
                  <a:lnTo>
                    <a:pt x="1196" y="5717"/>
                  </a:lnTo>
                  <a:cubicBezTo>
                    <a:pt x="1193" y="5696"/>
                    <a:pt x="1196" y="5673"/>
                    <a:pt x="1207" y="5654"/>
                  </a:cubicBezTo>
                  <a:cubicBezTo>
                    <a:pt x="1217" y="5637"/>
                    <a:pt x="1233" y="5623"/>
                    <a:pt x="1253" y="5618"/>
                  </a:cubicBezTo>
                  <a:lnTo>
                    <a:pt x="1601" y="5539"/>
                  </a:lnTo>
                  <a:cubicBezTo>
                    <a:pt x="1606" y="5538"/>
                    <a:pt x="1610" y="5538"/>
                    <a:pt x="1615" y="5538"/>
                  </a:cubicBezTo>
                  <a:close/>
                  <a:moveTo>
                    <a:pt x="7074" y="6135"/>
                  </a:moveTo>
                  <a:cubicBezTo>
                    <a:pt x="7109" y="6135"/>
                    <a:pt x="7139" y="6162"/>
                    <a:pt x="7148" y="6202"/>
                  </a:cubicBezTo>
                  <a:lnTo>
                    <a:pt x="7222" y="6580"/>
                  </a:lnTo>
                  <a:cubicBezTo>
                    <a:pt x="7227" y="6602"/>
                    <a:pt x="7222" y="6625"/>
                    <a:pt x="7212" y="6642"/>
                  </a:cubicBezTo>
                  <a:cubicBezTo>
                    <a:pt x="7201" y="6660"/>
                    <a:pt x="7185" y="6673"/>
                    <a:pt x="7165" y="6678"/>
                  </a:cubicBezTo>
                  <a:lnTo>
                    <a:pt x="6819" y="6756"/>
                  </a:lnTo>
                  <a:cubicBezTo>
                    <a:pt x="6814" y="6757"/>
                    <a:pt x="6809" y="6758"/>
                    <a:pt x="6804" y="6758"/>
                  </a:cubicBezTo>
                  <a:cubicBezTo>
                    <a:pt x="6768" y="6758"/>
                    <a:pt x="6737" y="6731"/>
                    <a:pt x="6729" y="6690"/>
                  </a:cubicBezTo>
                  <a:lnTo>
                    <a:pt x="6654" y="6311"/>
                  </a:lnTo>
                  <a:cubicBezTo>
                    <a:pt x="6650" y="6290"/>
                    <a:pt x="6654" y="6267"/>
                    <a:pt x="6664" y="6248"/>
                  </a:cubicBezTo>
                  <a:cubicBezTo>
                    <a:pt x="6676" y="6231"/>
                    <a:pt x="6691" y="6218"/>
                    <a:pt x="6711" y="6212"/>
                  </a:cubicBezTo>
                  <a:lnTo>
                    <a:pt x="7058" y="6136"/>
                  </a:lnTo>
                  <a:cubicBezTo>
                    <a:pt x="7063" y="6135"/>
                    <a:pt x="7069" y="6135"/>
                    <a:pt x="7074" y="6135"/>
                  </a:cubicBezTo>
                  <a:close/>
                  <a:moveTo>
                    <a:pt x="1773" y="6430"/>
                  </a:moveTo>
                  <a:cubicBezTo>
                    <a:pt x="1809" y="6430"/>
                    <a:pt x="1839" y="6457"/>
                    <a:pt x="1847" y="6497"/>
                  </a:cubicBezTo>
                  <a:lnTo>
                    <a:pt x="1924" y="6878"/>
                  </a:lnTo>
                  <a:cubicBezTo>
                    <a:pt x="1929" y="6899"/>
                    <a:pt x="1924" y="6924"/>
                    <a:pt x="1914" y="6941"/>
                  </a:cubicBezTo>
                  <a:cubicBezTo>
                    <a:pt x="1903" y="6961"/>
                    <a:pt x="1887" y="6974"/>
                    <a:pt x="1867" y="6977"/>
                  </a:cubicBezTo>
                  <a:lnTo>
                    <a:pt x="1521" y="7054"/>
                  </a:lnTo>
                  <a:cubicBezTo>
                    <a:pt x="1516" y="7055"/>
                    <a:pt x="1511" y="7056"/>
                    <a:pt x="1506" y="7056"/>
                  </a:cubicBezTo>
                  <a:cubicBezTo>
                    <a:pt x="1470" y="7056"/>
                    <a:pt x="1438" y="7029"/>
                    <a:pt x="1430" y="6988"/>
                  </a:cubicBezTo>
                  <a:lnTo>
                    <a:pt x="1356" y="6609"/>
                  </a:lnTo>
                  <a:cubicBezTo>
                    <a:pt x="1350" y="6587"/>
                    <a:pt x="1356" y="6563"/>
                    <a:pt x="1365" y="6546"/>
                  </a:cubicBezTo>
                  <a:cubicBezTo>
                    <a:pt x="1375" y="6527"/>
                    <a:pt x="1392" y="6513"/>
                    <a:pt x="1410" y="6510"/>
                  </a:cubicBezTo>
                  <a:lnTo>
                    <a:pt x="1758" y="6431"/>
                  </a:lnTo>
                  <a:cubicBezTo>
                    <a:pt x="1763" y="6430"/>
                    <a:pt x="1768" y="6430"/>
                    <a:pt x="1773" y="6430"/>
                  </a:cubicBezTo>
                  <a:close/>
                  <a:moveTo>
                    <a:pt x="7232" y="7024"/>
                  </a:moveTo>
                  <a:cubicBezTo>
                    <a:pt x="7267" y="7024"/>
                    <a:pt x="7299" y="7051"/>
                    <a:pt x="7307" y="7091"/>
                  </a:cubicBezTo>
                  <a:lnTo>
                    <a:pt x="7383" y="7471"/>
                  </a:lnTo>
                  <a:cubicBezTo>
                    <a:pt x="7386" y="7492"/>
                    <a:pt x="7383" y="7515"/>
                    <a:pt x="7371" y="7534"/>
                  </a:cubicBezTo>
                  <a:cubicBezTo>
                    <a:pt x="7361" y="7551"/>
                    <a:pt x="7344" y="7564"/>
                    <a:pt x="7326" y="7569"/>
                  </a:cubicBezTo>
                  <a:lnTo>
                    <a:pt x="6978" y="7647"/>
                  </a:lnTo>
                  <a:cubicBezTo>
                    <a:pt x="6973" y="7648"/>
                    <a:pt x="6968" y="7648"/>
                    <a:pt x="6963" y="7648"/>
                  </a:cubicBezTo>
                  <a:cubicBezTo>
                    <a:pt x="6927" y="7648"/>
                    <a:pt x="6896" y="7621"/>
                    <a:pt x="6889" y="7579"/>
                  </a:cubicBezTo>
                  <a:lnTo>
                    <a:pt x="6813" y="7200"/>
                  </a:lnTo>
                  <a:cubicBezTo>
                    <a:pt x="6810" y="7179"/>
                    <a:pt x="6813" y="7156"/>
                    <a:pt x="6824" y="7139"/>
                  </a:cubicBezTo>
                  <a:cubicBezTo>
                    <a:pt x="6834" y="7120"/>
                    <a:pt x="6853" y="7106"/>
                    <a:pt x="6870" y="7103"/>
                  </a:cubicBezTo>
                  <a:lnTo>
                    <a:pt x="7218" y="7025"/>
                  </a:lnTo>
                  <a:cubicBezTo>
                    <a:pt x="7223" y="7024"/>
                    <a:pt x="7228" y="7024"/>
                    <a:pt x="7232" y="7024"/>
                  </a:cubicBezTo>
                  <a:close/>
                  <a:moveTo>
                    <a:pt x="1912" y="7191"/>
                  </a:moveTo>
                  <a:cubicBezTo>
                    <a:pt x="1948" y="7191"/>
                    <a:pt x="1980" y="7219"/>
                    <a:pt x="1987" y="7260"/>
                  </a:cubicBezTo>
                  <a:lnTo>
                    <a:pt x="2060" y="7637"/>
                  </a:lnTo>
                  <a:cubicBezTo>
                    <a:pt x="2065" y="7658"/>
                    <a:pt x="2062" y="7683"/>
                    <a:pt x="2052" y="7700"/>
                  </a:cubicBezTo>
                  <a:cubicBezTo>
                    <a:pt x="2040" y="7720"/>
                    <a:pt x="2023" y="7733"/>
                    <a:pt x="2005" y="7735"/>
                  </a:cubicBezTo>
                  <a:lnTo>
                    <a:pt x="1658" y="7814"/>
                  </a:lnTo>
                  <a:cubicBezTo>
                    <a:pt x="1653" y="7815"/>
                    <a:pt x="1648" y="7816"/>
                    <a:pt x="1643" y="7816"/>
                  </a:cubicBezTo>
                  <a:cubicBezTo>
                    <a:pt x="1608" y="7816"/>
                    <a:pt x="1577" y="7789"/>
                    <a:pt x="1568" y="7748"/>
                  </a:cubicBezTo>
                  <a:lnTo>
                    <a:pt x="1493" y="7369"/>
                  </a:lnTo>
                  <a:cubicBezTo>
                    <a:pt x="1489" y="7348"/>
                    <a:pt x="1493" y="7325"/>
                    <a:pt x="1503" y="7306"/>
                  </a:cubicBezTo>
                  <a:cubicBezTo>
                    <a:pt x="1515" y="7289"/>
                    <a:pt x="1531" y="7276"/>
                    <a:pt x="1551" y="7270"/>
                  </a:cubicBezTo>
                  <a:lnTo>
                    <a:pt x="1897" y="7193"/>
                  </a:lnTo>
                  <a:cubicBezTo>
                    <a:pt x="1902" y="7192"/>
                    <a:pt x="1907" y="7191"/>
                    <a:pt x="1912" y="7191"/>
                  </a:cubicBezTo>
                  <a:close/>
                  <a:moveTo>
                    <a:pt x="7400" y="7947"/>
                  </a:moveTo>
                  <a:cubicBezTo>
                    <a:pt x="7436" y="7947"/>
                    <a:pt x="7467" y="7974"/>
                    <a:pt x="7476" y="8015"/>
                  </a:cubicBezTo>
                  <a:lnTo>
                    <a:pt x="7550" y="8395"/>
                  </a:lnTo>
                  <a:cubicBezTo>
                    <a:pt x="7555" y="8417"/>
                    <a:pt x="7550" y="8441"/>
                    <a:pt x="7540" y="8458"/>
                  </a:cubicBezTo>
                  <a:cubicBezTo>
                    <a:pt x="7529" y="8477"/>
                    <a:pt x="7512" y="8491"/>
                    <a:pt x="7493" y="8494"/>
                  </a:cubicBezTo>
                  <a:lnTo>
                    <a:pt x="7147" y="8571"/>
                  </a:lnTo>
                  <a:cubicBezTo>
                    <a:pt x="7142" y="8573"/>
                    <a:pt x="7137" y="8573"/>
                    <a:pt x="7132" y="8573"/>
                  </a:cubicBezTo>
                  <a:cubicBezTo>
                    <a:pt x="7096" y="8573"/>
                    <a:pt x="7064" y="8546"/>
                    <a:pt x="7056" y="8506"/>
                  </a:cubicBezTo>
                  <a:lnTo>
                    <a:pt x="6982" y="8126"/>
                  </a:lnTo>
                  <a:cubicBezTo>
                    <a:pt x="6978" y="8105"/>
                    <a:pt x="6982" y="8080"/>
                    <a:pt x="6992" y="8063"/>
                  </a:cubicBezTo>
                  <a:cubicBezTo>
                    <a:pt x="7003" y="8045"/>
                    <a:pt x="7021" y="8033"/>
                    <a:pt x="7039" y="8027"/>
                  </a:cubicBezTo>
                  <a:lnTo>
                    <a:pt x="7386" y="7949"/>
                  </a:lnTo>
                  <a:cubicBezTo>
                    <a:pt x="7391" y="7948"/>
                    <a:pt x="7395" y="7947"/>
                    <a:pt x="7400" y="7947"/>
                  </a:cubicBezTo>
                  <a:close/>
                  <a:moveTo>
                    <a:pt x="2069" y="8079"/>
                  </a:moveTo>
                  <a:cubicBezTo>
                    <a:pt x="2105" y="8079"/>
                    <a:pt x="2137" y="8107"/>
                    <a:pt x="2145" y="8148"/>
                  </a:cubicBezTo>
                  <a:lnTo>
                    <a:pt x="2219" y="8529"/>
                  </a:lnTo>
                  <a:cubicBezTo>
                    <a:pt x="2224" y="8550"/>
                    <a:pt x="2222" y="8573"/>
                    <a:pt x="2209" y="8592"/>
                  </a:cubicBezTo>
                  <a:cubicBezTo>
                    <a:pt x="2198" y="8609"/>
                    <a:pt x="2181" y="8622"/>
                    <a:pt x="2162" y="8627"/>
                  </a:cubicBezTo>
                  <a:lnTo>
                    <a:pt x="1816" y="8703"/>
                  </a:lnTo>
                  <a:cubicBezTo>
                    <a:pt x="1810" y="8705"/>
                    <a:pt x="1804" y="8705"/>
                    <a:pt x="1799" y="8705"/>
                  </a:cubicBezTo>
                  <a:cubicBezTo>
                    <a:pt x="1764" y="8705"/>
                    <a:pt x="1734" y="8678"/>
                    <a:pt x="1725" y="8637"/>
                  </a:cubicBezTo>
                  <a:lnTo>
                    <a:pt x="1651" y="8258"/>
                  </a:lnTo>
                  <a:cubicBezTo>
                    <a:pt x="1647" y="8237"/>
                    <a:pt x="1651" y="8214"/>
                    <a:pt x="1661" y="8195"/>
                  </a:cubicBezTo>
                  <a:cubicBezTo>
                    <a:pt x="1672" y="8178"/>
                    <a:pt x="1688" y="8165"/>
                    <a:pt x="1708" y="8159"/>
                  </a:cubicBezTo>
                  <a:lnTo>
                    <a:pt x="2055" y="8080"/>
                  </a:lnTo>
                  <a:cubicBezTo>
                    <a:pt x="2059" y="8079"/>
                    <a:pt x="2064" y="8079"/>
                    <a:pt x="2069" y="8079"/>
                  </a:cubicBezTo>
                  <a:close/>
                  <a:moveTo>
                    <a:pt x="7555" y="8820"/>
                  </a:moveTo>
                  <a:cubicBezTo>
                    <a:pt x="7589" y="8820"/>
                    <a:pt x="7621" y="8848"/>
                    <a:pt x="7629" y="8888"/>
                  </a:cubicBezTo>
                  <a:lnTo>
                    <a:pt x="7705" y="9269"/>
                  </a:lnTo>
                  <a:cubicBezTo>
                    <a:pt x="7708" y="9290"/>
                    <a:pt x="7705" y="9314"/>
                    <a:pt x="7693" y="9332"/>
                  </a:cubicBezTo>
                  <a:cubicBezTo>
                    <a:pt x="7683" y="9350"/>
                    <a:pt x="7666" y="9362"/>
                    <a:pt x="7648" y="9367"/>
                  </a:cubicBezTo>
                  <a:lnTo>
                    <a:pt x="7300" y="9445"/>
                  </a:lnTo>
                  <a:cubicBezTo>
                    <a:pt x="7295" y="9446"/>
                    <a:pt x="7290" y="9446"/>
                    <a:pt x="7286" y="9446"/>
                  </a:cubicBezTo>
                  <a:cubicBezTo>
                    <a:pt x="7252" y="9446"/>
                    <a:pt x="7219" y="9419"/>
                    <a:pt x="7211" y="9379"/>
                  </a:cubicBezTo>
                  <a:lnTo>
                    <a:pt x="7135" y="9000"/>
                  </a:lnTo>
                  <a:cubicBezTo>
                    <a:pt x="7132" y="8978"/>
                    <a:pt x="7135" y="8954"/>
                    <a:pt x="7147" y="8937"/>
                  </a:cubicBezTo>
                  <a:cubicBezTo>
                    <a:pt x="7157" y="8918"/>
                    <a:pt x="7172" y="8906"/>
                    <a:pt x="7192" y="8901"/>
                  </a:cubicBezTo>
                  <a:lnTo>
                    <a:pt x="7540" y="8822"/>
                  </a:lnTo>
                  <a:cubicBezTo>
                    <a:pt x="7545" y="8821"/>
                    <a:pt x="7550" y="8820"/>
                    <a:pt x="7555" y="8820"/>
                  </a:cubicBezTo>
                  <a:close/>
                  <a:moveTo>
                    <a:pt x="2238" y="9008"/>
                  </a:moveTo>
                  <a:cubicBezTo>
                    <a:pt x="2274" y="9008"/>
                    <a:pt x="2305" y="9035"/>
                    <a:pt x="2312" y="9075"/>
                  </a:cubicBezTo>
                  <a:lnTo>
                    <a:pt x="2388" y="9453"/>
                  </a:lnTo>
                  <a:cubicBezTo>
                    <a:pt x="2391" y="9475"/>
                    <a:pt x="2388" y="9498"/>
                    <a:pt x="2377" y="9516"/>
                  </a:cubicBezTo>
                  <a:cubicBezTo>
                    <a:pt x="2367" y="9533"/>
                    <a:pt x="2351" y="9548"/>
                    <a:pt x="2331" y="9552"/>
                  </a:cubicBezTo>
                  <a:lnTo>
                    <a:pt x="1983" y="9631"/>
                  </a:lnTo>
                  <a:cubicBezTo>
                    <a:pt x="1978" y="9632"/>
                    <a:pt x="1974" y="9632"/>
                    <a:pt x="1969" y="9632"/>
                  </a:cubicBezTo>
                  <a:cubicBezTo>
                    <a:pt x="1934" y="9632"/>
                    <a:pt x="1902" y="9604"/>
                    <a:pt x="1894" y="9565"/>
                  </a:cubicBezTo>
                  <a:lnTo>
                    <a:pt x="1818" y="9186"/>
                  </a:lnTo>
                  <a:cubicBezTo>
                    <a:pt x="1816" y="9164"/>
                    <a:pt x="1818" y="9140"/>
                    <a:pt x="1830" y="9123"/>
                  </a:cubicBezTo>
                  <a:cubicBezTo>
                    <a:pt x="1840" y="9104"/>
                    <a:pt x="1857" y="9093"/>
                    <a:pt x="1876" y="9087"/>
                  </a:cubicBezTo>
                  <a:lnTo>
                    <a:pt x="2224" y="9010"/>
                  </a:lnTo>
                  <a:cubicBezTo>
                    <a:pt x="2228" y="9009"/>
                    <a:pt x="2233" y="9008"/>
                    <a:pt x="2238" y="9008"/>
                  </a:cubicBezTo>
                  <a:close/>
                  <a:moveTo>
                    <a:pt x="7725" y="9709"/>
                  </a:moveTo>
                  <a:cubicBezTo>
                    <a:pt x="7761" y="9709"/>
                    <a:pt x="7793" y="9736"/>
                    <a:pt x="7801" y="9777"/>
                  </a:cubicBezTo>
                  <a:lnTo>
                    <a:pt x="7877" y="10156"/>
                  </a:lnTo>
                  <a:cubicBezTo>
                    <a:pt x="7881" y="10178"/>
                    <a:pt x="7877" y="10202"/>
                    <a:pt x="7865" y="10219"/>
                  </a:cubicBezTo>
                  <a:cubicBezTo>
                    <a:pt x="7854" y="10238"/>
                    <a:pt x="7838" y="10252"/>
                    <a:pt x="7818" y="10255"/>
                  </a:cubicBezTo>
                  <a:lnTo>
                    <a:pt x="7472" y="10332"/>
                  </a:lnTo>
                  <a:cubicBezTo>
                    <a:pt x="7467" y="10333"/>
                    <a:pt x="7462" y="10334"/>
                    <a:pt x="7457" y="10334"/>
                  </a:cubicBezTo>
                  <a:cubicBezTo>
                    <a:pt x="7422" y="10334"/>
                    <a:pt x="7390" y="10306"/>
                    <a:pt x="7383" y="10266"/>
                  </a:cubicBezTo>
                  <a:lnTo>
                    <a:pt x="7307" y="9887"/>
                  </a:lnTo>
                  <a:cubicBezTo>
                    <a:pt x="7303" y="9866"/>
                    <a:pt x="7307" y="9841"/>
                    <a:pt x="7317" y="9824"/>
                  </a:cubicBezTo>
                  <a:cubicBezTo>
                    <a:pt x="7328" y="9805"/>
                    <a:pt x="7344" y="9791"/>
                    <a:pt x="7364" y="9788"/>
                  </a:cubicBezTo>
                  <a:lnTo>
                    <a:pt x="7711" y="9711"/>
                  </a:lnTo>
                  <a:cubicBezTo>
                    <a:pt x="7716" y="9710"/>
                    <a:pt x="7720" y="9709"/>
                    <a:pt x="7725" y="9709"/>
                  </a:cubicBezTo>
                  <a:close/>
                  <a:moveTo>
                    <a:pt x="2394" y="9880"/>
                  </a:moveTo>
                  <a:cubicBezTo>
                    <a:pt x="2429" y="9880"/>
                    <a:pt x="2461" y="9907"/>
                    <a:pt x="2468" y="9947"/>
                  </a:cubicBezTo>
                  <a:lnTo>
                    <a:pt x="2541" y="10327"/>
                  </a:lnTo>
                  <a:cubicBezTo>
                    <a:pt x="2546" y="10348"/>
                    <a:pt x="2541" y="10371"/>
                    <a:pt x="2533" y="10390"/>
                  </a:cubicBezTo>
                  <a:cubicBezTo>
                    <a:pt x="2523" y="10407"/>
                    <a:pt x="2504" y="10421"/>
                    <a:pt x="2487" y="10425"/>
                  </a:cubicBezTo>
                  <a:lnTo>
                    <a:pt x="2139" y="10503"/>
                  </a:lnTo>
                  <a:cubicBezTo>
                    <a:pt x="2134" y="10504"/>
                    <a:pt x="2129" y="10504"/>
                    <a:pt x="2124" y="10504"/>
                  </a:cubicBezTo>
                  <a:cubicBezTo>
                    <a:pt x="2089" y="10504"/>
                    <a:pt x="2058" y="10477"/>
                    <a:pt x="2050" y="10435"/>
                  </a:cubicBezTo>
                  <a:lnTo>
                    <a:pt x="1974" y="10056"/>
                  </a:lnTo>
                  <a:cubicBezTo>
                    <a:pt x="1972" y="10035"/>
                    <a:pt x="1974" y="10012"/>
                    <a:pt x="1986" y="9994"/>
                  </a:cubicBezTo>
                  <a:cubicBezTo>
                    <a:pt x="1996" y="9976"/>
                    <a:pt x="2012" y="9961"/>
                    <a:pt x="2032" y="9959"/>
                  </a:cubicBezTo>
                  <a:lnTo>
                    <a:pt x="2380" y="9881"/>
                  </a:lnTo>
                  <a:cubicBezTo>
                    <a:pt x="2384" y="9880"/>
                    <a:pt x="2389" y="9880"/>
                    <a:pt x="2394" y="9880"/>
                  </a:cubicBezTo>
                  <a:close/>
                  <a:moveTo>
                    <a:pt x="7887" y="10598"/>
                  </a:moveTo>
                  <a:cubicBezTo>
                    <a:pt x="7923" y="10598"/>
                    <a:pt x="7954" y="10626"/>
                    <a:pt x="7963" y="10667"/>
                  </a:cubicBezTo>
                  <a:lnTo>
                    <a:pt x="8036" y="11047"/>
                  </a:lnTo>
                  <a:cubicBezTo>
                    <a:pt x="8041" y="11068"/>
                    <a:pt x="8037" y="11091"/>
                    <a:pt x="8027" y="11108"/>
                  </a:cubicBezTo>
                  <a:cubicBezTo>
                    <a:pt x="8016" y="11127"/>
                    <a:pt x="8000" y="11141"/>
                    <a:pt x="7980" y="11144"/>
                  </a:cubicBezTo>
                  <a:lnTo>
                    <a:pt x="7633" y="11221"/>
                  </a:lnTo>
                  <a:cubicBezTo>
                    <a:pt x="7628" y="11222"/>
                    <a:pt x="7623" y="11223"/>
                    <a:pt x="7619" y="11223"/>
                  </a:cubicBezTo>
                  <a:cubicBezTo>
                    <a:pt x="7583" y="11223"/>
                    <a:pt x="7551" y="11196"/>
                    <a:pt x="7543" y="11155"/>
                  </a:cubicBezTo>
                  <a:lnTo>
                    <a:pt x="7469" y="10776"/>
                  </a:lnTo>
                  <a:cubicBezTo>
                    <a:pt x="7464" y="10755"/>
                    <a:pt x="7469" y="10732"/>
                    <a:pt x="7479" y="10713"/>
                  </a:cubicBezTo>
                  <a:cubicBezTo>
                    <a:pt x="7490" y="10693"/>
                    <a:pt x="7506" y="10682"/>
                    <a:pt x="7526" y="10677"/>
                  </a:cubicBezTo>
                  <a:lnTo>
                    <a:pt x="7872" y="10600"/>
                  </a:lnTo>
                  <a:cubicBezTo>
                    <a:pt x="7877" y="10599"/>
                    <a:pt x="7882" y="10598"/>
                    <a:pt x="7887" y="10598"/>
                  </a:cubicBezTo>
                  <a:close/>
                  <a:moveTo>
                    <a:pt x="2563" y="10763"/>
                  </a:moveTo>
                  <a:cubicBezTo>
                    <a:pt x="2599" y="10763"/>
                    <a:pt x="2630" y="10790"/>
                    <a:pt x="2639" y="10832"/>
                  </a:cubicBezTo>
                  <a:lnTo>
                    <a:pt x="2713" y="11213"/>
                  </a:lnTo>
                  <a:cubicBezTo>
                    <a:pt x="2719" y="11234"/>
                    <a:pt x="2713" y="11257"/>
                    <a:pt x="2703" y="11276"/>
                  </a:cubicBezTo>
                  <a:cubicBezTo>
                    <a:pt x="2692" y="11293"/>
                    <a:pt x="2676" y="11306"/>
                    <a:pt x="2656" y="11311"/>
                  </a:cubicBezTo>
                  <a:lnTo>
                    <a:pt x="2309" y="11387"/>
                  </a:lnTo>
                  <a:cubicBezTo>
                    <a:pt x="2304" y="11389"/>
                    <a:pt x="2298" y="11389"/>
                    <a:pt x="2293" y="11389"/>
                  </a:cubicBezTo>
                  <a:cubicBezTo>
                    <a:pt x="2258" y="11389"/>
                    <a:pt x="2228" y="11362"/>
                    <a:pt x="2219" y="11321"/>
                  </a:cubicBezTo>
                  <a:lnTo>
                    <a:pt x="2145" y="10942"/>
                  </a:lnTo>
                  <a:cubicBezTo>
                    <a:pt x="2140" y="10921"/>
                    <a:pt x="2145" y="10898"/>
                    <a:pt x="2155" y="10879"/>
                  </a:cubicBezTo>
                  <a:cubicBezTo>
                    <a:pt x="2166" y="10862"/>
                    <a:pt x="2182" y="10848"/>
                    <a:pt x="2202" y="10843"/>
                  </a:cubicBezTo>
                  <a:lnTo>
                    <a:pt x="2548" y="10765"/>
                  </a:lnTo>
                  <a:cubicBezTo>
                    <a:pt x="2553" y="10764"/>
                    <a:pt x="2558" y="10763"/>
                    <a:pt x="2563" y="10763"/>
                  </a:cubicBezTo>
                  <a:close/>
                  <a:moveTo>
                    <a:pt x="8053" y="11528"/>
                  </a:moveTo>
                  <a:cubicBezTo>
                    <a:pt x="8088" y="11528"/>
                    <a:pt x="8121" y="11555"/>
                    <a:pt x="8129" y="11595"/>
                  </a:cubicBezTo>
                  <a:lnTo>
                    <a:pt x="8203" y="11973"/>
                  </a:lnTo>
                  <a:cubicBezTo>
                    <a:pt x="8207" y="11994"/>
                    <a:pt x="8203" y="12017"/>
                    <a:pt x="8193" y="12036"/>
                  </a:cubicBezTo>
                  <a:cubicBezTo>
                    <a:pt x="8182" y="12053"/>
                    <a:pt x="8166" y="12066"/>
                    <a:pt x="8146" y="12072"/>
                  </a:cubicBezTo>
                  <a:lnTo>
                    <a:pt x="7799" y="12150"/>
                  </a:lnTo>
                  <a:cubicBezTo>
                    <a:pt x="7795" y="12151"/>
                    <a:pt x="7790" y="12152"/>
                    <a:pt x="7785" y="12152"/>
                  </a:cubicBezTo>
                  <a:cubicBezTo>
                    <a:pt x="7749" y="12152"/>
                    <a:pt x="7718" y="12124"/>
                    <a:pt x="7709" y="12084"/>
                  </a:cubicBezTo>
                  <a:lnTo>
                    <a:pt x="7635" y="11705"/>
                  </a:lnTo>
                  <a:cubicBezTo>
                    <a:pt x="7630" y="11684"/>
                    <a:pt x="7635" y="11659"/>
                    <a:pt x="7645" y="11642"/>
                  </a:cubicBezTo>
                  <a:cubicBezTo>
                    <a:pt x="7656" y="11624"/>
                    <a:pt x="7672" y="11609"/>
                    <a:pt x="7692" y="11606"/>
                  </a:cubicBezTo>
                  <a:lnTo>
                    <a:pt x="8038" y="11529"/>
                  </a:lnTo>
                  <a:cubicBezTo>
                    <a:pt x="8043" y="11528"/>
                    <a:pt x="8048" y="11528"/>
                    <a:pt x="8053" y="11528"/>
                  </a:cubicBezTo>
                  <a:close/>
                  <a:moveTo>
                    <a:pt x="2723" y="11656"/>
                  </a:moveTo>
                  <a:cubicBezTo>
                    <a:pt x="2757" y="11656"/>
                    <a:pt x="2790" y="11683"/>
                    <a:pt x="2798" y="11724"/>
                  </a:cubicBezTo>
                  <a:lnTo>
                    <a:pt x="2873" y="12103"/>
                  </a:lnTo>
                  <a:cubicBezTo>
                    <a:pt x="2876" y="12125"/>
                    <a:pt x="2875" y="12149"/>
                    <a:pt x="2862" y="12166"/>
                  </a:cubicBezTo>
                  <a:cubicBezTo>
                    <a:pt x="2852" y="12186"/>
                    <a:pt x="2833" y="12199"/>
                    <a:pt x="2816" y="12202"/>
                  </a:cubicBezTo>
                  <a:lnTo>
                    <a:pt x="2468" y="12281"/>
                  </a:lnTo>
                  <a:cubicBezTo>
                    <a:pt x="2464" y="12282"/>
                    <a:pt x="2459" y="12282"/>
                    <a:pt x="2454" y="12282"/>
                  </a:cubicBezTo>
                  <a:cubicBezTo>
                    <a:pt x="2418" y="12282"/>
                    <a:pt x="2387" y="12254"/>
                    <a:pt x="2380" y="12215"/>
                  </a:cubicBezTo>
                  <a:lnTo>
                    <a:pt x="2304" y="11835"/>
                  </a:lnTo>
                  <a:cubicBezTo>
                    <a:pt x="2301" y="11814"/>
                    <a:pt x="2304" y="11791"/>
                    <a:pt x="2315" y="11772"/>
                  </a:cubicBezTo>
                  <a:cubicBezTo>
                    <a:pt x="2325" y="11755"/>
                    <a:pt x="2344" y="11742"/>
                    <a:pt x="2361" y="11737"/>
                  </a:cubicBezTo>
                  <a:lnTo>
                    <a:pt x="2709" y="11658"/>
                  </a:lnTo>
                  <a:cubicBezTo>
                    <a:pt x="2713" y="11657"/>
                    <a:pt x="2718" y="11656"/>
                    <a:pt x="2723" y="11656"/>
                  </a:cubicBezTo>
                  <a:close/>
                  <a:moveTo>
                    <a:pt x="8209" y="12399"/>
                  </a:moveTo>
                  <a:cubicBezTo>
                    <a:pt x="8245" y="12399"/>
                    <a:pt x="8276" y="12426"/>
                    <a:pt x="8285" y="12467"/>
                  </a:cubicBezTo>
                  <a:lnTo>
                    <a:pt x="8358" y="12846"/>
                  </a:lnTo>
                  <a:cubicBezTo>
                    <a:pt x="8361" y="12868"/>
                    <a:pt x="8359" y="12890"/>
                    <a:pt x="8349" y="12909"/>
                  </a:cubicBezTo>
                  <a:cubicBezTo>
                    <a:pt x="8338" y="12926"/>
                    <a:pt x="8320" y="12939"/>
                    <a:pt x="8302" y="12945"/>
                  </a:cubicBezTo>
                  <a:lnTo>
                    <a:pt x="7955" y="13022"/>
                  </a:lnTo>
                  <a:cubicBezTo>
                    <a:pt x="7950" y="13023"/>
                    <a:pt x="7946" y="13024"/>
                    <a:pt x="7941" y="13024"/>
                  </a:cubicBezTo>
                  <a:cubicBezTo>
                    <a:pt x="7905" y="13024"/>
                    <a:pt x="7873" y="12996"/>
                    <a:pt x="7865" y="12955"/>
                  </a:cubicBezTo>
                  <a:lnTo>
                    <a:pt x="7791" y="12575"/>
                  </a:lnTo>
                  <a:cubicBezTo>
                    <a:pt x="7786" y="12554"/>
                    <a:pt x="7791" y="12531"/>
                    <a:pt x="7801" y="12514"/>
                  </a:cubicBezTo>
                  <a:cubicBezTo>
                    <a:pt x="7812" y="12495"/>
                    <a:pt x="7828" y="12482"/>
                    <a:pt x="7848" y="12478"/>
                  </a:cubicBezTo>
                  <a:lnTo>
                    <a:pt x="8194" y="12401"/>
                  </a:lnTo>
                  <a:cubicBezTo>
                    <a:pt x="8199" y="12400"/>
                    <a:pt x="8204" y="12399"/>
                    <a:pt x="8209" y="12399"/>
                  </a:cubicBezTo>
                  <a:close/>
                  <a:moveTo>
                    <a:pt x="2894" y="12583"/>
                  </a:moveTo>
                  <a:cubicBezTo>
                    <a:pt x="2929" y="12583"/>
                    <a:pt x="2960" y="12610"/>
                    <a:pt x="2968" y="12651"/>
                  </a:cubicBezTo>
                  <a:lnTo>
                    <a:pt x="3041" y="13031"/>
                  </a:lnTo>
                  <a:cubicBezTo>
                    <a:pt x="3047" y="13052"/>
                    <a:pt x="3041" y="13075"/>
                    <a:pt x="3032" y="13094"/>
                  </a:cubicBezTo>
                  <a:cubicBezTo>
                    <a:pt x="3021" y="13111"/>
                    <a:pt x="3004" y="13124"/>
                    <a:pt x="2985" y="13129"/>
                  </a:cubicBezTo>
                  <a:lnTo>
                    <a:pt x="2639" y="13205"/>
                  </a:lnTo>
                  <a:cubicBezTo>
                    <a:pt x="2633" y="13207"/>
                    <a:pt x="2628" y="13207"/>
                    <a:pt x="2623" y="13207"/>
                  </a:cubicBezTo>
                  <a:cubicBezTo>
                    <a:pt x="2588" y="13207"/>
                    <a:pt x="2557" y="13178"/>
                    <a:pt x="2548" y="13139"/>
                  </a:cubicBezTo>
                  <a:lnTo>
                    <a:pt x="2474" y="12760"/>
                  </a:lnTo>
                  <a:cubicBezTo>
                    <a:pt x="2470" y="12739"/>
                    <a:pt x="2474" y="12716"/>
                    <a:pt x="2484" y="12697"/>
                  </a:cubicBezTo>
                  <a:cubicBezTo>
                    <a:pt x="2496" y="12680"/>
                    <a:pt x="2511" y="12667"/>
                    <a:pt x="2531" y="12661"/>
                  </a:cubicBezTo>
                  <a:lnTo>
                    <a:pt x="2878" y="12585"/>
                  </a:lnTo>
                  <a:cubicBezTo>
                    <a:pt x="2883" y="12584"/>
                    <a:pt x="2889" y="12583"/>
                    <a:pt x="2894" y="12583"/>
                  </a:cubicBezTo>
                  <a:close/>
                  <a:moveTo>
                    <a:pt x="8382" y="13303"/>
                  </a:moveTo>
                  <a:cubicBezTo>
                    <a:pt x="8418" y="13303"/>
                    <a:pt x="8450" y="13330"/>
                    <a:pt x="8458" y="13370"/>
                  </a:cubicBezTo>
                  <a:lnTo>
                    <a:pt x="8532" y="13749"/>
                  </a:lnTo>
                  <a:cubicBezTo>
                    <a:pt x="8537" y="13771"/>
                    <a:pt x="8532" y="13795"/>
                    <a:pt x="8522" y="13812"/>
                  </a:cubicBezTo>
                  <a:cubicBezTo>
                    <a:pt x="8511" y="13831"/>
                    <a:pt x="8495" y="13845"/>
                    <a:pt x="8475" y="13848"/>
                  </a:cubicBezTo>
                  <a:lnTo>
                    <a:pt x="8129" y="13925"/>
                  </a:lnTo>
                  <a:cubicBezTo>
                    <a:pt x="8124" y="13926"/>
                    <a:pt x="8119" y="13927"/>
                    <a:pt x="8114" y="13927"/>
                  </a:cubicBezTo>
                  <a:cubicBezTo>
                    <a:pt x="8078" y="13927"/>
                    <a:pt x="8047" y="13900"/>
                    <a:pt x="8038" y="13860"/>
                  </a:cubicBezTo>
                  <a:lnTo>
                    <a:pt x="7964" y="13480"/>
                  </a:lnTo>
                  <a:cubicBezTo>
                    <a:pt x="7960" y="13459"/>
                    <a:pt x="7964" y="13434"/>
                    <a:pt x="7974" y="13417"/>
                  </a:cubicBezTo>
                  <a:cubicBezTo>
                    <a:pt x="7985" y="13399"/>
                    <a:pt x="8001" y="13384"/>
                    <a:pt x="8021" y="13381"/>
                  </a:cubicBezTo>
                  <a:lnTo>
                    <a:pt x="8368" y="13304"/>
                  </a:lnTo>
                  <a:cubicBezTo>
                    <a:pt x="8373" y="13303"/>
                    <a:pt x="8378" y="13303"/>
                    <a:pt x="8382" y="13303"/>
                  </a:cubicBezTo>
                  <a:close/>
                  <a:moveTo>
                    <a:pt x="3045" y="13459"/>
                  </a:moveTo>
                  <a:cubicBezTo>
                    <a:pt x="3080" y="13459"/>
                    <a:pt x="3112" y="13486"/>
                    <a:pt x="3120" y="13526"/>
                  </a:cubicBezTo>
                  <a:lnTo>
                    <a:pt x="3196" y="13904"/>
                  </a:lnTo>
                  <a:cubicBezTo>
                    <a:pt x="3198" y="13925"/>
                    <a:pt x="3197" y="13948"/>
                    <a:pt x="3184" y="13967"/>
                  </a:cubicBezTo>
                  <a:cubicBezTo>
                    <a:pt x="3174" y="13984"/>
                    <a:pt x="3155" y="13997"/>
                    <a:pt x="3138" y="14003"/>
                  </a:cubicBezTo>
                  <a:lnTo>
                    <a:pt x="2790" y="14081"/>
                  </a:lnTo>
                  <a:cubicBezTo>
                    <a:pt x="2785" y="14082"/>
                    <a:pt x="2781" y="14083"/>
                    <a:pt x="2776" y="14083"/>
                  </a:cubicBezTo>
                  <a:cubicBezTo>
                    <a:pt x="2740" y="14083"/>
                    <a:pt x="2709" y="14056"/>
                    <a:pt x="2702" y="14014"/>
                  </a:cubicBezTo>
                  <a:lnTo>
                    <a:pt x="2626" y="13635"/>
                  </a:lnTo>
                  <a:cubicBezTo>
                    <a:pt x="2623" y="13613"/>
                    <a:pt x="2626" y="13590"/>
                    <a:pt x="2637" y="13573"/>
                  </a:cubicBezTo>
                  <a:cubicBezTo>
                    <a:pt x="2647" y="13555"/>
                    <a:pt x="2663" y="13542"/>
                    <a:pt x="2683" y="13537"/>
                  </a:cubicBezTo>
                  <a:lnTo>
                    <a:pt x="3031" y="13460"/>
                  </a:lnTo>
                  <a:cubicBezTo>
                    <a:pt x="3036" y="13459"/>
                    <a:pt x="3040" y="13459"/>
                    <a:pt x="3045" y="13459"/>
                  </a:cubicBezTo>
                  <a:close/>
                  <a:moveTo>
                    <a:pt x="8542" y="14192"/>
                  </a:moveTo>
                  <a:cubicBezTo>
                    <a:pt x="8577" y="14192"/>
                    <a:pt x="8609" y="14219"/>
                    <a:pt x="8617" y="14260"/>
                  </a:cubicBezTo>
                  <a:lnTo>
                    <a:pt x="8693" y="14641"/>
                  </a:lnTo>
                  <a:cubicBezTo>
                    <a:pt x="8695" y="14663"/>
                    <a:pt x="8693" y="14686"/>
                    <a:pt x="8681" y="14704"/>
                  </a:cubicBezTo>
                  <a:cubicBezTo>
                    <a:pt x="8671" y="14723"/>
                    <a:pt x="8654" y="14736"/>
                    <a:pt x="8635" y="14740"/>
                  </a:cubicBezTo>
                  <a:lnTo>
                    <a:pt x="8288" y="14816"/>
                  </a:lnTo>
                  <a:cubicBezTo>
                    <a:pt x="8282" y="14817"/>
                    <a:pt x="8276" y="14818"/>
                    <a:pt x="8271" y="14818"/>
                  </a:cubicBezTo>
                  <a:cubicBezTo>
                    <a:pt x="8236" y="14818"/>
                    <a:pt x="8206" y="14791"/>
                    <a:pt x="8199" y="14750"/>
                  </a:cubicBezTo>
                  <a:lnTo>
                    <a:pt x="8123" y="14371"/>
                  </a:lnTo>
                  <a:cubicBezTo>
                    <a:pt x="8119" y="14349"/>
                    <a:pt x="8123" y="14326"/>
                    <a:pt x="8134" y="14308"/>
                  </a:cubicBezTo>
                  <a:cubicBezTo>
                    <a:pt x="8144" y="14290"/>
                    <a:pt x="8160" y="14278"/>
                    <a:pt x="8180" y="14272"/>
                  </a:cubicBezTo>
                  <a:lnTo>
                    <a:pt x="8528" y="14193"/>
                  </a:lnTo>
                  <a:cubicBezTo>
                    <a:pt x="8533" y="14192"/>
                    <a:pt x="8538" y="14192"/>
                    <a:pt x="8542" y="14192"/>
                  </a:cubicBezTo>
                  <a:close/>
                  <a:moveTo>
                    <a:pt x="3224" y="14359"/>
                  </a:moveTo>
                  <a:cubicBezTo>
                    <a:pt x="3259" y="14359"/>
                    <a:pt x="3290" y="14386"/>
                    <a:pt x="3297" y="14426"/>
                  </a:cubicBezTo>
                  <a:lnTo>
                    <a:pt x="3372" y="14807"/>
                  </a:lnTo>
                  <a:cubicBezTo>
                    <a:pt x="3376" y="14829"/>
                    <a:pt x="3372" y="14852"/>
                    <a:pt x="3362" y="14870"/>
                  </a:cubicBezTo>
                  <a:cubicBezTo>
                    <a:pt x="3350" y="14887"/>
                    <a:pt x="3334" y="14900"/>
                    <a:pt x="3314" y="14906"/>
                  </a:cubicBezTo>
                  <a:lnTo>
                    <a:pt x="2968" y="14983"/>
                  </a:lnTo>
                  <a:cubicBezTo>
                    <a:pt x="2963" y="14984"/>
                    <a:pt x="2958" y="14985"/>
                    <a:pt x="2954" y="14985"/>
                  </a:cubicBezTo>
                  <a:cubicBezTo>
                    <a:pt x="2919" y="14985"/>
                    <a:pt x="2887" y="14958"/>
                    <a:pt x="2878" y="14916"/>
                  </a:cubicBezTo>
                  <a:lnTo>
                    <a:pt x="2803" y="14537"/>
                  </a:lnTo>
                  <a:cubicBezTo>
                    <a:pt x="2798" y="14515"/>
                    <a:pt x="2802" y="14492"/>
                    <a:pt x="2813" y="14475"/>
                  </a:cubicBezTo>
                  <a:cubicBezTo>
                    <a:pt x="2825" y="14457"/>
                    <a:pt x="2841" y="14444"/>
                    <a:pt x="2861" y="14439"/>
                  </a:cubicBezTo>
                  <a:lnTo>
                    <a:pt x="3207" y="14361"/>
                  </a:lnTo>
                  <a:cubicBezTo>
                    <a:pt x="3213" y="14359"/>
                    <a:pt x="3218" y="14359"/>
                    <a:pt x="3224" y="14359"/>
                  </a:cubicBezTo>
                  <a:close/>
                  <a:moveTo>
                    <a:pt x="8710" y="15119"/>
                  </a:moveTo>
                  <a:cubicBezTo>
                    <a:pt x="8746" y="15119"/>
                    <a:pt x="8777" y="15146"/>
                    <a:pt x="8784" y="15187"/>
                  </a:cubicBezTo>
                  <a:lnTo>
                    <a:pt x="8860" y="15566"/>
                  </a:lnTo>
                  <a:cubicBezTo>
                    <a:pt x="8864" y="15587"/>
                    <a:pt x="8860" y="15610"/>
                    <a:pt x="8850" y="15629"/>
                  </a:cubicBezTo>
                  <a:cubicBezTo>
                    <a:pt x="8839" y="15649"/>
                    <a:pt x="8823" y="15660"/>
                    <a:pt x="8803" y="15665"/>
                  </a:cubicBezTo>
                  <a:lnTo>
                    <a:pt x="8456" y="15743"/>
                  </a:lnTo>
                  <a:cubicBezTo>
                    <a:pt x="8451" y="15744"/>
                    <a:pt x="8447" y="15745"/>
                    <a:pt x="8442" y="15745"/>
                  </a:cubicBezTo>
                  <a:cubicBezTo>
                    <a:pt x="8406" y="15745"/>
                    <a:pt x="8374" y="15718"/>
                    <a:pt x="8366" y="15678"/>
                  </a:cubicBezTo>
                  <a:lnTo>
                    <a:pt x="8290" y="15298"/>
                  </a:lnTo>
                  <a:cubicBezTo>
                    <a:pt x="8288" y="15277"/>
                    <a:pt x="8290" y="15252"/>
                    <a:pt x="8302" y="15235"/>
                  </a:cubicBezTo>
                  <a:cubicBezTo>
                    <a:pt x="8313" y="15217"/>
                    <a:pt x="8329" y="15202"/>
                    <a:pt x="8349" y="15199"/>
                  </a:cubicBezTo>
                  <a:lnTo>
                    <a:pt x="8695" y="15121"/>
                  </a:lnTo>
                  <a:cubicBezTo>
                    <a:pt x="8700" y="15120"/>
                    <a:pt x="8705" y="15119"/>
                    <a:pt x="8710" y="15119"/>
                  </a:cubicBezTo>
                  <a:close/>
                  <a:moveTo>
                    <a:pt x="3382" y="15253"/>
                  </a:moveTo>
                  <a:cubicBezTo>
                    <a:pt x="3416" y="15253"/>
                    <a:pt x="3449" y="15282"/>
                    <a:pt x="3456" y="15321"/>
                  </a:cubicBezTo>
                  <a:lnTo>
                    <a:pt x="3529" y="15699"/>
                  </a:lnTo>
                  <a:cubicBezTo>
                    <a:pt x="3533" y="15721"/>
                    <a:pt x="3532" y="15743"/>
                    <a:pt x="3520" y="15761"/>
                  </a:cubicBezTo>
                  <a:cubicBezTo>
                    <a:pt x="3510" y="15779"/>
                    <a:pt x="3493" y="15794"/>
                    <a:pt x="3475" y="15796"/>
                  </a:cubicBezTo>
                  <a:lnTo>
                    <a:pt x="3127" y="15875"/>
                  </a:lnTo>
                  <a:cubicBezTo>
                    <a:pt x="3122" y="15876"/>
                    <a:pt x="3116" y="15877"/>
                    <a:pt x="3111" y="15877"/>
                  </a:cubicBezTo>
                  <a:cubicBezTo>
                    <a:pt x="3076" y="15877"/>
                    <a:pt x="3046" y="15848"/>
                    <a:pt x="3038" y="15809"/>
                  </a:cubicBezTo>
                  <a:lnTo>
                    <a:pt x="2962" y="15430"/>
                  </a:lnTo>
                  <a:cubicBezTo>
                    <a:pt x="2958" y="15408"/>
                    <a:pt x="2962" y="15386"/>
                    <a:pt x="2974" y="15367"/>
                  </a:cubicBezTo>
                  <a:cubicBezTo>
                    <a:pt x="2984" y="15350"/>
                    <a:pt x="2999" y="15337"/>
                    <a:pt x="3019" y="15331"/>
                  </a:cubicBezTo>
                  <a:lnTo>
                    <a:pt x="3367" y="15255"/>
                  </a:lnTo>
                  <a:cubicBezTo>
                    <a:pt x="3372" y="15254"/>
                    <a:pt x="3377" y="15253"/>
                    <a:pt x="3382" y="15253"/>
                  </a:cubicBezTo>
                  <a:close/>
                  <a:moveTo>
                    <a:pt x="8866" y="15991"/>
                  </a:moveTo>
                  <a:cubicBezTo>
                    <a:pt x="8899" y="15991"/>
                    <a:pt x="8931" y="16017"/>
                    <a:pt x="8939" y="16058"/>
                  </a:cubicBezTo>
                  <a:lnTo>
                    <a:pt x="9016" y="16439"/>
                  </a:lnTo>
                  <a:cubicBezTo>
                    <a:pt x="9019" y="16461"/>
                    <a:pt x="9016" y="16484"/>
                    <a:pt x="9005" y="16502"/>
                  </a:cubicBezTo>
                  <a:cubicBezTo>
                    <a:pt x="8995" y="16519"/>
                    <a:pt x="8979" y="16534"/>
                    <a:pt x="8959" y="16538"/>
                  </a:cubicBezTo>
                  <a:lnTo>
                    <a:pt x="8611" y="16615"/>
                  </a:lnTo>
                  <a:cubicBezTo>
                    <a:pt x="8606" y="16616"/>
                    <a:pt x="8601" y="16617"/>
                    <a:pt x="8597" y="16617"/>
                  </a:cubicBezTo>
                  <a:cubicBezTo>
                    <a:pt x="8562" y="16617"/>
                    <a:pt x="8530" y="16590"/>
                    <a:pt x="8522" y="16548"/>
                  </a:cubicBezTo>
                  <a:lnTo>
                    <a:pt x="8446" y="16169"/>
                  </a:lnTo>
                  <a:cubicBezTo>
                    <a:pt x="8444" y="16147"/>
                    <a:pt x="8446" y="16124"/>
                    <a:pt x="8456" y="16107"/>
                  </a:cubicBezTo>
                  <a:cubicBezTo>
                    <a:pt x="8466" y="16088"/>
                    <a:pt x="8482" y="16074"/>
                    <a:pt x="8502" y="16071"/>
                  </a:cubicBezTo>
                  <a:lnTo>
                    <a:pt x="8850" y="15993"/>
                  </a:lnTo>
                  <a:cubicBezTo>
                    <a:pt x="8855" y="15991"/>
                    <a:pt x="8861" y="15991"/>
                    <a:pt x="8866" y="15991"/>
                  </a:cubicBezTo>
                  <a:close/>
                  <a:moveTo>
                    <a:pt x="3551" y="16177"/>
                  </a:moveTo>
                  <a:cubicBezTo>
                    <a:pt x="3586" y="16177"/>
                    <a:pt x="3616" y="16204"/>
                    <a:pt x="3625" y="16244"/>
                  </a:cubicBezTo>
                  <a:lnTo>
                    <a:pt x="3699" y="16624"/>
                  </a:lnTo>
                  <a:cubicBezTo>
                    <a:pt x="3704" y="16645"/>
                    <a:pt x="3699" y="16668"/>
                    <a:pt x="3689" y="16687"/>
                  </a:cubicBezTo>
                  <a:cubicBezTo>
                    <a:pt x="3678" y="16704"/>
                    <a:pt x="3662" y="16717"/>
                    <a:pt x="3642" y="16723"/>
                  </a:cubicBezTo>
                  <a:lnTo>
                    <a:pt x="3296" y="16801"/>
                  </a:lnTo>
                  <a:cubicBezTo>
                    <a:pt x="3291" y="16802"/>
                    <a:pt x="3286" y="16803"/>
                    <a:pt x="3282" y="16803"/>
                  </a:cubicBezTo>
                  <a:cubicBezTo>
                    <a:pt x="3245" y="16803"/>
                    <a:pt x="3213" y="16775"/>
                    <a:pt x="3206" y="16734"/>
                  </a:cubicBezTo>
                  <a:lnTo>
                    <a:pt x="3130" y="16355"/>
                  </a:lnTo>
                  <a:cubicBezTo>
                    <a:pt x="3127" y="16333"/>
                    <a:pt x="3130" y="16310"/>
                    <a:pt x="3141" y="16293"/>
                  </a:cubicBezTo>
                  <a:cubicBezTo>
                    <a:pt x="3153" y="16275"/>
                    <a:pt x="3168" y="16260"/>
                    <a:pt x="3188" y="16257"/>
                  </a:cubicBezTo>
                  <a:lnTo>
                    <a:pt x="3535" y="16179"/>
                  </a:lnTo>
                  <a:cubicBezTo>
                    <a:pt x="3540" y="16177"/>
                    <a:pt x="3546" y="16177"/>
                    <a:pt x="3551" y="16177"/>
                  </a:cubicBezTo>
                  <a:close/>
                  <a:moveTo>
                    <a:pt x="9037" y="16880"/>
                  </a:moveTo>
                  <a:cubicBezTo>
                    <a:pt x="9071" y="16880"/>
                    <a:pt x="9105" y="16907"/>
                    <a:pt x="9112" y="16947"/>
                  </a:cubicBezTo>
                  <a:lnTo>
                    <a:pt x="9188" y="17327"/>
                  </a:lnTo>
                  <a:cubicBezTo>
                    <a:pt x="9191" y="17348"/>
                    <a:pt x="9188" y="17371"/>
                    <a:pt x="9176" y="17390"/>
                  </a:cubicBezTo>
                  <a:cubicBezTo>
                    <a:pt x="9166" y="17407"/>
                    <a:pt x="9151" y="17420"/>
                    <a:pt x="9131" y="17425"/>
                  </a:cubicBezTo>
                  <a:lnTo>
                    <a:pt x="8783" y="17503"/>
                  </a:lnTo>
                  <a:cubicBezTo>
                    <a:pt x="8778" y="17504"/>
                    <a:pt x="8773" y="17504"/>
                    <a:pt x="8769" y="17504"/>
                  </a:cubicBezTo>
                  <a:cubicBezTo>
                    <a:pt x="8734" y="17504"/>
                    <a:pt x="8702" y="17477"/>
                    <a:pt x="8694" y="17436"/>
                  </a:cubicBezTo>
                  <a:lnTo>
                    <a:pt x="8618" y="17056"/>
                  </a:lnTo>
                  <a:cubicBezTo>
                    <a:pt x="8615" y="17035"/>
                    <a:pt x="8618" y="17012"/>
                    <a:pt x="8630" y="16995"/>
                  </a:cubicBezTo>
                  <a:cubicBezTo>
                    <a:pt x="8640" y="16976"/>
                    <a:pt x="8657" y="16962"/>
                    <a:pt x="8675" y="16959"/>
                  </a:cubicBezTo>
                  <a:lnTo>
                    <a:pt x="9023" y="16882"/>
                  </a:lnTo>
                  <a:cubicBezTo>
                    <a:pt x="9028" y="16880"/>
                    <a:pt x="9033" y="16880"/>
                    <a:pt x="9037" y="16880"/>
                  </a:cubicBezTo>
                  <a:close/>
                  <a:moveTo>
                    <a:pt x="3703" y="17047"/>
                  </a:moveTo>
                  <a:cubicBezTo>
                    <a:pt x="3737" y="17047"/>
                    <a:pt x="3771" y="17075"/>
                    <a:pt x="3778" y="17116"/>
                  </a:cubicBezTo>
                  <a:lnTo>
                    <a:pt x="3854" y="17497"/>
                  </a:lnTo>
                  <a:cubicBezTo>
                    <a:pt x="3857" y="17519"/>
                    <a:pt x="3854" y="17541"/>
                    <a:pt x="3843" y="17560"/>
                  </a:cubicBezTo>
                  <a:cubicBezTo>
                    <a:pt x="3833" y="17577"/>
                    <a:pt x="3815" y="17590"/>
                    <a:pt x="3797" y="17596"/>
                  </a:cubicBezTo>
                  <a:lnTo>
                    <a:pt x="3449" y="17672"/>
                  </a:lnTo>
                  <a:cubicBezTo>
                    <a:pt x="3443" y="17673"/>
                    <a:pt x="3438" y="17674"/>
                    <a:pt x="3432" y="17674"/>
                  </a:cubicBezTo>
                  <a:cubicBezTo>
                    <a:pt x="3398" y="17674"/>
                    <a:pt x="3368" y="17647"/>
                    <a:pt x="3360" y="17606"/>
                  </a:cubicBezTo>
                  <a:lnTo>
                    <a:pt x="3284" y="17227"/>
                  </a:lnTo>
                  <a:cubicBezTo>
                    <a:pt x="3280" y="17205"/>
                    <a:pt x="3284" y="17182"/>
                    <a:pt x="3296" y="17164"/>
                  </a:cubicBezTo>
                  <a:cubicBezTo>
                    <a:pt x="3306" y="17146"/>
                    <a:pt x="3322" y="17132"/>
                    <a:pt x="3342" y="17128"/>
                  </a:cubicBezTo>
                  <a:lnTo>
                    <a:pt x="3689" y="17049"/>
                  </a:lnTo>
                  <a:cubicBezTo>
                    <a:pt x="3694" y="17048"/>
                    <a:pt x="3699" y="17047"/>
                    <a:pt x="3703" y="17047"/>
                  </a:cubicBezTo>
                  <a:close/>
                  <a:moveTo>
                    <a:pt x="9197" y="17770"/>
                  </a:moveTo>
                  <a:cubicBezTo>
                    <a:pt x="9233" y="17770"/>
                    <a:pt x="9264" y="17798"/>
                    <a:pt x="9272" y="17839"/>
                  </a:cubicBezTo>
                  <a:lnTo>
                    <a:pt x="9347" y="18216"/>
                  </a:lnTo>
                  <a:cubicBezTo>
                    <a:pt x="9351" y="18237"/>
                    <a:pt x="9347" y="18262"/>
                    <a:pt x="9337" y="18279"/>
                  </a:cubicBezTo>
                  <a:cubicBezTo>
                    <a:pt x="9325" y="18297"/>
                    <a:pt x="9310" y="18309"/>
                    <a:pt x="9290" y="18314"/>
                  </a:cubicBezTo>
                  <a:lnTo>
                    <a:pt x="8943" y="18393"/>
                  </a:lnTo>
                  <a:cubicBezTo>
                    <a:pt x="8938" y="18394"/>
                    <a:pt x="8934" y="18395"/>
                    <a:pt x="8929" y="18395"/>
                  </a:cubicBezTo>
                  <a:cubicBezTo>
                    <a:pt x="8893" y="18395"/>
                    <a:pt x="8861" y="18367"/>
                    <a:pt x="8853" y="18327"/>
                  </a:cubicBezTo>
                  <a:lnTo>
                    <a:pt x="8779" y="17948"/>
                  </a:lnTo>
                  <a:cubicBezTo>
                    <a:pt x="8773" y="17927"/>
                    <a:pt x="8776" y="17904"/>
                    <a:pt x="8789" y="17885"/>
                  </a:cubicBezTo>
                  <a:cubicBezTo>
                    <a:pt x="8800" y="17868"/>
                    <a:pt x="8816" y="17855"/>
                    <a:pt x="8836" y="17849"/>
                  </a:cubicBezTo>
                  <a:lnTo>
                    <a:pt x="9182" y="17772"/>
                  </a:lnTo>
                  <a:cubicBezTo>
                    <a:pt x="9187" y="17771"/>
                    <a:pt x="9192" y="17770"/>
                    <a:pt x="9197" y="17770"/>
                  </a:cubicBezTo>
                  <a:close/>
                  <a:moveTo>
                    <a:pt x="3875" y="17934"/>
                  </a:moveTo>
                  <a:cubicBezTo>
                    <a:pt x="3910" y="17934"/>
                    <a:pt x="3942" y="17962"/>
                    <a:pt x="3950" y="18001"/>
                  </a:cubicBezTo>
                  <a:lnTo>
                    <a:pt x="4026" y="18383"/>
                  </a:lnTo>
                  <a:cubicBezTo>
                    <a:pt x="4029" y="18405"/>
                    <a:pt x="4026" y="18428"/>
                    <a:pt x="4014" y="18445"/>
                  </a:cubicBezTo>
                  <a:cubicBezTo>
                    <a:pt x="4004" y="18463"/>
                    <a:pt x="3987" y="18476"/>
                    <a:pt x="3969" y="18481"/>
                  </a:cubicBezTo>
                  <a:lnTo>
                    <a:pt x="3621" y="18558"/>
                  </a:lnTo>
                  <a:cubicBezTo>
                    <a:pt x="3616" y="18559"/>
                    <a:pt x="3611" y="18559"/>
                    <a:pt x="3606" y="18559"/>
                  </a:cubicBezTo>
                  <a:cubicBezTo>
                    <a:pt x="3570" y="18559"/>
                    <a:pt x="3540" y="18532"/>
                    <a:pt x="3532" y="18492"/>
                  </a:cubicBezTo>
                  <a:lnTo>
                    <a:pt x="3456" y="18113"/>
                  </a:lnTo>
                  <a:cubicBezTo>
                    <a:pt x="3452" y="18091"/>
                    <a:pt x="3456" y="18068"/>
                    <a:pt x="3468" y="18050"/>
                  </a:cubicBezTo>
                  <a:cubicBezTo>
                    <a:pt x="3478" y="18032"/>
                    <a:pt x="3493" y="18018"/>
                    <a:pt x="3513" y="18014"/>
                  </a:cubicBezTo>
                  <a:lnTo>
                    <a:pt x="3861" y="17935"/>
                  </a:lnTo>
                  <a:cubicBezTo>
                    <a:pt x="3866" y="17934"/>
                    <a:pt x="3870" y="17934"/>
                    <a:pt x="3875" y="17934"/>
                  </a:cubicBezTo>
                  <a:close/>
                  <a:moveTo>
                    <a:pt x="9365" y="18694"/>
                  </a:moveTo>
                  <a:cubicBezTo>
                    <a:pt x="9400" y="18694"/>
                    <a:pt x="9432" y="18721"/>
                    <a:pt x="9440" y="18763"/>
                  </a:cubicBezTo>
                  <a:lnTo>
                    <a:pt x="9516" y="19143"/>
                  </a:lnTo>
                  <a:cubicBezTo>
                    <a:pt x="9519" y="19165"/>
                    <a:pt x="9516" y="19188"/>
                    <a:pt x="9504" y="19206"/>
                  </a:cubicBezTo>
                  <a:cubicBezTo>
                    <a:pt x="9494" y="19223"/>
                    <a:pt x="9476" y="19238"/>
                    <a:pt x="9459" y="19242"/>
                  </a:cubicBezTo>
                  <a:lnTo>
                    <a:pt x="9111" y="19318"/>
                  </a:lnTo>
                  <a:cubicBezTo>
                    <a:pt x="9105" y="19319"/>
                    <a:pt x="9100" y="19320"/>
                    <a:pt x="9094" y="19320"/>
                  </a:cubicBezTo>
                  <a:cubicBezTo>
                    <a:pt x="9059" y="19320"/>
                    <a:pt x="9029" y="19293"/>
                    <a:pt x="9022" y="19252"/>
                  </a:cubicBezTo>
                  <a:lnTo>
                    <a:pt x="8946" y="18873"/>
                  </a:lnTo>
                  <a:cubicBezTo>
                    <a:pt x="8942" y="18851"/>
                    <a:pt x="8946" y="18828"/>
                    <a:pt x="8957" y="18810"/>
                  </a:cubicBezTo>
                  <a:cubicBezTo>
                    <a:pt x="8967" y="18793"/>
                    <a:pt x="8983" y="18780"/>
                    <a:pt x="9003" y="18774"/>
                  </a:cubicBezTo>
                  <a:lnTo>
                    <a:pt x="9351" y="18695"/>
                  </a:lnTo>
                  <a:cubicBezTo>
                    <a:pt x="9356" y="18694"/>
                    <a:pt x="9361" y="18694"/>
                    <a:pt x="9365" y="18694"/>
                  </a:cubicBezTo>
                  <a:close/>
                  <a:moveTo>
                    <a:pt x="4034" y="18827"/>
                  </a:moveTo>
                  <a:cubicBezTo>
                    <a:pt x="4069" y="18827"/>
                    <a:pt x="4101" y="18854"/>
                    <a:pt x="4109" y="18894"/>
                  </a:cubicBezTo>
                  <a:lnTo>
                    <a:pt x="4185" y="19274"/>
                  </a:lnTo>
                  <a:cubicBezTo>
                    <a:pt x="4188" y="19295"/>
                    <a:pt x="4186" y="19318"/>
                    <a:pt x="4173" y="19337"/>
                  </a:cubicBezTo>
                  <a:cubicBezTo>
                    <a:pt x="4163" y="19354"/>
                    <a:pt x="4148" y="19367"/>
                    <a:pt x="4127" y="19372"/>
                  </a:cubicBezTo>
                  <a:lnTo>
                    <a:pt x="3780" y="19450"/>
                  </a:lnTo>
                  <a:cubicBezTo>
                    <a:pt x="3775" y="19451"/>
                    <a:pt x="3770" y="19451"/>
                    <a:pt x="3765" y="19451"/>
                  </a:cubicBezTo>
                  <a:cubicBezTo>
                    <a:pt x="3730" y="19451"/>
                    <a:pt x="3698" y="19424"/>
                    <a:pt x="3691" y="19382"/>
                  </a:cubicBezTo>
                  <a:lnTo>
                    <a:pt x="3615" y="19003"/>
                  </a:lnTo>
                  <a:cubicBezTo>
                    <a:pt x="3612" y="18982"/>
                    <a:pt x="3615" y="18959"/>
                    <a:pt x="3626" y="18941"/>
                  </a:cubicBezTo>
                  <a:cubicBezTo>
                    <a:pt x="3636" y="18923"/>
                    <a:pt x="3655" y="18910"/>
                    <a:pt x="3672" y="18906"/>
                  </a:cubicBezTo>
                  <a:lnTo>
                    <a:pt x="4020" y="18828"/>
                  </a:lnTo>
                  <a:cubicBezTo>
                    <a:pt x="4025" y="18827"/>
                    <a:pt x="4030" y="18827"/>
                    <a:pt x="4034" y="18827"/>
                  </a:cubicBezTo>
                  <a:close/>
                  <a:moveTo>
                    <a:pt x="9520" y="19567"/>
                  </a:moveTo>
                  <a:cubicBezTo>
                    <a:pt x="9556" y="19567"/>
                    <a:pt x="9588" y="19594"/>
                    <a:pt x="9596" y="19636"/>
                  </a:cubicBezTo>
                  <a:lnTo>
                    <a:pt x="9669" y="20017"/>
                  </a:lnTo>
                  <a:cubicBezTo>
                    <a:pt x="9673" y="20038"/>
                    <a:pt x="9669" y="20061"/>
                    <a:pt x="9660" y="20080"/>
                  </a:cubicBezTo>
                  <a:cubicBezTo>
                    <a:pt x="9649" y="20097"/>
                    <a:pt x="9632" y="20110"/>
                    <a:pt x="9613" y="20115"/>
                  </a:cubicBezTo>
                  <a:lnTo>
                    <a:pt x="9267" y="20191"/>
                  </a:lnTo>
                  <a:cubicBezTo>
                    <a:pt x="9261" y="20192"/>
                    <a:pt x="9256" y="20193"/>
                    <a:pt x="9251" y="20193"/>
                  </a:cubicBezTo>
                  <a:cubicBezTo>
                    <a:pt x="9216" y="20193"/>
                    <a:pt x="9185" y="20164"/>
                    <a:pt x="9176" y="20125"/>
                  </a:cubicBezTo>
                  <a:lnTo>
                    <a:pt x="9102" y="19746"/>
                  </a:lnTo>
                  <a:cubicBezTo>
                    <a:pt x="9098" y="19725"/>
                    <a:pt x="9102" y="19702"/>
                    <a:pt x="9112" y="19683"/>
                  </a:cubicBezTo>
                  <a:cubicBezTo>
                    <a:pt x="9124" y="19666"/>
                    <a:pt x="9139" y="19652"/>
                    <a:pt x="9159" y="19647"/>
                  </a:cubicBezTo>
                  <a:lnTo>
                    <a:pt x="9506" y="19568"/>
                  </a:lnTo>
                  <a:cubicBezTo>
                    <a:pt x="9511" y="19567"/>
                    <a:pt x="9516" y="19567"/>
                    <a:pt x="9520" y="19567"/>
                  </a:cubicBezTo>
                  <a:close/>
                  <a:moveTo>
                    <a:pt x="4202" y="19752"/>
                  </a:moveTo>
                  <a:cubicBezTo>
                    <a:pt x="4238" y="19752"/>
                    <a:pt x="4270" y="19779"/>
                    <a:pt x="4278" y="19819"/>
                  </a:cubicBezTo>
                  <a:lnTo>
                    <a:pt x="4352" y="20201"/>
                  </a:lnTo>
                  <a:cubicBezTo>
                    <a:pt x="4357" y="20223"/>
                    <a:pt x="4352" y="20244"/>
                    <a:pt x="4342" y="20263"/>
                  </a:cubicBezTo>
                  <a:cubicBezTo>
                    <a:pt x="4331" y="20281"/>
                    <a:pt x="4315" y="20296"/>
                    <a:pt x="4295" y="20299"/>
                  </a:cubicBezTo>
                  <a:lnTo>
                    <a:pt x="3949" y="20376"/>
                  </a:lnTo>
                  <a:cubicBezTo>
                    <a:pt x="3944" y="20377"/>
                    <a:pt x="3939" y="20377"/>
                    <a:pt x="3934" y="20377"/>
                  </a:cubicBezTo>
                  <a:cubicBezTo>
                    <a:pt x="3898" y="20377"/>
                    <a:pt x="3867" y="20350"/>
                    <a:pt x="3858" y="20310"/>
                  </a:cubicBezTo>
                  <a:lnTo>
                    <a:pt x="3784" y="19931"/>
                  </a:lnTo>
                  <a:cubicBezTo>
                    <a:pt x="3780" y="19909"/>
                    <a:pt x="3784" y="19886"/>
                    <a:pt x="3794" y="19868"/>
                  </a:cubicBezTo>
                  <a:cubicBezTo>
                    <a:pt x="3805" y="19851"/>
                    <a:pt x="3821" y="19838"/>
                    <a:pt x="3841" y="19832"/>
                  </a:cubicBezTo>
                  <a:lnTo>
                    <a:pt x="4188" y="19753"/>
                  </a:lnTo>
                  <a:cubicBezTo>
                    <a:pt x="4193" y="19752"/>
                    <a:pt x="4197" y="19752"/>
                    <a:pt x="4202" y="19752"/>
                  </a:cubicBezTo>
                  <a:close/>
                  <a:moveTo>
                    <a:pt x="4358" y="20625"/>
                  </a:moveTo>
                  <a:cubicBezTo>
                    <a:pt x="4394" y="20625"/>
                    <a:pt x="4425" y="20653"/>
                    <a:pt x="4434" y="20692"/>
                  </a:cubicBezTo>
                  <a:lnTo>
                    <a:pt x="4507" y="21074"/>
                  </a:lnTo>
                  <a:cubicBezTo>
                    <a:pt x="4513" y="21096"/>
                    <a:pt x="4507" y="21119"/>
                    <a:pt x="4498" y="21136"/>
                  </a:cubicBezTo>
                  <a:cubicBezTo>
                    <a:pt x="4487" y="21155"/>
                    <a:pt x="4471" y="21168"/>
                    <a:pt x="4451" y="21172"/>
                  </a:cubicBezTo>
                  <a:lnTo>
                    <a:pt x="4105" y="21249"/>
                  </a:lnTo>
                  <a:cubicBezTo>
                    <a:pt x="4100" y="21250"/>
                    <a:pt x="4095" y="21251"/>
                    <a:pt x="4090" y="21251"/>
                  </a:cubicBezTo>
                  <a:cubicBezTo>
                    <a:pt x="4054" y="21251"/>
                    <a:pt x="4022" y="21224"/>
                    <a:pt x="4014" y="21183"/>
                  </a:cubicBezTo>
                  <a:lnTo>
                    <a:pt x="3940" y="20804"/>
                  </a:lnTo>
                  <a:cubicBezTo>
                    <a:pt x="3936" y="20782"/>
                    <a:pt x="3940" y="20760"/>
                    <a:pt x="3950" y="20741"/>
                  </a:cubicBezTo>
                  <a:cubicBezTo>
                    <a:pt x="3961" y="20724"/>
                    <a:pt x="3977" y="20711"/>
                    <a:pt x="3997" y="20705"/>
                  </a:cubicBezTo>
                  <a:lnTo>
                    <a:pt x="4344" y="20626"/>
                  </a:lnTo>
                  <a:cubicBezTo>
                    <a:pt x="4348" y="20625"/>
                    <a:pt x="4353" y="20625"/>
                    <a:pt x="4358" y="20625"/>
                  </a:cubicBezTo>
                  <a:close/>
                  <a:moveTo>
                    <a:pt x="6266" y="1"/>
                  </a:moveTo>
                  <a:lnTo>
                    <a:pt x="0" y="1262"/>
                  </a:lnTo>
                  <a:lnTo>
                    <a:pt x="3868" y="21664"/>
                  </a:lnTo>
                  <a:lnTo>
                    <a:pt x="9991" y="20384"/>
                  </a:lnTo>
                  <a:lnTo>
                    <a:pt x="6266" y="1"/>
                  </a:lnTo>
                  <a:close/>
                </a:path>
              </a:pathLst>
            </a:custGeom>
            <a:solidFill>
              <a:srgbClr val="4729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138"/>
            <p:cNvSpPr/>
            <p:nvPr/>
          </p:nvSpPr>
          <p:spPr>
            <a:xfrm>
              <a:off x="5552300" y="4074025"/>
              <a:ext cx="127600" cy="173600"/>
            </a:xfrm>
            <a:custGeom>
              <a:rect b="b" l="l" r="r" t="t"/>
              <a:pathLst>
                <a:path extrusionOk="0" h="6944" w="5104">
                  <a:moveTo>
                    <a:pt x="3507" y="0"/>
                  </a:moveTo>
                  <a:cubicBezTo>
                    <a:pt x="3479" y="0"/>
                    <a:pt x="3450" y="3"/>
                    <a:pt x="3421" y="9"/>
                  </a:cubicBezTo>
                  <a:lnTo>
                    <a:pt x="487" y="622"/>
                  </a:lnTo>
                  <a:cubicBezTo>
                    <a:pt x="322" y="655"/>
                    <a:pt x="185" y="789"/>
                    <a:pt x="102" y="991"/>
                  </a:cubicBezTo>
                  <a:cubicBezTo>
                    <a:pt x="20" y="1196"/>
                    <a:pt x="0" y="1452"/>
                    <a:pt x="49" y="1705"/>
                  </a:cubicBezTo>
                  <a:lnTo>
                    <a:pt x="882" y="6109"/>
                  </a:lnTo>
                  <a:cubicBezTo>
                    <a:pt x="974" y="6593"/>
                    <a:pt x="1282" y="6944"/>
                    <a:pt x="1596" y="6944"/>
                  </a:cubicBezTo>
                  <a:cubicBezTo>
                    <a:pt x="1625" y="6944"/>
                    <a:pt x="1654" y="6941"/>
                    <a:pt x="1682" y="6935"/>
                  </a:cubicBezTo>
                  <a:lnTo>
                    <a:pt x="4617" y="6322"/>
                  </a:lnTo>
                  <a:cubicBezTo>
                    <a:pt x="4781" y="6289"/>
                    <a:pt x="4919" y="6155"/>
                    <a:pt x="5002" y="5953"/>
                  </a:cubicBezTo>
                  <a:cubicBezTo>
                    <a:pt x="5083" y="5748"/>
                    <a:pt x="5104" y="5492"/>
                    <a:pt x="5055" y="5238"/>
                  </a:cubicBezTo>
                  <a:lnTo>
                    <a:pt x="4222" y="835"/>
                  </a:lnTo>
                  <a:cubicBezTo>
                    <a:pt x="4130" y="351"/>
                    <a:pt x="3822" y="0"/>
                    <a:pt x="3507" y="0"/>
                  </a:cubicBezTo>
                  <a:close/>
                </a:path>
              </a:pathLst>
            </a:custGeom>
            <a:solidFill>
              <a:srgbClr val="894B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138"/>
            <p:cNvSpPr/>
            <p:nvPr/>
          </p:nvSpPr>
          <p:spPr>
            <a:xfrm>
              <a:off x="5522975" y="3908900"/>
              <a:ext cx="127625" cy="173600"/>
            </a:xfrm>
            <a:custGeom>
              <a:rect b="b" l="l" r="r" t="t"/>
              <a:pathLst>
                <a:path extrusionOk="0" h="6944" w="5105">
                  <a:moveTo>
                    <a:pt x="3508" y="0"/>
                  </a:moveTo>
                  <a:cubicBezTo>
                    <a:pt x="3479" y="0"/>
                    <a:pt x="3451" y="3"/>
                    <a:pt x="3422" y="9"/>
                  </a:cubicBezTo>
                  <a:lnTo>
                    <a:pt x="487" y="622"/>
                  </a:lnTo>
                  <a:cubicBezTo>
                    <a:pt x="323" y="656"/>
                    <a:pt x="185" y="789"/>
                    <a:pt x="102" y="994"/>
                  </a:cubicBezTo>
                  <a:cubicBezTo>
                    <a:pt x="21" y="1197"/>
                    <a:pt x="1" y="1453"/>
                    <a:pt x="49" y="1707"/>
                  </a:cubicBezTo>
                  <a:lnTo>
                    <a:pt x="883" y="6109"/>
                  </a:lnTo>
                  <a:cubicBezTo>
                    <a:pt x="974" y="6592"/>
                    <a:pt x="1283" y="6944"/>
                    <a:pt x="1597" y="6944"/>
                  </a:cubicBezTo>
                  <a:cubicBezTo>
                    <a:pt x="1626" y="6944"/>
                    <a:pt x="1654" y="6941"/>
                    <a:pt x="1683" y="6935"/>
                  </a:cubicBezTo>
                  <a:lnTo>
                    <a:pt x="4617" y="6321"/>
                  </a:lnTo>
                  <a:cubicBezTo>
                    <a:pt x="4782" y="6288"/>
                    <a:pt x="4919" y="6153"/>
                    <a:pt x="5002" y="5950"/>
                  </a:cubicBezTo>
                  <a:cubicBezTo>
                    <a:pt x="5084" y="5747"/>
                    <a:pt x="5104" y="5490"/>
                    <a:pt x="5055" y="5237"/>
                  </a:cubicBezTo>
                  <a:lnTo>
                    <a:pt x="4222" y="835"/>
                  </a:lnTo>
                  <a:cubicBezTo>
                    <a:pt x="4130" y="351"/>
                    <a:pt x="3822" y="0"/>
                    <a:pt x="3508" y="0"/>
                  </a:cubicBezTo>
                  <a:close/>
                </a:path>
              </a:pathLst>
            </a:custGeom>
            <a:solidFill>
              <a:srgbClr val="894B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138"/>
            <p:cNvSpPr/>
            <p:nvPr/>
          </p:nvSpPr>
          <p:spPr>
            <a:xfrm>
              <a:off x="5491525" y="3742375"/>
              <a:ext cx="127600" cy="173650"/>
            </a:xfrm>
            <a:custGeom>
              <a:rect b="b" l="l" r="r" t="t"/>
              <a:pathLst>
                <a:path extrusionOk="0" h="6946" w="5104">
                  <a:moveTo>
                    <a:pt x="3507" y="0"/>
                  </a:moveTo>
                  <a:cubicBezTo>
                    <a:pt x="3479" y="0"/>
                    <a:pt x="3450" y="3"/>
                    <a:pt x="3422" y="9"/>
                  </a:cubicBezTo>
                  <a:lnTo>
                    <a:pt x="487" y="623"/>
                  </a:lnTo>
                  <a:cubicBezTo>
                    <a:pt x="322" y="656"/>
                    <a:pt x="185" y="791"/>
                    <a:pt x="103" y="993"/>
                  </a:cubicBezTo>
                  <a:cubicBezTo>
                    <a:pt x="20" y="1197"/>
                    <a:pt x="0" y="1454"/>
                    <a:pt x="49" y="1707"/>
                  </a:cubicBezTo>
                  <a:lnTo>
                    <a:pt x="884" y="6110"/>
                  </a:lnTo>
                  <a:cubicBezTo>
                    <a:pt x="975" y="6594"/>
                    <a:pt x="1284" y="6945"/>
                    <a:pt x="1597" y="6945"/>
                  </a:cubicBezTo>
                  <a:cubicBezTo>
                    <a:pt x="1625" y="6945"/>
                    <a:pt x="1654" y="6942"/>
                    <a:pt x="1682" y="6936"/>
                  </a:cubicBezTo>
                  <a:lnTo>
                    <a:pt x="4617" y="6324"/>
                  </a:lnTo>
                  <a:cubicBezTo>
                    <a:pt x="4782" y="6289"/>
                    <a:pt x="4921" y="6156"/>
                    <a:pt x="5002" y="5953"/>
                  </a:cubicBezTo>
                  <a:cubicBezTo>
                    <a:pt x="5085" y="5750"/>
                    <a:pt x="5104" y="5493"/>
                    <a:pt x="5057" y="5241"/>
                  </a:cubicBezTo>
                  <a:lnTo>
                    <a:pt x="4222" y="835"/>
                  </a:lnTo>
                  <a:cubicBezTo>
                    <a:pt x="4130" y="352"/>
                    <a:pt x="3822" y="0"/>
                    <a:pt x="3507" y="0"/>
                  </a:cubicBezTo>
                  <a:close/>
                </a:path>
              </a:pathLst>
            </a:custGeom>
            <a:solidFill>
              <a:srgbClr val="894B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p138"/>
            <p:cNvSpPr/>
            <p:nvPr/>
          </p:nvSpPr>
          <p:spPr>
            <a:xfrm>
              <a:off x="5501625" y="3977600"/>
              <a:ext cx="206775" cy="283400"/>
            </a:xfrm>
            <a:custGeom>
              <a:rect b="b" l="l" r="r" t="t"/>
              <a:pathLst>
                <a:path extrusionOk="0" h="11336" w="8271">
                  <a:moveTo>
                    <a:pt x="7123" y="5309"/>
                  </a:moveTo>
                  <a:cubicBezTo>
                    <a:pt x="7112" y="5323"/>
                    <a:pt x="7098" y="5333"/>
                    <a:pt x="7082" y="5338"/>
                  </a:cubicBezTo>
                  <a:lnTo>
                    <a:pt x="6735" y="5416"/>
                  </a:lnTo>
                  <a:cubicBezTo>
                    <a:pt x="6694" y="5425"/>
                    <a:pt x="6654" y="5396"/>
                    <a:pt x="6645" y="5351"/>
                  </a:cubicBezTo>
                  <a:lnTo>
                    <a:pt x="6571" y="4971"/>
                  </a:lnTo>
                  <a:cubicBezTo>
                    <a:pt x="6567" y="4950"/>
                    <a:pt x="6571" y="4925"/>
                    <a:pt x="6581" y="4908"/>
                  </a:cubicBezTo>
                  <a:lnTo>
                    <a:pt x="6582" y="4907"/>
                  </a:lnTo>
                  <a:lnTo>
                    <a:pt x="961" y="720"/>
                  </a:lnTo>
                  <a:lnTo>
                    <a:pt x="992" y="886"/>
                  </a:lnTo>
                  <a:cubicBezTo>
                    <a:pt x="998" y="907"/>
                    <a:pt x="992" y="930"/>
                    <a:pt x="982" y="949"/>
                  </a:cubicBezTo>
                  <a:cubicBezTo>
                    <a:pt x="971" y="966"/>
                    <a:pt x="955" y="979"/>
                    <a:pt x="935" y="984"/>
                  </a:cubicBezTo>
                  <a:lnTo>
                    <a:pt x="588" y="1060"/>
                  </a:lnTo>
                  <a:cubicBezTo>
                    <a:pt x="547" y="1070"/>
                    <a:pt x="508" y="1042"/>
                    <a:pt x="498" y="994"/>
                  </a:cubicBezTo>
                  <a:lnTo>
                    <a:pt x="424" y="615"/>
                  </a:lnTo>
                  <a:cubicBezTo>
                    <a:pt x="419" y="594"/>
                    <a:pt x="424" y="571"/>
                    <a:pt x="434" y="552"/>
                  </a:cubicBezTo>
                  <a:cubicBezTo>
                    <a:pt x="445" y="535"/>
                    <a:pt x="461" y="521"/>
                    <a:pt x="481" y="516"/>
                  </a:cubicBezTo>
                  <a:lnTo>
                    <a:pt x="641" y="481"/>
                  </a:lnTo>
                  <a:lnTo>
                    <a:pt x="0" y="1"/>
                  </a:lnTo>
                  <a:lnTo>
                    <a:pt x="2147" y="11336"/>
                  </a:lnTo>
                  <a:lnTo>
                    <a:pt x="8270" y="10056"/>
                  </a:lnTo>
                  <a:lnTo>
                    <a:pt x="7447" y="5548"/>
                  </a:lnTo>
                  <a:close/>
                  <a:moveTo>
                    <a:pt x="659" y="1888"/>
                  </a:moveTo>
                  <a:lnTo>
                    <a:pt x="583" y="1508"/>
                  </a:lnTo>
                  <a:cubicBezTo>
                    <a:pt x="580" y="1487"/>
                    <a:pt x="583" y="1464"/>
                    <a:pt x="594" y="1445"/>
                  </a:cubicBezTo>
                  <a:cubicBezTo>
                    <a:pt x="604" y="1428"/>
                    <a:pt x="623" y="1415"/>
                    <a:pt x="640" y="1410"/>
                  </a:cubicBezTo>
                  <a:lnTo>
                    <a:pt x="988" y="1331"/>
                  </a:lnTo>
                  <a:cubicBezTo>
                    <a:pt x="1026" y="1322"/>
                    <a:pt x="1068" y="1351"/>
                    <a:pt x="1077" y="1397"/>
                  </a:cubicBezTo>
                  <a:lnTo>
                    <a:pt x="1152" y="1776"/>
                  </a:lnTo>
                  <a:cubicBezTo>
                    <a:pt x="1155" y="1798"/>
                    <a:pt x="1154" y="1822"/>
                    <a:pt x="1141" y="1839"/>
                  </a:cubicBezTo>
                  <a:cubicBezTo>
                    <a:pt x="1131" y="1859"/>
                    <a:pt x="1112" y="1872"/>
                    <a:pt x="1095" y="1875"/>
                  </a:cubicBezTo>
                  <a:lnTo>
                    <a:pt x="747" y="1954"/>
                  </a:lnTo>
                  <a:cubicBezTo>
                    <a:pt x="706" y="1962"/>
                    <a:pt x="667" y="1932"/>
                    <a:pt x="659" y="1888"/>
                  </a:cubicBezTo>
                  <a:close/>
                  <a:moveTo>
                    <a:pt x="826" y="2814"/>
                  </a:moveTo>
                  <a:lnTo>
                    <a:pt x="752" y="2435"/>
                  </a:lnTo>
                  <a:cubicBezTo>
                    <a:pt x="747" y="2413"/>
                    <a:pt x="752" y="2390"/>
                    <a:pt x="762" y="2373"/>
                  </a:cubicBezTo>
                  <a:cubicBezTo>
                    <a:pt x="773" y="2354"/>
                    <a:pt x="789" y="2342"/>
                    <a:pt x="809" y="2337"/>
                  </a:cubicBezTo>
                  <a:lnTo>
                    <a:pt x="1155" y="2260"/>
                  </a:lnTo>
                  <a:cubicBezTo>
                    <a:pt x="1197" y="2251"/>
                    <a:pt x="1235" y="2280"/>
                    <a:pt x="1245" y="2326"/>
                  </a:cubicBezTo>
                  <a:lnTo>
                    <a:pt x="1320" y="2705"/>
                  </a:lnTo>
                  <a:cubicBezTo>
                    <a:pt x="1326" y="2727"/>
                    <a:pt x="1320" y="2750"/>
                    <a:pt x="1311" y="2768"/>
                  </a:cubicBezTo>
                  <a:cubicBezTo>
                    <a:pt x="1300" y="2785"/>
                    <a:pt x="1283" y="2798"/>
                    <a:pt x="1264" y="2804"/>
                  </a:cubicBezTo>
                  <a:lnTo>
                    <a:pt x="918" y="2881"/>
                  </a:lnTo>
                  <a:cubicBezTo>
                    <a:pt x="875" y="2888"/>
                    <a:pt x="835" y="2860"/>
                    <a:pt x="826" y="2814"/>
                  </a:cubicBezTo>
                  <a:close/>
                  <a:moveTo>
                    <a:pt x="981" y="3686"/>
                  </a:moveTo>
                  <a:lnTo>
                    <a:pt x="905" y="3306"/>
                  </a:lnTo>
                  <a:cubicBezTo>
                    <a:pt x="902" y="3285"/>
                    <a:pt x="905" y="3262"/>
                    <a:pt x="916" y="3243"/>
                  </a:cubicBezTo>
                  <a:cubicBezTo>
                    <a:pt x="926" y="3226"/>
                    <a:pt x="942" y="3213"/>
                    <a:pt x="962" y="3208"/>
                  </a:cubicBezTo>
                  <a:lnTo>
                    <a:pt x="1310" y="3132"/>
                  </a:lnTo>
                  <a:cubicBezTo>
                    <a:pt x="1350" y="3122"/>
                    <a:pt x="1390" y="3150"/>
                    <a:pt x="1399" y="3198"/>
                  </a:cubicBezTo>
                  <a:lnTo>
                    <a:pt x="1475" y="3577"/>
                  </a:lnTo>
                  <a:cubicBezTo>
                    <a:pt x="1477" y="3598"/>
                    <a:pt x="1476" y="3621"/>
                    <a:pt x="1463" y="3640"/>
                  </a:cubicBezTo>
                  <a:cubicBezTo>
                    <a:pt x="1453" y="3657"/>
                    <a:pt x="1434" y="3670"/>
                    <a:pt x="1417" y="3676"/>
                  </a:cubicBezTo>
                  <a:lnTo>
                    <a:pt x="1069" y="3754"/>
                  </a:lnTo>
                  <a:cubicBezTo>
                    <a:pt x="1031" y="3762"/>
                    <a:pt x="989" y="3733"/>
                    <a:pt x="981" y="3686"/>
                  </a:cubicBezTo>
                  <a:close/>
                  <a:moveTo>
                    <a:pt x="1157" y="4592"/>
                  </a:moveTo>
                  <a:lnTo>
                    <a:pt x="1082" y="4213"/>
                  </a:lnTo>
                  <a:cubicBezTo>
                    <a:pt x="1077" y="4191"/>
                    <a:pt x="1081" y="4167"/>
                    <a:pt x="1092" y="4150"/>
                  </a:cubicBezTo>
                  <a:cubicBezTo>
                    <a:pt x="1104" y="4131"/>
                    <a:pt x="1120" y="4119"/>
                    <a:pt x="1140" y="4114"/>
                  </a:cubicBezTo>
                  <a:lnTo>
                    <a:pt x="1486" y="4035"/>
                  </a:lnTo>
                  <a:cubicBezTo>
                    <a:pt x="1528" y="4026"/>
                    <a:pt x="1568" y="4055"/>
                    <a:pt x="1576" y="4101"/>
                  </a:cubicBezTo>
                  <a:lnTo>
                    <a:pt x="1651" y="4480"/>
                  </a:lnTo>
                  <a:cubicBezTo>
                    <a:pt x="1655" y="4502"/>
                    <a:pt x="1651" y="4525"/>
                    <a:pt x="1641" y="4543"/>
                  </a:cubicBezTo>
                  <a:cubicBezTo>
                    <a:pt x="1629" y="4560"/>
                    <a:pt x="1613" y="4573"/>
                    <a:pt x="1593" y="4579"/>
                  </a:cubicBezTo>
                  <a:lnTo>
                    <a:pt x="1247" y="4656"/>
                  </a:lnTo>
                  <a:cubicBezTo>
                    <a:pt x="1205" y="4665"/>
                    <a:pt x="1167" y="4636"/>
                    <a:pt x="1157" y="4592"/>
                  </a:cubicBezTo>
                  <a:close/>
                  <a:moveTo>
                    <a:pt x="1317" y="5481"/>
                  </a:moveTo>
                  <a:lnTo>
                    <a:pt x="1241" y="5102"/>
                  </a:lnTo>
                  <a:cubicBezTo>
                    <a:pt x="1237" y="5080"/>
                    <a:pt x="1241" y="5057"/>
                    <a:pt x="1253" y="5039"/>
                  </a:cubicBezTo>
                  <a:cubicBezTo>
                    <a:pt x="1263" y="5021"/>
                    <a:pt x="1278" y="5008"/>
                    <a:pt x="1298" y="5003"/>
                  </a:cubicBezTo>
                  <a:lnTo>
                    <a:pt x="1646" y="4925"/>
                  </a:lnTo>
                  <a:cubicBezTo>
                    <a:pt x="1685" y="4917"/>
                    <a:pt x="1726" y="4947"/>
                    <a:pt x="1735" y="4993"/>
                  </a:cubicBezTo>
                  <a:lnTo>
                    <a:pt x="1811" y="5372"/>
                  </a:lnTo>
                  <a:cubicBezTo>
                    <a:pt x="1814" y="5394"/>
                    <a:pt x="1812" y="5416"/>
                    <a:pt x="1801" y="5434"/>
                  </a:cubicBezTo>
                  <a:cubicBezTo>
                    <a:pt x="1791" y="5452"/>
                    <a:pt x="1775" y="5467"/>
                    <a:pt x="1755" y="5469"/>
                  </a:cubicBezTo>
                  <a:lnTo>
                    <a:pt x="1407" y="5548"/>
                  </a:lnTo>
                  <a:cubicBezTo>
                    <a:pt x="1364" y="5555"/>
                    <a:pt x="1326" y="5527"/>
                    <a:pt x="1317" y="5481"/>
                  </a:cubicBezTo>
                  <a:close/>
                  <a:moveTo>
                    <a:pt x="2710" y="10368"/>
                  </a:moveTo>
                  <a:lnTo>
                    <a:pt x="2786" y="10747"/>
                  </a:lnTo>
                  <a:cubicBezTo>
                    <a:pt x="2792" y="10769"/>
                    <a:pt x="2786" y="10792"/>
                    <a:pt x="2777" y="10809"/>
                  </a:cubicBezTo>
                  <a:cubicBezTo>
                    <a:pt x="2766" y="10828"/>
                    <a:pt x="2750" y="10841"/>
                    <a:pt x="2730" y="10845"/>
                  </a:cubicBezTo>
                  <a:lnTo>
                    <a:pt x="2384" y="10922"/>
                  </a:lnTo>
                  <a:cubicBezTo>
                    <a:pt x="2342" y="10931"/>
                    <a:pt x="2302" y="10902"/>
                    <a:pt x="2293" y="10856"/>
                  </a:cubicBezTo>
                  <a:lnTo>
                    <a:pt x="2219" y="10477"/>
                  </a:lnTo>
                  <a:cubicBezTo>
                    <a:pt x="2215" y="10455"/>
                    <a:pt x="2219" y="10433"/>
                    <a:pt x="2229" y="10414"/>
                  </a:cubicBezTo>
                  <a:cubicBezTo>
                    <a:pt x="2240" y="10397"/>
                    <a:pt x="2256" y="10384"/>
                    <a:pt x="2276" y="10378"/>
                  </a:cubicBezTo>
                  <a:lnTo>
                    <a:pt x="2623" y="10299"/>
                  </a:lnTo>
                  <a:cubicBezTo>
                    <a:pt x="2663" y="10292"/>
                    <a:pt x="2701" y="10321"/>
                    <a:pt x="2710" y="10368"/>
                  </a:cubicBezTo>
                  <a:close/>
                  <a:moveTo>
                    <a:pt x="2557" y="9495"/>
                  </a:moveTo>
                  <a:lnTo>
                    <a:pt x="2631" y="9874"/>
                  </a:lnTo>
                  <a:cubicBezTo>
                    <a:pt x="2636" y="9894"/>
                    <a:pt x="2631" y="9916"/>
                    <a:pt x="2621" y="9936"/>
                  </a:cubicBezTo>
                  <a:cubicBezTo>
                    <a:pt x="2610" y="9954"/>
                    <a:pt x="2594" y="9969"/>
                    <a:pt x="2574" y="9972"/>
                  </a:cubicBezTo>
                  <a:lnTo>
                    <a:pt x="2228" y="10049"/>
                  </a:lnTo>
                  <a:cubicBezTo>
                    <a:pt x="2186" y="10057"/>
                    <a:pt x="2147" y="10029"/>
                    <a:pt x="2137" y="9983"/>
                  </a:cubicBezTo>
                  <a:lnTo>
                    <a:pt x="2063" y="9604"/>
                  </a:lnTo>
                  <a:cubicBezTo>
                    <a:pt x="2059" y="9582"/>
                    <a:pt x="2063" y="9559"/>
                    <a:pt x="2073" y="9541"/>
                  </a:cubicBezTo>
                  <a:cubicBezTo>
                    <a:pt x="2084" y="9524"/>
                    <a:pt x="2100" y="9511"/>
                    <a:pt x="2120" y="9505"/>
                  </a:cubicBezTo>
                  <a:lnTo>
                    <a:pt x="2467" y="9426"/>
                  </a:lnTo>
                  <a:cubicBezTo>
                    <a:pt x="2507" y="9419"/>
                    <a:pt x="2548" y="9448"/>
                    <a:pt x="2557" y="9495"/>
                  </a:cubicBezTo>
                  <a:close/>
                  <a:moveTo>
                    <a:pt x="2388" y="8567"/>
                  </a:moveTo>
                  <a:lnTo>
                    <a:pt x="2464" y="8947"/>
                  </a:lnTo>
                  <a:cubicBezTo>
                    <a:pt x="2467" y="8968"/>
                    <a:pt x="2465" y="8991"/>
                    <a:pt x="2452" y="9010"/>
                  </a:cubicBezTo>
                  <a:cubicBezTo>
                    <a:pt x="2442" y="9027"/>
                    <a:pt x="2427" y="9040"/>
                    <a:pt x="2406" y="9045"/>
                  </a:cubicBezTo>
                  <a:lnTo>
                    <a:pt x="2059" y="9123"/>
                  </a:lnTo>
                  <a:cubicBezTo>
                    <a:pt x="2019" y="9131"/>
                    <a:pt x="1978" y="9103"/>
                    <a:pt x="1970" y="9055"/>
                  </a:cubicBezTo>
                  <a:lnTo>
                    <a:pt x="1894" y="8676"/>
                  </a:lnTo>
                  <a:cubicBezTo>
                    <a:pt x="1891" y="8655"/>
                    <a:pt x="1894" y="8632"/>
                    <a:pt x="1905" y="8614"/>
                  </a:cubicBezTo>
                  <a:cubicBezTo>
                    <a:pt x="1915" y="8596"/>
                    <a:pt x="1934" y="8583"/>
                    <a:pt x="1951" y="8579"/>
                  </a:cubicBezTo>
                  <a:lnTo>
                    <a:pt x="2299" y="8501"/>
                  </a:lnTo>
                  <a:cubicBezTo>
                    <a:pt x="2341" y="8493"/>
                    <a:pt x="2379" y="8523"/>
                    <a:pt x="2388" y="8567"/>
                  </a:cubicBezTo>
                  <a:close/>
                  <a:moveTo>
                    <a:pt x="2229" y="7677"/>
                  </a:moveTo>
                  <a:lnTo>
                    <a:pt x="2305" y="8056"/>
                  </a:lnTo>
                  <a:cubicBezTo>
                    <a:pt x="2308" y="8078"/>
                    <a:pt x="2305" y="8101"/>
                    <a:pt x="2293" y="8118"/>
                  </a:cubicBezTo>
                  <a:cubicBezTo>
                    <a:pt x="2283" y="8136"/>
                    <a:pt x="2266" y="8149"/>
                    <a:pt x="2248" y="8154"/>
                  </a:cubicBezTo>
                  <a:lnTo>
                    <a:pt x="1900" y="8231"/>
                  </a:lnTo>
                  <a:cubicBezTo>
                    <a:pt x="1858" y="8239"/>
                    <a:pt x="1820" y="8211"/>
                    <a:pt x="1811" y="8165"/>
                  </a:cubicBezTo>
                  <a:lnTo>
                    <a:pt x="1735" y="7786"/>
                  </a:lnTo>
                  <a:cubicBezTo>
                    <a:pt x="1731" y="7764"/>
                    <a:pt x="1735" y="7741"/>
                    <a:pt x="1747" y="7723"/>
                  </a:cubicBezTo>
                  <a:cubicBezTo>
                    <a:pt x="1757" y="7705"/>
                    <a:pt x="1772" y="7691"/>
                    <a:pt x="1792" y="7687"/>
                  </a:cubicBezTo>
                  <a:lnTo>
                    <a:pt x="2140" y="7608"/>
                  </a:lnTo>
                  <a:cubicBezTo>
                    <a:pt x="2180" y="7601"/>
                    <a:pt x="2220" y="7631"/>
                    <a:pt x="2229" y="7677"/>
                  </a:cubicBezTo>
                  <a:close/>
                  <a:moveTo>
                    <a:pt x="2057" y="6791"/>
                  </a:moveTo>
                  <a:lnTo>
                    <a:pt x="2133" y="7170"/>
                  </a:lnTo>
                  <a:cubicBezTo>
                    <a:pt x="2136" y="7192"/>
                    <a:pt x="2133" y="7214"/>
                    <a:pt x="2122" y="7233"/>
                  </a:cubicBezTo>
                  <a:cubicBezTo>
                    <a:pt x="2112" y="7250"/>
                    <a:pt x="2094" y="7263"/>
                    <a:pt x="2076" y="7269"/>
                  </a:cubicBezTo>
                  <a:lnTo>
                    <a:pt x="1728" y="7345"/>
                  </a:lnTo>
                  <a:cubicBezTo>
                    <a:pt x="1686" y="7355"/>
                    <a:pt x="1648" y="7326"/>
                    <a:pt x="1639" y="7279"/>
                  </a:cubicBezTo>
                  <a:lnTo>
                    <a:pt x="1563" y="6900"/>
                  </a:lnTo>
                  <a:cubicBezTo>
                    <a:pt x="1559" y="6878"/>
                    <a:pt x="1563" y="6855"/>
                    <a:pt x="1575" y="6837"/>
                  </a:cubicBezTo>
                  <a:cubicBezTo>
                    <a:pt x="1585" y="6819"/>
                    <a:pt x="1601" y="6805"/>
                    <a:pt x="1621" y="6801"/>
                  </a:cubicBezTo>
                  <a:lnTo>
                    <a:pt x="1968" y="6722"/>
                  </a:lnTo>
                  <a:cubicBezTo>
                    <a:pt x="2008" y="6715"/>
                    <a:pt x="2049" y="6746"/>
                    <a:pt x="2057" y="6791"/>
                  </a:cubicBezTo>
                  <a:close/>
                  <a:moveTo>
                    <a:pt x="1904" y="5917"/>
                  </a:moveTo>
                  <a:lnTo>
                    <a:pt x="1978" y="6297"/>
                  </a:lnTo>
                  <a:cubicBezTo>
                    <a:pt x="1983" y="6318"/>
                    <a:pt x="1978" y="6341"/>
                    <a:pt x="1968" y="6360"/>
                  </a:cubicBezTo>
                  <a:cubicBezTo>
                    <a:pt x="1957" y="6377"/>
                    <a:pt x="1941" y="6390"/>
                    <a:pt x="1921" y="6396"/>
                  </a:cubicBezTo>
                  <a:lnTo>
                    <a:pt x="1575" y="6474"/>
                  </a:lnTo>
                  <a:cubicBezTo>
                    <a:pt x="1533" y="6483"/>
                    <a:pt x="1493" y="6453"/>
                    <a:pt x="1485" y="6407"/>
                  </a:cubicBezTo>
                  <a:lnTo>
                    <a:pt x="1410" y="6028"/>
                  </a:lnTo>
                  <a:cubicBezTo>
                    <a:pt x="1406" y="6006"/>
                    <a:pt x="1410" y="5983"/>
                    <a:pt x="1420" y="5966"/>
                  </a:cubicBezTo>
                  <a:cubicBezTo>
                    <a:pt x="1432" y="5948"/>
                    <a:pt x="1447" y="5933"/>
                    <a:pt x="1467" y="5930"/>
                  </a:cubicBezTo>
                  <a:lnTo>
                    <a:pt x="1814" y="5852"/>
                  </a:lnTo>
                  <a:cubicBezTo>
                    <a:pt x="1854" y="5842"/>
                    <a:pt x="1894" y="5873"/>
                    <a:pt x="1904" y="5917"/>
                  </a:cubicBezTo>
                  <a:close/>
                  <a:moveTo>
                    <a:pt x="7873" y="9310"/>
                  </a:moveTo>
                  <a:lnTo>
                    <a:pt x="7948" y="9690"/>
                  </a:lnTo>
                  <a:cubicBezTo>
                    <a:pt x="7952" y="9711"/>
                    <a:pt x="7948" y="9734"/>
                    <a:pt x="7939" y="9753"/>
                  </a:cubicBezTo>
                  <a:cubicBezTo>
                    <a:pt x="7928" y="9770"/>
                    <a:pt x="7911" y="9783"/>
                    <a:pt x="7892" y="9788"/>
                  </a:cubicBezTo>
                  <a:lnTo>
                    <a:pt x="7546" y="9864"/>
                  </a:lnTo>
                  <a:cubicBezTo>
                    <a:pt x="7504" y="9874"/>
                    <a:pt x="7466" y="9843"/>
                    <a:pt x="7455" y="9798"/>
                  </a:cubicBezTo>
                  <a:lnTo>
                    <a:pt x="7381" y="9419"/>
                  </a:lnTo>
                  <a:cubicBezTo>
                    <a:pt x="7377" y="9398"/>
                    <a:pt x="7381" y="9375"/>
                    <a:pt x="7391" y="9356"/>
                  </a:cubicBezTo>
                  <a:cubicBezTo>
                    <a:pt x="7403" y="9339"/>
                    <a:pt x="7418" y="9325"/>
                    <a:pt x="7438" y="9320"/>
                  </a:cubicBezTo>
                  <a:lnTo>
                    <a:pt x="7785" y="9241"/>
                  </a:lnTo>
                  <a:cubicBezTo>
                    <a:pt x="7825" y="9234"/>
                    <a:pt x="7863" y="9266"/>
                    <a:pt x="7873" y="9310"/>
                  </a:cubicBezTo>
                  <a:close/>
                  <a:moveTo>
                    <a:pt x="7719" y="8437"/>
                  </a:moveTo>
                  <a:lnTo>
                    <a:pt x="7795" y="8816"/>
                  </a:lnTo>
                  <a:cubicBezTo>
                    <a:pt x="7798" y="8838"/>
                    <a:pt x="7795" y="8861"/>
                    <a:pt x="7783" y="8879"/>
                  </a:cubicBezTo>
                  <a:cubicBezTo>
                    <a:pt x="7773" y="8896"/>
                    <a:pt x="7755" y="8911"/>
                    <a:pt x="7738" y="8915"/>
                  </a:cubicBezTo>
                  <a:lnTo>
                    <a:pt x="7390" y="8991"/>
                  </a:lnTo>
                  <a:cubicBezTo>
                    <a:pt x="7348" y="9001"/>
                    <a:pt x="7309" y="8972"/>
                    <a:pt x="7301" y="8925"/>
                  </a:cubicBezTo>
                  <a:lnTo>
                    <a:pt x="7225" y="8546"/>
                  </a:lnTo>
                  <a:cubicBezTo>
                    <a:pt x="7222" y="8524"/>
                    <a:pt x="7225" y="8501"/>
                    <a:pt x="7236" y="8483"/>
                  </a:cubicBezTo>
                  <a:cubicBezTo>
                    <a:pt x="7246" y="8466"/>
                    <a:pt x="7262" y="8453"/>
                    <a:pt x="7282" y="8447"/>
                  </a:cubicBezTo>
                  <a:lnTo>
                    <a:pt x="7630" y="8368"/>
                  </a:lnTo>
                  <a:cubicBezTo>
                    <a:pt x="7669" y="8361"/>
                    <a:pt x="7710" y="8390"/>
                    <a:pt x="7719" y="8437"/>
                  </a:cubicBezTo>
                  <a:close/>
                  <a:moveTo>
                    <a:pt x="7551" y="7512"/>
                  </a:moveTo>
                  <a:lnTo>
                    <a:pt x="7626" y="7892"/>
                  </a:lnTo>
                  <a:cubicBezTo>
                    <a:pt x="7630" y="7913"/>
                    <a:pt x="7626" y="7936"/>
                    <a:pt x="7616" y="7953"/>
                  </a:cubicBezTo>
                  <a:cubicBezTo>
                    <a:pt x="7604" y="7972"/>
                    <a:pt x="7589" y="7985"/>
                    <a:pt x="7569" y="7989"/>
                  </a:cubicBezTo>
                  <a:lnTo>
                    <a:pt x="7222" y="8068"/>
                  </a:lnTo>
                  <a:cubicBezTo>
                    <a:pt x="7181" y="8078"/>
                    <a:pt x="7141" y="8046"/>
                    <a:pt x="7132" y="8002"/>
                  </a:cubicBezTo>
                  <a:lnTo>
                    <a:pt x="7058" y="7622"/>
                  </a:lnTo>
                  <a:cubicBezTo>
                    <a:pt x="7052" y="7601"/>
                    <a:pt x="7055" y="7578"/>
                    <a:pt x="7068" y="7559"/>
                  </a:cubicBezTo>
                  <a:cubicBezTo>
                    <a:pt x="7079" y="7542"/>
                    <a:pt x="7095" y="7529"/>
                    <a:pt x="7115" y="7524"/>
                  </a:cubicBezTo>
                  <a:lnTo>
                    <a:pt x="7461" y="7448"/>
                  </a:lnTo>
                  <a:cubicBezTo>
                    <a:pt x="7501" y="7435"/>
                    <a:pt x="7541" y="7465"/>
                    <a:pt x="7551" y="7512"/>
                  </a:cubicBezTo>
                  <a:close/>
                  <a:moveTo>
                    <a:pt x="7391" y="6620"/>
                  </a:moveTo>
                  <a:lnTo>
                    <a:pt x="7467" y="7000"/>
                  </a:lnTo>
                  <a:cubicBezTo>
                    <a:pt x="7470" y="7021"/>
                    <a:pt x="7467" y="7044"/>
                    <a:pt x="7455" y="7063"/>
                  </a:cubicBezTo>
                  <a:cubicBezTo>
                    <a:pt x="7445" y="7080"/>
                    <a:pt x="7430" y="7093"/>
                    <a:pt x="7410" y="7098"/>
                  </a:cubicBezTo>
                  <a:lnTo>
                    <a:pt x="7062" y="7176"/>
                  </a:lnTo>
                  <a:cubicBezTo>
                    <a:pt x="7022" y="7184"/>
                    <a:pt x="6982" y="7156"/>
                    <a:pt x="6973" y="7109"/>
                  </a:cubicBezTo>
                  <a:lnTo>
                    <a:pt x="6897" y="6729"/>
                  </a:lnTo>
                  <a:cubicBezTo>
                    <a:pt x="6894" y="6708"/>
                    <a:pt x="6897" y="6685"/>
                    <a:pt x="6909" y="6668"/>
                  </a:cubicBezTo>
                  <a:cubicBezTo>
                    <a:pt x="6919" y="6649"/>
                    <a:pt x="6936" y="6635"/>
                    <a:pt x="6954" y="6632"/>
                  </a:cubicBezTo>
                  <a:lnTo>
                    <a:pt x="7302" y="6555"/>
                  </a:lnTo>
                  <a:cubicBezTo>
                    <a:pt x="7341" y="6546"/>
                    <a:pt x="7382" y="6575"/>
                    <a:pt x="7391" y="6620"/>
                  </a:cubicBezTo>
                  <a:close/>
                  <a:moveTo>
                    <a:pt x="7219" y="5733"/>
                  </a:moveTo>
                  <a:lnTo>
                    <a:pt x="7295" y="6112"/>
                  </a:lnTo>
                  <a:cubicBezTo>
                    <a:pt x="7298" y="6134"/>
                    <a:pt x="7295" y="6157"/>
                    <a:pt x="7284" y="6175"/>
                  </a:cubicBezTo>
                  <a:cubicBezTo>
                    <a:pt x="7274" y="6192"/>
                    <a:pt x="7258" y="6207"/>
                    <a:pt x="7238" y="6211"/>
                  </a:cubicBezTo>
                  <a:lnTo>
                    <a:pt x="6890" y="6288"/>
                  </a:lnTo>
                  <a:cubicBezTo>
                    <a:pt x="6850" y="6297"/>
                    <a:pt x="6810" y="6268"/>
                    <a:pt x="6801" y="6221"/>
                  </a:cubicBezTo>
                  <a:lnTo>
                    <a:pt x="6725" y="5842"/>
                  </a:lnTo>
                  <a:cubicBezTo>
                    <a:pt x="6723" y="5820"/>
                    <a:pt x="6725" y="5797"/>
                    <a:pt x="6735" y="5780"/>
                  </a:cubicBezTo>
                  <a:cubicBezTo>
                    <a:pt x="6745" y="5761"/>
                    <a:pt x="6761" y="5747"/>
                    <a:pt x="6781" y="5744"/>
                  </a:cubicBezTo>
                  <a:lnTo>
                    <a:pt x="7129" y="5666"/>
                  </a:lnTo>
                  <a:cubicBezTo>
                    <a:pt x="7169" y="5658"/>
                    <a:pt x="7211" y="5688"/>
                    <a:pt x="7219" y="573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p138"/>
            <p:cNvSpPr/>
            <p:nvPr/>
          </p:nvSpPr>
          <p:spPr>
            <a:xfrm>
              <a:off x="5458600" y="3719400"/>
              <a:ext cx="230325" cy="403075"/>
            </a:xfrm>
            <a:custGeom>
              <a:rect b="b" l="l" r="r" t="t"/>
              <a:pathLst>
                <a:path extrusionOk="0" h="16123" w="9213">
                  <a:moveTo>
                    <a:pt x="0" y="1263"/>
                  </a:moveTo>
                  <a:lnTo>
                    <a:pt x="1767" y="10579"/>
                  </a:lnTo>
                  <a:lnTo>
                    <a:pt x="2162" y="10876"/>
                  </a:lnTo>
                  <a:cubicBezTo>
                    <a:pt x="2173" y="10861"/>
                    <a:pt x="2186" y="10850"/>
                    <a:pt x="2202" y="10846"/>
                  </a:cubicBezTo>
                  <a:lnTo>
                    <a:pt x="2548" y="10768"/>
                  </a:lnTo>
                  <a:cubicBezTo>
                    <a:pt x="2590" y="10758"/>
                    <a:pt x="2630" y="10787"/>
                    <a:pt x="2639" y="10834"/>
                  </a:cubicBezTo>
                  <a:lnTo>
                    <a:pt x="2713" y="11214"/>
                  </a:lnTo>
                  <a:cubicBezTo>
                    <a:pt x="2719" y="11235"/>
                    <a:pt x="2713" y="11258"/>
                    <a:pt x="2703" y="11275"/>
                  </a:cubicBezTo>
                  <a:lnTo>
                    <a:pt x="2703" y="11275"/>
                  </a:lnTo>
                  <a:cubicBezTo>
                    <a:pt x="4302" y="12466"/>
                    <a:pt x="6106" y="13842"/>
                    <a:pt x="8325" y="15461"/>
                  </a:cubicBezTo>
                  <a:lnTo>
                    <a:pt x="8293" y="15296"/>
                  </a:lnTo>
                  <a:cubicBezTo>
                    <a:pt x="8289" y="15275"/>
                    <a:pt x="8293" y="15252"/>
                    <a:pt x="8303" y="15233"/>
                  </a:cubicBezTo>
                  <a:cubicBezTo>
                    <a:pt x="8315" y="15216"/>
                    <a:pt x="8330" y="15202"/>
                    <a:pt x="8350" y="15198"/>
                  </a:cubicBezTo>
                  <a:lnTo>
                    <a:pt x="8697" y="15120"/>
                  </a:lnTo>
                  <a:cubicBezTo>
                    <a:pt x="8738" y="15110"/>
                    <a:pt x="8779" y="15139"/>
                    <a:pt x="8787" y="15186"/>
                  </a:cubicBezTo>
                  <a:lnTo>
                    <a:pt x="8862" y="15566"/>
                  </a:lnTo>
                  <a:cubicBezTo>
                    <a:pt x="8866" y="15587"/>
                    <a:pt x="8862" y="15610"/>
                    <a:pt x="8852" y="15627"/>
                  </a:cubicBezTo>
                  <a:cubicBezTo>
                    <a:pt x="8840" y="15647"/>
                    <a:pt x="8824" y="15660"/>
                    <a:pt x="8804" y="15663"/>
                  </a:cubicBezTo>
                  <a:lnTo>
                    <a:pt x="8645" y="15699"/>
                  </a:lnTo>
                  <a:lnTo>
                    <a:pt x="9212" y="16122"/>
                  </a:lnTo>
                  <a:lnTo>
                    <a:pt x="6268" y="0"/>
                  </a:lnTo>
                  <a:close/>
                  <a:moveTo>
                    <a:pt x="619" y="2523"/>
                  </a:moveTo>
                  <a:lnTo>
                    <a:pt x="543" y="2143"/>
                  </a:lnTo>
                  <a:cubicBezTo>
                    <a:pt x="537" y="2122"/>
                    <a:pt x="541" y="2098"/>
                    <a:pt x="554" y="2080"/>
                  </a:cubicBezTo>
                  <a:cubicBezTo>
                    <a:pt x="564" y="2062"/>
                    <a:pt x="580" y="2048"/>
                    <a:pt x="600" y="2045"/>
                  </a:cubicBezTo>
                  <a:lnTo>
                    <a:pt x="948" y="1967"/>
                  </a:lnTo>
                  <a:cubicBezTo>
                    <a:pt x="988" y="1959"/>
                    <a:pt x="1028" y="1987"/>
                    <a:pt x="1037" y="2033"/>
                  </a:cubicBezTo>
                  <a:lnTo>
                    <a:pt x="1113" y="2413"/>
                  </a:lnTo>
                  <a:cubicBezTo>
                    <a:pt x="1116" y="2434"/>
                    <a:pt x="1113" y="2458"/>
                    <a:pt x="1101" y="2476"/>
                  </a:cubicBezTo>
                  <a:cubicBezTo>
                    <a:pt x="1091" y="2494"/>
                    <a:pt x="1074" y="2506"/>
                    <a:pt x="1055" y="2511"/>
                  </a:cubicBezTo>
                  <a:lnTo>
                    <a:pt x="708" y="2590"/>
                  </a:lnTo>
                  <a:cubicBezTo>
                    <a:pt x="669" y="2597"/>
                    <a:pt x="627" y="2569"/>
                    <a:pt x="619" y="2523"/>
                  </a:cubicBezTo>
                  <a:close/>
                  <a:moveTo>
                    <a:pt x="778" y="3413"/>
                  </a:moveTo>
                  <a:lnTo>
                    <a:pt x="702" y="3034"/>
                  </a:lnTo>
                  <a:cubicBezTo>
                    <a:pt x="698" y="3012"/>
                    <a:pt x="702" y="2990"/>
                    <a:pt x="713" y="2971"/>
                  </a:cubicBezTo>
                  <a:cubicBezTo>
                    <a:pt x="723" y="2954"/>
                    <a:pt x="740" y="2939"/>
                    <a:pt x="759" y="2935"/>
                  </a:cubicBezTo>
                  <a:lnTo>
                    <a:pt x="1107" y="2856"/>
                  </a:lnTo>
                  <a:cubicBezTo>
                    <a:pt x="1146" y="2848"/>
                    <a:pt x="1187" y="2878"/>
                    <a:pt x="1196" y="2924"/>
                  </a:cubicBezTo>
                  <a:lnTo>
                    <a:pt x="1272" y="3303"/>
                  </a:lnTo>
                  <a:cubicBezTo>
                    <a:pt x="1274" y="3324"/>
                    <a:pt x="1272" y="3347"/>
                    <a:pt x="1263" y="3365"/>
                  </a:cubicBezTo>
                  <a:cubicBezTo>
                    <a:pt x="1252" y="3383"/>
                    <a:pt x="1234" y="3396"/>
                    <a:pt x="1216" y="3400"/>
                  </a:cubicBezTo>
                  <a:lnTo>
                    <a:pt x="869" y="3478"/>
                  </a:lnTo>
                  <a:cubicBezTo>
                    <a:pt x="828" y="3489"/>
                    <a:pt x="786" y="3460"/>
                    <a:pt x="778" y="3413"/>
                  </a:cubicBezTo>
                  <a:close/>
                  <a:moveTo>
                    <a:pt x="945" y="4341"/>
                  </a:moveTo>
                  <a:lnTo>
                    <a:pt x="871" y="3962"/>
                  </a:lnTo>
                  <a:cubicBezTo>
                    <a:pt x="866" y="3940"/>
                    <a:pt x="871" y="3916"/>
                    <a:pt x="881" y="3899"/>
                  </a:cubicBezTo>
                  <a:cubicBezTo>
                    <a:pt x="892" y="3880"/>
                    <a:pt x="908" y="3868"/>
                    <a:pt x="928" y="3863"/>
                  </a:cubicBezTo>
                  <a:lnTo>
                    <a:pt x="1274" y="3784"/>
                  </a:lnTo>
                  <a:cubicBezTo>
                    <a:pt x="1316" y="3775"/>
                    <a:pt x="1356" y="3805"/>
                    <a:pt x="1365" y="3850"/>
                  </a:cubicBezTo>
                  <a:lnTo>
                    <a:pt x="1439" y="4229"/>
                  </a:lnTo>
                  <a:cubicBezTo>
                    <a:pt x="1443" y="4251"/>
                    <a:pt x="1439" y="4274"/>
                    <a:pt x="1429" y="4292"/>
                  </a:cubicBezTo>
                  <a:cubicBezTo>
                    <a:pt x="1418" y="4312"/>
                    <a:pt x="1402" y="4324"/>
                    <a:pt x="1382" y="4328"/>
                  </a:cubicBezTo>
                  <a:lnTo>
                    <a:pt x="1035" y="4407"/>
                  </a:lnTo>
                  <a:cubicBezTo>
                    <a:pt x="994" y="4415"/>
                    <a:pt x="955" y="4385"/>
                    <a:pt x="945" y="4341"/>
                  </a:cubicBezTo>
                  <a:close/>
                  <a:moveTo>
                    <a:pt x="1100" y="5214"/>
                  </a:moveTo>
                  <a:lnTo>
                    <a:pt x="1024" y="4835"/>
                  </a:lnTo>
                  <a:cubicBezTo>
                    <a:pt x="1021" y="4813"/>
                    <a:pt x="1024" y="4789"/>
                    <a:pt x="1035" y="4772"/>
                  </a:cubicBezTo>
                  <a:cubicBezTo>
                    <a:pt x="1045" y="4753"/>
                    <a:pt x="1063" y="4739"/>
                    <a:pt x="1081" y="4736"/>
                  </a:cubicBezTo>
                  <a:lnTo>
                    <a:pt x="1429" y="4659"/>
                  </a:lnTo>
                  <a:cubicBezTo>
                    <a:pt x="1471" y="4650"/>
                    <a:pt x="1509" y="4679"/>
                    <a:pt x="1518" y="4725"/>
                  </a:cubicBezTo>
                  <a:lnTo>
                    <a:pt x="1594" y="5104"/>
                  </a:lnTo>
                  <a:cubicBezTo>
                    <a:pt x="1599" y="5125"/>
                    <a:pt x="1594" y="5150"/>
                    <a:pt x="1582" y="5167"/>
                  </a:cubicBezTo>
                  <a:cubicBezTo>
                    <a:pt x="1572" y="5185"/>
                    <a:pt x="1554" y="5200"/>
                    <a:pt x="1536" y="5203"/>
                  </a:cubicBezTo>
                  <a:lnTo>
                    <a:pt x="1189" y="5281"/>
                  </a:lnTo>
                  <a:cubicBezTo>
                    <a:pt x="1150" y="5287"/>
                    <a:pt x="1110" y="5258"/>
                    <a:pt x="1100" y="5214"/>
                  </a:cubicBezTo>
                  <a:close/>
                  <a:moveTo>
                    <a:pt x="1273" y="6099"/>
                  </a:moveTo>
                  <a:lnTo>
                    <a:pt x="1197" y="5719"/>
                  </a:lnTo>
                  <a:cubicBezTo>
                    <a:pt x="1194" y="5698"/>
                    <a:pt x="1197" y="5675"/>
                    <a:pt x="1209" y="5658"/>
                  </a:cubicBezTo>
                  <a:cubicBezTo>
                    <a:pt x="1220" y="5639"/>
                    <a:pt x="1236" y="5625"/>
                    <a:pt x="1256" y="5622"/>
                  </a:cubicBezTo>
                  <a:lnTo>
                    <a:pt x="1602" y="5543"/>
                  </a:lnTo>
                  <a:cubicBezTo>
                    <a:pt x="1644" y="5533"/>
                    <a:pt x="1682" y="5562"/>
                    <a:pt x="1692" y="5609"/>
                  </a:cubicBezTo>
                  <a:lnTo>
                    <a:pt x="1767" y="5989"/>
                  </a:lnTo>
                  <a:cubicBezTo>
                    <a:pt x="1771" y="6010"/>
                    <a:pt x="1768" y="6033"/>
                    <a:pt x="1757" y="6052"/>
                  </a:cubicBezTo>
                  <a:cubicBezTo>
                    <a:pt x="1745" y="6069"/>
                    <a:pt x="1730" y="6083"/>
                    <a:pt x="1710" y="6087"/>
                  </a:cubicBezTo>
                  <a:lnTo>
                    <a:pt x="1363" y="6163"/>
                  </a:lnTo>
                  <a:cubicBezTo>
                    <a:pt x="1322" y="6175"/>
                    <a:pt x="1280" y="6145"/>
                    <a:pt x="1273" y="6099"/>
                  </a:cubicBezTo>
                  <a:close/>
                  <a:moveTo>
                    <a:pt x="1430" y="6991"/>
                  </a:moveTo>
                  <a:lnTo>
                    <a:pt x="1356" y="6611"/>
                  </a:lnTo>
                  <a:cubicBezTo>
                    <a:pt x="1350" y="6590"/>
                    <a:pt x="1356" y="6567"/>
                    <a:pt x="1365" y="6548"/>
                  </a:cubicBezTo>
                  <a:cubicBezTo>
                    <a:pt x="1375" y="6531"/>
                    <a:pt x="1392" y="6517"/>
                    <a:pt x="1410" y="6513"/>
                  </a:cubicBezTo>
                  <a:lnTo>
                    <a:pt x="1758" y="6434"/>
                  </a:lnTo>
                  <a:cubicBezTo>
                    <a:pt x="1800" y="6425"/>
                    <a:pt x="1838" y="6454"/>
                    <a:pt x="1847" y="6500"/>
                  </a:cubicBezTo>
                  <a:lnTo>
                    <a:pt x="1923" y="6879"/>
                  </a:lnTo>
                  <a:cubicBezTo>
                    <a:pt x="1926" y="6900"/>
                    <a:pt x="1923" y="6925"/>
                    <a:pt x="1911" y="6942"/>
                  </a:cubicBezTo>
                  <a:cubicBezTo>
                    <a:pt x="1901" y="6962"/>
                    <a:pt x="1886" y="6975"/>
                    <a:pt x="1866" y="6978"/>
                  </a:cubicBezTo>
                  <a:lnTo>
                    <a:pt x="1518" y="7055"/>
                  </a:lnTo>
                  <a:cubicBezTo>
                    <a:pt x="1481" y="7064"/>
                    <a:pt x="1439" y="7035"/>
                    <a:pt x="1430" y="6991"/>
                  </a:cubicBezTo>
                  <a:close/>
                  <a:moveTo>
                    <a:pt x="1566" y="7749"/>
                  </a:moveTo>
                  <a:lnTo>
                    <a:pt x="1492" y="7370"/>
                  </a:lnTo>
                  <a:cubicBezTo>
                    <a:pt x="1488" y="7349"/>
                    <a:pt x="1492" y="7326"/>
                    <a:pt x="1502" y="7307"/>
                  </a:cubicBezTo>
                  <a:cubicBezTo>
                    <a:pt x="1513" y="7290"/>
                    <a:pt x="1529" y="7277"/>
                    <a:pt x="1549" y="7271"/>
                  </a:cubicBezTo>
                  <a:lnTo>
                    <a:pt x="1896" y="7194"/>
                  </a:lnTo>
                  <a:cubicBezTo>
                    <a:pt x="1937" y="7185"/>
                    <a:pt x="1976" y="7214"/>
                    <a:pt x="1986" y="7261"/>
                  </a:cubicBezTo>
                  <a:lnTo>
                    <a:pt x="2060" y="7641"/>
                  </a:lnTo>
                  <a:cubicBezTo>
                    <a:pt x="2065" y="7661"/>
                    <a:pt x="2062" y="7685"/>
                    <a:pt x="2052" y="7702"/>
                  </a:cubicBezTo>
                  <a:cubicBezTo>
                    <a:pt x="2040" y="7722"/>
                    <a:pt x="2023" y="7735"/>
                    <a:pt x="2005" y="7738"/>
                  </a:cubicBezTo>
                  <a:lnTo>
                    <a:pt x="1658" y="7817"/>
                  </a:lnTo>
                  <a:cubicBezTo>
                    <a:pt x="1615" y="7822"/>
                    <a:pt x="1575" y="7794"/>
                    <a:pt x="1566" y="7749"/>
                  </a:cubicBezTo>
                  <a:close/>
                  <a:moveTo>
                    <a:pt x="1725" y="8638"/>
                  </a:moveTo>
                  <a:lnTo>
                    <a:pt x="1651" y="8259"/>
                  </a:lnTo>
                  <a:cubicBezTo>
                    <a:pt x="1647" y="8238"/>
                    <a:pt x="1651" y="8215"/>
                    <a:pt x="1661" y="8196"/>
                  </a:cubicBezTo>
                  <a:cubicBezTo>
                    <a:pt x="1672" y="8179"/>
                    <a:pt x="1688" y="8166"/>
                    <a:pt x="1708" y="8160"/>
                  </a:cubicBezTo>
                  <a:lnTo>
                    <a:pt x="2055" y="8081"/>
                  </a:lnTo>
                  <a:cubicBezTo>
                    <a:pt x="2096" y="8073"/>
                    <a:pt x="2136" y="8103"/>
                    <a:pt x="2145" y="8149"/>
                  </a:cubicBezTo>
                  <a:lnTo>
                    <a:pt x="2219" y="8528"/>
                  </a:lnTo>
                  <a:cubicBezTo>
                    <a:pt x="2224" y="8550"/>
                    <a:pt x="2222" y="8572"/>
                    <a:pt x="2209" y="8590"/>
                  </a:cubicBezTo>
                  <a:cubicBezTo>
                    <a:pt x="2198" y="8608"/>
                    <a:pt x="2181" y="8621"/>
                    <a:pt x="2162" y="8625"/>
                  </a:cubicBezTo>
                  <a:lnTo>
                    <a:pt x="1816" y="8703"/>
                  </a:lnTo>
                  <a:cubicBezTo>
                    <a:pt x="1774" y="8714"/>
                    <a:pt x="1735" y="8686"/>
                    <a:pt x="1725" y="8638"/>
                  </a:cubicBezTo>
                  <a:close/>
                  <a:moveTo>
                    <a:pt x="1894" y="9566"/>
                  </a:moveTo>
                  <a:lnTo>
                    <a:pt x="1818" y="9187"/>
                  </a:lnTo>
                  <a:cubicBezTo>
                    <a:pt x="1816" y="9165"/>
                    <a:pt x="1818" y="9141"/>
                    <a:pt x="1830" y="9124"/>
                  </a:cubicBezTo>
                  <a:cubicBezTo>
                    <a:pt x="1840" y="9105"/>
                    <a:pt x="1857" y="9094"/>
                    <a:pt x="1876" y="9088"/>
                  </a:cubicBezTo>
                  <a:lnTo>
                    <a:pt x="2224" y="9011"/>
                  </a:lnTo>
                  <a:cubicBezTo>
                    <a:pt x="2265" y="9002"/>
                    <a:pt x="2304" y="9031"/>
                    <a:pt x="2312" y="9076"/>
                  </a:cubicBezTo>
                  <a:lnTo>
                    <a:pt x="2388" y="9456"/>
                  </a:lnTo>
                  <a:cubicBezTo>
                    <a:pt x="2391" y="9477"/>
                    <a:pt x="2388" y="9502"/>
                    <a:pt x="2377" y="9519"/>
                  </a:cubicBezTo>
                  <a:cubicBezTo>
                    <a:pt x="2367" y="9537"/>
                    <a:pt x="2351" y="9552"/>
                    <a:pt x="2331" y="9555"/>
                  </a:cubicBezTo>
                  <a:lnTo>
                    <a:pt x="1983" y="9633"/>
                  </a:lnTo>
                  <a:cubicBezTo>
                    <a:pt x="1943" y="9640"/>
                    <a:pt x="1903" y="9610"/>
                    <a:pt x="1894" y="9566"/>
                  </a:cubicBezTo>
                  <a:close/>
                  <a:moveTo>
                    <a:pt x="2138" y="10505"/>
                  </a:moveTo>
                  <a:cubicBezTo>
                    <a:pt x="2096" y="10514"/>
                    <a:pt x="2057" y="10485"/>
                    <a:pt x="2047" y="10439"/>
                  </a:cubicBezTo>
                  <a:lnTo>
                    <a:pt x="1973" y="10060"/>
                  </a:lnTo>
                  <a:cubicBezTo>
                    <a:pt x="1969" y="10038"/>
                    <a:pt x="1973" y="10014"/>
                    <a:pt x="1983" y="9997"/>
                  </a:cubicBezTo>
                  <a:cubicBezTo>
                    <a:pt x="1994" y="9978"/>
                    <a:pt x="2010" y="9964"/>
                    <a:pt x="2030" y="9961"/>
                  </a:cubicBezTo>
                  <a:lnTo>
                    <a:pt x="2377" y="9884"/>
                  </a:lnTo>
                  <a:cubicBezTo>
                    <a:pt x="2418" y="9875"/>
                    <a:pt x="2458" y="9904"/>
                    <a:pt x="2467" y="9950"/>
                  </a:cubicBezTo>
                  <a:lnTo>
                    <a:pt x="2541" y="10329"/>
                  </a:lnTo>
                  <a:cubicBezTo>
                    <a:pt x="2546" y="10350"/>
                    <a:pt x="2541" y="10375"/>
                    <a:pt x="2533" y="10392"/>
                  </a:cubicBezTo>
                  <a:cubicBezTo>
                    <a:pt x="2523" y="10411"/>
                    <a:pt x="2504" y="10425"/>
                    <a:pt x="2487" y="10428"/>
                  </a:cubicBezTo>
                  <a:close/>
                  <a:moveTo>
                    <a:pt x="8618" y="14263"/>
                  </a:moveTo>
                  <a:lnTo>
                    <a:pt x="8694" y="14642"/>
                  </a:lnTo>
                  <a:cubicBezTo>
                    <a:pt x="8697" y="14664"/>
                    <a:pt x="8694" y="14687"/>
                    <a:pt x="8683" y="14705"/>
                  </a:cubicBezTo>
                  <a:cubicBezTo>
                    <a:pt x="8673" y="14724"/>
                    <a:pt x="8657" y="14737"/>
                    <a:pt x="8637" y="14741"/>
                  </a:cubicBezTo>
                  <a:lnTo>
                    <a:pt x="8289" y="14817"/>
                  </a:lnTo>
                  <a:cubicBezTo>
                    <a:pt x="8249" y="14827"/>
                    <a:pt x="8209" y="14798"/>
                    <a:pt x="8200" y="14751"/>
                  </a:cubicBezTo>
                  <a:lnTo>
                    <a:pt x="8124" y="14372"/>
                  </a:lnTo>
                  <a:cubicBezTo>
                    <a:pt x="8121" y="14350"/>
                    <a:pt x="8124" y="14327"/>
                    <a:pt x="8136" y="14309"/>
                  </a:cubicBezTo>
                  <a:cubicBezTo>
                    <a:pt x="8146" y="14291"/>
                    <a:pt x="8163" y="14279"/>
                    <a:pt x="8182" y="14273"/>
                  </a:cubicBezTo>
                  <a:lnTo>
                    <a:pt x="8529" y="14194"/>
                  </a:lnTo>
                  <a:cubicBezTo>
                    <a:pt x="8568" y="14187"/>
                    <a:pt x="8610" y="14216"/>
                    <a:pt x="8618" y="14263"/>
                  </a:cubicBezTo>
                  <a:close/>
                  <a:moveTo>
                    <a:pt x="8459" y="13371"/>
                  </a:moveTo>
                  <a:lnTo>
                    <a:pt x="8535" y="13750"/>
                  </a:lnTo>
                  <a:cubicBezTo>
                    <a:pt x="8538" y="13772"/>
                    <a:pt x="8535" y="13796"/>
                    <a:pt x="8524" y="13813"/>
                  </a:cubicBezTo>
                  <a:cubicBezTo>
                    <a:pt x="8514" y="13832"/>
                    <a:pt x="8497" y="13846"/>
                    <a:pt x="8478" y="13849"/>
                  </a:cubicBezTo>
                  <a:lnTo>
                    <a:pt x="8130" y="13926"/>
                  </a:lnTo>
                  <a:cubicBezTo>
                    <a:pt x="8089" y="13935"/>
                    <a:pt x="8050" y="13906"/>
                    <a:pt x="8041" y="13861"/>
                  </a:cubicBezTo>
                  <a:lnTo>
                    <a:pt x="7965" y="13481"/>
                  </a:lnTo>
                  <a:cubicBezTo>
                    <a:pt x="7961" y="13460"/>
                    <a:pt x="7965" y="13435"/>
                    <a:pt x="7977" y="13418"/>
                  </a:cubicBezTo>
                  <a:cubicBezTo>
                    <a:pt x="7987" y="13400"/>
                    <a:pt x="8003" y="13385"/>
                    <a:pt x="8023" y="13382"/>
                  </a:cubicBezTo>
                  <a:lnTo>
                    <a:pt x="8371" y="13305"/>
                  </a:lnTo>
                  <a:cubicBezTo>
                    <a:pt x="8409" y="13297"/>
                    <a:pt x="8451" y="13327"/>
                    <a:pt x="8459" y="13371"/>
                  </a:cubicBezTo>
                  <a:close/>
                  <a:moveTo>
                    <a:pt x="8282" y="12468"/>
                  </a:moveTo>
                  <a:lnTo>
                    <a:pt x="8358" y="12847"/>
                  </a:lnTo>
                  <a:cubicBezTo>
                    <a:pt x="8361" y="12869"/>
                    <a:pt x="8359" y="12891"/>
                    <a:pt x="8349" y="12910"/>
                  </a:cubicBezTo>
                  <a:cubicBezTo>
                    <a:pt x="8338" y="12927"/>
                    <a:pt x="8320" y="12940"/>
                    <a:pt x="8302" y="12946"/>
                  </a:cubicBezTo>
                  <a:lnTo>
                    <a:pt x="7955" y="13023"/>
                  </a:lnTo>
                  <a:cubicBezTo>
                    <a:pt x="7914" y="13032"/>
                    <a:pt x="7874" y="13003"/>
                    <a:pt x="7865" y="12956"/>
                  </a:cubicBezTo>
                  <a:lnTo>
                    <a:pt x="7791" y="12576"/>
                  </a:lnTo>
                  <a:cubicBezTo>
                    <a:pt x="7786" y="12555"/>
                    <a:pt x="7791" y="12532"/>
                    <a:pt x="7801" y="12515"/>
                  </a:cubicBezTo>
                  <a:cubicBezTo>
                    <a:pt x="7812" y="12496"/>
                    <a:pt x="7828" y="12483"/>
                    <a:pt x="7848" y="12479"/>
                  </a:cubicBezTo>
                  <a:lnTo>
                    <a:pt x="8194" y="12402"/>
                  </a:lnTo>
                  <a:cubicBezTo>
                    <a:pt x="8235" y="12393"/>
                    <a:pt x="8273" y="12422"/>
                    <a:pt x="8282" y="12468"/>
                  </a:cubicBezTo>
                  <a:close/>
                  <a:moveTo>
                    <a:pt x="8129" y="11594"/>
                  </a:moveTo>
                  <a:lnTo>
                    <a:pt x="8203" y="11974"/>
                  </a:lnTo>
                  <a:cubicBezTo>
                    <a:pt x="8207" y="11995"/>
                    <a:pt x="8203" y="12018"/>
                    <a:pt x="8193" y="12037"/>
                  </a:cubicBezTo>
                  <a:cubicBezTo>
                    <a:pt x="8182" y="12054"/>
                    <a:pt x="8166" y="12067"/>
                    <a:pt x="8146" y="12073"/>
                  </a:cubicBezTo>
                  <a:lnTo>
                    <a:pt x="7799" y="12151"/>
                  </a:lnTo>
                  <a:cubicBezTo>
                    <a:pt x="7758" y="12160"/>
                    <a:pt x="7719" y="12130"/>
                    <a:pt x="7709" y="12085"/>
                  </a:cubicBezTo>
                  <a:lnTo>
                    <a:pt x="7635" y="11706"/>
                  </a:lnTo>
                  <a:cubicBezTo>
                    <a:pt x="7630" y="11685"/>
                    <a:pt x="7635" y="11660"/>
                    <a:pt x="7645" y="11643"/>
                  </a:cubicBezTo>
                  <a:cubicBezTo>
                    <a:pt x="7656" y="11625"/>
                    <a:pt x="7672" y="11610"/>
                    <a:pt x="7692" y="11607"/>
                  </a:cubicBezTo>
                  <a:lnTo>
                    <a:pt x="8038" y="11530"/>
                  </a:lnTo>
                  <a:cubicBezTo>
                    <a:pt x="8079" y="11520"/>
                    <a:pt x="8120" y="11550"/>
                    <a:pt x="8129" y="11594"/>
                  </a:cubicBezTo>
                  <a:close/>
                  <a:moveTo>
                    <a:pt x="7960" y="10668"/>
                  </a:moveTo>
                  <a:lnTo>
                    <a:pt x="8034" y="11048"/>
                  </a:lnTo>
                  <a:cubicBezTo>
                    <a:pt x="8038" y="11069"/>
                    <a:pt x="8036" y="11092"/>
                    <a:pt x="8024" y="11109"/>
                  </a:cubicBezTo>
                  <a:cubicBezTo>
                    <a:pt x="8014" y="11128"/>
                    <a:pt x="7998" y="11142"/>
                    <a:pt x="7978" y="11145"/>
                  </a:cubicBezTo>
                  <a:lnTo>
                    <a:pt x="7630" y="11222"/>
                  </a:lnTo>
                  <a:cubicBezTo>
                    <a:pt x="7590" y="11231"/>
                    <a:pt x="7550" y="11202"/>
                    <a:pt x="7542" y="11156"/>
                  </a:cubicBezTo>
                  <a:lnTo>
                    <a:pt x="7466" y="10777"/>
                  </a:lnTo>
                  <a:cubicBezTo>
                    <a:pt x="7463" y="10756"/>
                    <a:pt x="7466" y="10733"/>
                    <a:pt x="7477" y="10714"/>
                  </a:cubicBezTo>
                  <a:cubicBezTo>
                    <a:pt x="7487" y="10694"/>
                    <a:pt x="7504" y="10683"/>
                    <a:pt x="7523" y="10678"/>
                  </a:cubicBezTo>
                  <a:lnTo>
                    <a:pt x="7871" y="10601"/>
                  </a:lnTo>
                  <a:cubicBezTo>
                    <a:pt x="7910" y="10592"/>
                    <a:pt x="7951" y="10622"/>
                    <a:pt x="7960" y="10668"/>
                  </a:cubicBezTo>
                  <a:close/>
                  <a:moveTo>
                    <a:pt x="7801" y="9776"/>
                  </a:moveTo>
                  <a:lnTo>
                    <a:pt x="7877" y="10156"/>
                  </a:lnTo>
                  <a:cubicBezTo>
                    <a:pt x="7881" y="10177"/>
                    <a:pt x="7877" y="10200"/>
                    <a:pt x="7865" y="10219"/>
                  </a:cubicBezTo>
                  <a:cubicBezTo>
                    <a:pt x="7855" y="10236"/>
                    <a:pt x="7838" y="10250"/>
                    <a:pt x="7819" y="10255"/>
                  </a:cubicBezTo>
                  <a:lnTo>
                    <a:pt x="7472" y="10332"/>
                  </a:lnTo>
                  <a:cubicBezTo>
                    <a:pt x="7430" y="10340"/>
                    <a:pt x="7391" y="10310"/>
                    <a:pt x="7383" y="10265"/>
                  </a:cubicBezTo>
                  <a:lnTo>
                    <a:pt x="7307" y="9885"/>
                  </a:lnTo>
                  <a:cubicBezTo>
                    <a:pt x="7304" y="9864"/>
                    <a:pt x="7307" y="9841"/>
                    <a:pt x="7318" y="9824"/>
                  </a:cubicBezTo>
                  <a:cubicBezTo>
                    <a:pt x="7328" y="9805"/>
                    <a:pt x="7344" y="9791"/>
                    <a:pt x="7364" y="9788"/>
                  </a:cubicBezTo>
                  <a:lnTo>
                    <a:pt x="7712" y="9711"/>
                  </a:lnTo>
                  <a:cubicBezTo>
                    <a:pt x="7751" y="9703"/>
                    <a:pt x="7792" y="9732"/>
                    <a:pt x="7801" y="9776"/>
                  </a:cubicBezTo>
                  <a:close/>
                  <a:moveTo>
                    <a:pt x="7629" y="8890"/>
                  </a:moveTo>
                  <a:lnTo>
                    <a:pt x="7705" y="9270"/>
                  </a:lnTo>
                  <a:cubicBezTo>
                    <a:pt x="7708" y="9291"/>
                    <a:pt x="7705" y="9315"/>
                    <a:pt x="7693" y="9333"/>
                  </a:cubicBezTo>
                  <a:cubicBezTo>
                    <a:pt x="7683" y="9351"/>
                    <a:pt x="7666" y="9363"/>
                    <a:pt x="7648" y="9368"/>
                  </a:cubicBezTo>
                  <a:lnTo>
                    <a:pt x="7300" y="9446"/>
                  </a:lnTo>
                  <a:cubicBezTo>
                    <a:pt x="7261" y="9454"/>
                    <a:pt x="7220" y="9426"/>
                    <a:pt x="7211" y="9380"/>
                  </a:cubicBezTo>
                  <a:lnTo>
                    <a:pt x="7135" y="9001"/>
                  </a:lnTo>
                  <a:cubicBezTo>
                    <a:pt x="7132" y="8979"/>
                    <a:pt x="7135" y="8955"/>
                    <a:pt x="7147" y="8938"/>
                  </a:cubicBezTo>
                  <a:cubicBezTo>
                    <a:pt x="7157" y="8919"/>
                    <a:pt x="7172" y="8907"/>
                    <a:pt x="7192" y="8902"/>
                  </a:cubicBezTo>
                  <a:lnTo>
                    <a:pt x="7540" y="8823"/>
                  </a:lnTo>
                  <a:cubicBezTo>
                    <a:pt x="7580" y="8817"/>
                    <a:pt x="7620" y="8846"/>
                    <a:pt x="7629" y="8890"/>
                  </a:cubicBezTo>
                  <a:close/>
                  <a:moveTo>
                    <a:pt x="7476" y="8017"/>
                  </a:moveTo>
                  <a:lnTo>
                    <a:pt x="7550" y="8396"/>
                  </a:lnTo>
                  <a:cubicBezTo>
                    <a:pt x="7555" y="8418"/>
                    <a:pt x="7550" y="8442"/>
                    <a:pt x="7540" y="8459"/>
                  </a:cubicBezTo>
                  <a:cubicBezTo>
                    <a:pt x="7529" y="8478"/>
                    <a:pt x="7512" y="8492"/>
                    <a:pt x="7493" y="8495"/>
                  </a:cubicBezTo>
                  <a:lnTo>
                    <a:pt x="7147" y="8572"/>
                  </a:lnTo>
                  <a:cubicBezTo>
                    <a:pt x="7105" y="8581"/>
                    <a:pt x="7065" y="8552"/>
                    <a:pt x="7056" y="8507"/>
                  </a:cubicBezTo>
                  <a:lnTo>
                    <a:pt x="6982" y="8127"/>
                  </a:lnTo>
                  <a:cubicBezTo>
                    <a:pt x="6978" y="8106"/>
                    <a:pt x="6982" y="8081"/>
                    <a:pt x="6992" y="8064"/>
                  </a:cubicBezTo>
                  <a:cubicBezTo>
                    <a:pt x="7003" y="8046"/>
                    <a:pt x="7021" y="8034"/>
                    <a:pt x="7039" y="8028"/>
                  </a:cubicBezTo>
                  <a:lnTo>
                    <a:pt x="7386" y="7950"/>
                  </a:lnTo>
                  <a:cubicBezTo>
                    <a:pt x="7426" y="7944"/>
                    <a:pt x="7466" y="7973"/>
                    <a:pt x="7476" y="8017"/>
                  </a:cubicBezTo>
                  <a:close/>
                  <a:moveTo>
                    <a:pt x="7307" y="7092"/>
                  </a:moveTo>
                  <a:lnTo>
                    <a:pt x="7383" y="7472"/>
                  </a:lnTo>
                  <a:cubicBezTo>
                    <a:pt x="7386" y="7493"/>
                    <a:pt x="7383" y="7516"/>
                    <a:pt x="7371" y="7535"/>
                  </a:cubicBezTo>
                  <a:cubicBezTo>
                    <a:pt x="7361" y="7552"/>
                    <a:pt x="7344" y="7565"/>
                    <a:pt x="7326" y="7570"/>
                  </a:cubicBezTo>
                  <a:lnTo>
                    <a:pt x="6978" y="7648"/>
                  </a:lnTo>
                  <a:cubicBezTo>
                    <a:pt x="6936" y="7656"/>
                    <a:pt x="6897" y="7628"/>
                    <a:pt x="6889" y="7580"/>
                  </a:cubicBezTo>
                  <a:lnTo>
                    <a:pt x="6813" y="7201"/>
                  </a:lnTo>
                  <a:cubicBezTo>
                    <a:pt x="6810" y="7180"/>
                    <a:pt x="6813" y="7157"/>
                    <a:pt x="6824" y="7140"/>
                  </a:cubicBezTo>
                  <a:cubicBezTo>
                    <a:pt x="6834" y="7121"/>
                    <a:pt x="6853" y="7107"/>
                    <a:pt x="6870" y="7104"/>
                  </a:cubicBezTo>
                  <a:lnTo>
                    <a:pt x="7218" y="7026"/>
                  </a:lnTo>
                  <a:cubicBezTo>
                    <a:pt x="7257" y="7018"/>
                    <a:pt x="7298" y="7048"/>
                    <a:pt x="7307" y="7092"/>
                  </a:cubicBezTo>
                  <a:close/>
                  <a:moveTo>
                    <a:pt x="7148" y="6202"/>
                  </a:moveTo>
                  <a:lnTo>
                    <a:pt x="7222" y="6581"/>
                  </a:lnTo>
                  <a:cubicBezTo>
                    <a:pt x="7227" y="6603"/>
                    <a:pt x="7222" y="6626"/>
                    <a:pt x="7212" y="6643"/>
                  </a:cubicBezTo>
                  <a:cubicBezTo>
                    <a:pt x="7201" y="6661"/>
                    <a:pt x="7185" y="6674"/>
                    <a:pt x="7165" y="6679"/>
                  </a:cubicBezTo>
                  <a:lnTo>
                    <a:pt x="6819" y="6757"/>
                  </a:lnTo>
                  <a:cubicBezTo>
                    <a:pt x="6777" y="6766"/>
                    <a:pt x="6739" y="6737"/>
                    <a:pt x="6729" y="6691"/>
                  </a:cubicBezTo>
                  <a:lnTo>
                    <a:pt x="6654" y="6312"/>
                  </a:lnTo>
                  <a:cubicBezTo>
                    <a:pt x="6650" y="6291"/>
                    <a:pt x="6654" y="6268"/>
                    <a:pt x="6664" y="6249"/>
                  </a:cubicBezTo>
                  <a:cubicBezTo>
                    <a:pt x="6676" y="6232"/>
                    <a:pt x="6691" y="6219"/>
                    <a:pt x="6711" y="6213"/>
                  </a:cubicBezTo>
                  <a:lnTo>
                    <a:pt x="7058" y="6137"/>
                  </a:lnTo>
                  <a:cubicBezTo>
                    <a:pt x="7099" y="6126"/>
                    <a:pt x="7139" y="6156"/>
                    <a:pt x="7148" y="6202"/>
                  </a:cubicBezTo>
                  <a:close/>
                  <a:moveTo>
                    <a:pt x="7012" y="5443"/>
                  </a:moveTo>
                  <a:lnTo>
                    <a:pt x="7086" y="5823"/>
                  </a:lnTo>
                  <a:cubicBezTo>
                    <a:pt x="7091" y="5844"/>
                    <a:pt x="7086" y="5867"/>
                    <a:pt x="7076" y="5884"/>
                  </a:cubicBezTo>
                  <a:cubicBezTo>
                    <a:pt x="7065" y="5904"/>
                    <a:pt x="7049" y="5917"/>
                    <a:pt x="7029" y="5920"/>
                  </a:cubicBezTo>
                  <a:lnTo>
                    <a:pt x="6683" y="5997"/>
                  </a:lnTo>
                  <a:cubicBezTo>
                    <a:pt x="6641" y="6006"/>
                    <a:pt x="6603" y="5976"/>
                    <a:pt x="6593" y="5931"/>
                  </a:cubicBezTo>
                  <a:lnTo>
                    <a:pt x="6518" y="5552"/>
                  </a:lnTo>
                  <a:cubicBezTo>
                    <a:pt x="6514" y="5530"/>
                    <a:pt x="6518" y="5508"/>
                    <a:pt x="6527" y="5489"/>
                  </a:cubicBezTo>
                  <a:cubicBezTo>
                    <a:pt x="6538" y="5472"/>
                    <a:pt x="6555" y="5459"/>
                    <a:pt x="6574" y="5453"/>
                  </a:cubicBezTo>
                  <a:lnTo>
                    <a:pt x="6920" y="5374"/>
                  </a:lnTo>
                  <a:cubicBezTo>
                    <a:pt x="6963" y="5367"/>
                    <a:pt x="7003" y="5397"/>
                    <a:pt x="7012" y="5443"/>
                  </a:cubicBezTo>
                  <a:close/>
                  <a:moveTo>
                    <a:pt x="6853" y="4551"/>
                  </a:moveTo>
                  <a:lnTo>
                    <a:pt x="6928" y="4931"/>
                  </a:lnTo>
                  <a:cubicBezTo>
                    <a:pt x="6932" y="4952"/>
                    <a:pt x="6928" y="4975"/>
                    <a:pt x="6918" y="4994"/>
                  </a:cubicBezTo>
                  <a:cubicBezTo>
                    <a:pt x="6906" y="5014"/>
                    <a:pt x="6890" y="5025"/>
                    <a:pt x="6870" y="5029"/>
                  </a:cubicBezTo>
                  <a:lnTo>
                    <a:pt x="6524" y="5107"/>
                  </a:lnTo>
                  <a:cubicBezTo>
                    <a:pt x="6482" y="5115"/>
                    <a:pt x="6442" y="5087"/>
                    <a:pt x="6434" y="5039"/>
                  </a:cubicBezTo>
                  <a:lnTo>
                    <a:pt x="6359" y="4660"/>
                  </a:lnTo>
                  <a:cubicBezTo>
                    <a:pt x="6355" y="4639"/>
                    <a:pt x="6359" y="4616"/>
                    <a:pt x="6369" y="4599"/>
                  </a:cubicBezTo>
                  <a:cubicBezTo>
                    <a:pt x="6381" y="4580"/>
                    <a:pt x="6396" y="4567"/>
                    <a:pt x="6416" y="4563"/>
                  </a:cubicBezTo>
                  <a:lnTo>
                    <a:pt x="6763" y="4484"/>
                  </a:lnTo>
                  <a:cubicBezTo>
                    <a:pt x="6804" y="4478"/>
                    <a:pt x="6843" y="4507"/>
                    <a:pt x="6853" y="4551"/>
                  </a:cubicBezTo>
                  <a:close/>
                  <a:moveTo>
                    <a:pt x="6681" y="3665"/>
                  </a:moveTo>
                  <a:lnTo>
                    <a:pt x="6756" y="4045"/>
                  </a:lnTo>
                  <a:cubicBezTo>
                    <a:pt x="6760" y="4066"/>
                    <a:pt x="6756" y="4090"/>
                    <a:pt x="6747" y="4108"/>
                  </a:cubicBezTo>
                  <a:cubicBezTo>
                    <a:pt x="6736" y="4126"/>
                    <a:pt x="6719" y="4140"/>
                    <a:pt x="6699" y="4143"/>
                  </a:cubicBezTo>
                  <a:lnTo>
                    <a:pt x="6352" y="4222"/>
                  </a:lnTo>
                  <a:cubicBezTo>
                    <a:pt x="6312" y="4231"/>
                    <a:pt x="6270" y="4201"/>
                    <a:pt x="6262" y="4156"/>
                  </a:cubicBezTo>
                  <a:lnTo>
                    <a:pt x="6187" y="3777"/>
                  </a:lnTo>
                  <a:cubicBezTo>
                    <a:pt x="6183" y="3755"/>
                    <a:pt x="6187" y="3732"/>
                    <a:pt x="6197" y="3714"/>
                  </a:cubicBezTo>
                  <a:cubicBezTo>
                    <a:pt x="6209" y="3697"/>
                    <a:pt x="6225" y="3682"/>
                    <a:pt x="6245" y="3678"/>
                  </a:cubicBezTo>
                  <a:lnTo>
                    <a:pt x="6591" y="3601"/>
                  </a:lnTo>
                  <a:cubicBezTo>
                    <a:pt x="6633" y="3591"/>
                    <a:pt x="6674" y="3621"/>
                    <a:pt x="6681" y="3665"/>
                  </a:cubicBezTo>
                  <a:close/>
                  <a:moveTo>
                    <a:pt x="6527" y="2792"/>
                  </a:moveTo>
                  <a:lnTo>
                    <a:pt x="6603" y="3171"/>
                  </a:lnTo>
                  <a:cubicBezTo>
                    <a:pt x="6605" y="3193"/>
                    <a:pt x="6604" y="3217"/>
                    <a:pt x="6591" y="3234"/>
                  </a:cubicBezTo>
                  <a:cubicBezTo>
                    <a:pt x="6581" y="3253"/>
                    <a:pt x="6564" y="3264"/>
                    <a:pt x="6545" y="3270"/>
                  </a:cubicBezTo>
                  <a:lnTo>
                    <a:pt x="6197" y="3349"/>
                  </a:lnTo>
                  <a:cubicBezTo>
                    <a:pt x="6156" y="3357"/>
                    <a:pt x="6117" y="3327"/>
                    <a:pt x="6109" y="3283"/>
                  </a:cubicBezTo>
                  <a:lnTo>
                    <a:pt x="6033" y="2904"/>
                  </a:lnTo>
                  <a:cubicBezTo>
                    <a:pt x="6029" y="2882"/>
                    <a:pt x="6033" y="2859"/>
                    <a:pt x="6041" y="2841"/>
                  </a:cubicBezTo>
                  <a:cubicBezTo>
                    <a:pt x="6053" y="2821"/>
                    <a:pt x="6070" y="2809"/>
                    <a:pt x="6089" y="2805"/>
                  </a:cubicBezTo>
                  <a:lnTo>
                    <a:pt x="6435" y="2728"/>
                  </a:lnTo>
                  <a:cubicBezTo>
                    <a:pt x="6478" y="2718"/>
                    <a:pt x="6518" y="2748"/>
                    <a:pt x="6527" y="2792"/>
                  </a:cubicBezTo>
                  <a:close/>
                  <a:moveTo>
                    <a:pt x="6359" y="1866"/>
                  </a:moveTo>
                  <a:lnTo>
                    <a:pt x="6434" y="2245"/>
                  </a:lnTo>
                  <a:cubicBezTo>
                    <a:pt x="6438" y="2267"/>
                    <a:pt x="6434" y="2289"/>
                    <a:pt x="6424" y="2308"/>
                  </a:cubicBezTo>
                  <a:cubicBezTo>
                    <a:pt x="6412" y="2325"/>
                    <a:pt x="6395" y="2340"/>
                    <a:pt x="6376" y="2344"/>
                  </a:cubicBezTo>
                  <a:lnTo>
                    <a:pt x="6030" y="2420"/>
                  </a:lnTo>
                  <a:cubicBezTo>
                    <a:pt x="5988" y="2430"/>
                    <a:pt x="5948" y="2400"/>
                    <a:pt x="5940" y="2354"/>
                  </a:cubicBezTo>
                  <a:lnTo>
                    <a:pt x="5865" y="1975"/>
                  </a:lnTo>
                  <a:cubicBezTo>
                    <a:pt x="5861" y="1953"/>
                    <a:pt x="5865" y="1930"/>
                    <a:pt x="5875" y="1912"/>
                  </a:cubicBezTo>
                  <a:cubicBezTo>
                    <a:pt x="5887" y="1894"/>
                    <a:pt x="5903" y="1880"/>
                    <a:pt x="5923" y="1876"/>
                  </a:cubicBezTo>
                  <a:lnTo>
                    <a:pt x="6269" y="1800"/>
                  </a:lnTo>
                  <a:cubicBezTo>
                    <a:pt x="6311" y="1793"/>
                    <a:pt x="6349" y="1821"/>
                    <a:pt x="6359" y="1866"/>
                  </a:cubicBezTo>
                  <a:close/>
                  <a:moveTo>
                    <a:pt x="6275" y="1356"/>
                  </a:moveTo>
                  <a:cubicBezTo>
                    <a:pt x="6278" y="1378"/>
                    <a:pt x="6275" y="1401"/>
                    <a:pt x="6263" y="1418"/>
                  </a:cubicBezTo>
                  <a:cubicBezTo>
                    <a:pt x="6253" y="1436"/>
                    <a:pt x="6238" y="1449"/>
                    <a:pt x="6218" y="1453"/>
                  </a:cubicBezTo>
                  <a:lnTo>
                    <a:pt x="5870" y="1532"/>
                  </a:lnTo>
                  <a:cubicBezTo>
                    <a:pt x="5830" y="1541"/>
                    <a:pt x="5789" y="1512"/>
                    <a:pt x="5781" y="1466"/>
                  </a:cubicBezTo>
                  <a:lnTo>
                    <a:pt x="5705" y="1087"/>
                  </a:lnTo>
                  <a:cubicBezTo>
                    <a:pt x="5702" y="1066"/>
                    <a:pt x="5705" y="1043"/>
                    <a:pt x="5716" y="1024"/>
                  </a:cubicBezTo>
                  <a:cubicBezTo>
                    <a:pt x="5726" y="1007"/>
                    <a:pt x="5742" y="993"/>
                    <a:pt x="5762" y="988"/>
                  </a:cubicBezTo>
                  <a:lnTo>
                    <a:pt x="6110" y="912"/>
                  </a:lnTo>
                  <a:cubicBezTo>
                    <a:pt x="6150" y="902"/>
                    <a:pt x="6190" y="931"/>
                    <a:pt x="6199" y="97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138"/>
            <p:cNvSpPr/>
            <p:nvPr/>
          </p:nvSpPr>
          <p:spPr>
            <a:xfrm>
              <a:off x="5556525" y="4079800"/>
              <a:ext cx="119125" cy="162125"/>
            </a:xfrm>
            <a:custGeom>
              <a:rect b="b" l="l" r="r" t="t"/>
              <a:pathLst>
                <a:path extrusionOk="0" h="6485" w="4765">
                  <a:moveTo>
                    <a:pt x="3274" y="1"/>
                  </a:moveTo>
                  <a:cubicBezTo>
                    <a:pt x="3247" y="1"/>
                    <a:pt x="3221" y="3"/>
                    <a:pt x="3195" y="9"/>
                  </a:cubicBezTo>
                  <a:lnTo>
                    <a:pt x="455" y="581"/>
                  </a:lnTo>
                  <a:cubicBezTo>
                    <a:pt x="301" y="614"/>
                    <a:pt x="173" y="740"/>
                    <a:pt x="96" y="929"/>
                  </a:cubicBezTo>
                  <a:cubicBezTo>
                    <a:pt x="19" y="1118"/>
                    <a:pt x="0" y="1359"/>
                    <a:pt x="46" y="1595"/>
                  </a:cubicBezTo>
                  <a:lnTo>
                    <a:pt x="823" y="5705"/>
                  </a:lnTo>
                  <a:cubicBezTo>
                    <a:pt x="910" y="6157"/>
                    <a:pt x="1198" y="6484"/>
                    <a:pt x="1491" y="6484"/>
                  </a:cubicBezTo>
                  <a:cubicBezTo>
                    <a:pt x="1518" y="6484"/>
                    <a:pt x="1544" y="6482"/>
                    <a:pt x="1570" y="6476"/>
                  </a:cubicBezTo>
                  <a:lnTo>
                    <a:pt x="4310" y="5904"/>
                  </a:lnTo>
                  <a:cubicBezTo>
                    <a:pt x="4464" y="5871"/>
                    <a:pt x="4592" y="5746"/>
                    <a:pt x="4670" y="5556"/>
                  </a:cubicBezTo>
                  <a:cubicBezTo>
                    <a:pt x="4747" y="5367"/>
                    <a:pt x="4764" y="5126"/>
                    <a:pt x="4720" y="4892"/>
                  </a:cubicBezTo>
                  <a:lnTo>
                    <a:pt x="3941" y="780"/>
                  </a:lnTo>
                  <a:cubicBezTo>
                    <a:pt x="3856" y="329"/>
                    <a:pt x="3566" y="1"/>
                    <a:pt x="327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138"/>
            <p:cNvSpPr/>
            <p:nvPr/>
          </p:nvSpPr>
          <p:spPr>
            <a:xfrm>
              <a:off x="5526550" y="3913850"/>
              <a:ext cx="119175" cy="162100"/>
            </a:xfrm>
            <a:custGeom>
              <a:rect b="b" l="l" r="r" t="t"/>
              <a:pathLst>
                <a:path extrusionOk="0" h="6484" w="4767">
                  <a:moveTo>
                    <a:pt x="3274" y="1"/>
                  </a:moveTo>
                  <a:cubicBezTo>
                    <a:pt x="3247" y="1"/>
                    <a:pt x="3221" y="3"/>
                    <a:pt x="3195" y="9"/>
                  </a:cubicBezTo>
                  <a:lnTo>
                    <a:pt x="456" y="581"/>
                  </a:lnTo>
                  <a:cubicBezTo>
                    <a:pt x="301" y="614"/>
                    <a:pt x="173" y="739"/>
                    <a:pt x="95" y="928"/>
                  </a:cubicBezTo>
                  <a:cubicBezTo>
                    <a:pt x="19" y="1118"/>
                    <a:pt x="1" y="1357"/>
                    <a:pt x="45" y="1593"/>
                  </a:cubicBezTo>
                  <a:lnTo>
                    <a:pt x="824" y="5705"/>
                  </a:lnTo>
                  <a:cubicBezTo>
                    <a:pt x="909" y="6155"/>
                    <a:pt x="1198" y="6483"/>
                    <a:pt x="1492" y="6483"/>
                  </a:cubicBezTo>
                  <a:cubicBezTo>
                    <a:pt x="1519" y="6483"/>
                    <a:pt x="1546" y="6480"/>
                    <a:pt x="1573" y="6475"/>
                  </a:cubicBezTo>
                  <a:lnTo>
                    <a:pt x="4311" y="5902"/>
                  </a:lnTo>
                  <a:cubicBezTo>
                    <a:pt x="4466" y="5871"/>
                    <a:pt x="4595" y="5745"/>
                    <a:pt x="4672" y="5556"/>
                  </a:cubicBezTo>
                  <a:cubicBezTo>
                    <a:pt x="4748" y="5365"/>
                    <a:pt x="4766" y="5126"/>
                    <a:pt x="4722" y="4890"/>
                  </a:cubicBezTo>
                  <a:lnTo>
                    <a:pt x="3943" y="780"/>
                  </a:lnTo>
                  <a:cubicBezTo>
                    <a:pt x="3858" y="328"/>
                    <a:pt x="3569" y="1"/>
                    <a:pt x="327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138"/>
            <p:cNvSpPr/>
            <p:nvPr/>
          </p:nvSpPr>
          <p:spPr>
            <a:xfrm>
              <a:off x="5496425" y="3749850"/>
              <a:ext cx="119100" cy="162100"/>
            </a:xfrm>
            <a:custGeom>
              <a:rect b="b" l="l" r="r" t="t"/>
              <a:pathLst>
                <a:path extrusionOk="0" h="6484" w="4764">
                  <a:moveTo>
                    <a:pt x="3275" y="1"/>
                  </a:moveTo>
                  <a:cubicBezTo>
                    <a:pt x="3248" y="1"/>
                    <a:pt x="3221" y="4"/>
                    <a:pt x="3194" y="9"/>
                  </a:cubicBezTo>
                  <a:lnTo>
                    <a:pt x="454" y="582"/>
                  </a:lnTo>
                  <a:cubicBezTo>
                    <a:pt x="301" y="613"/>
                    <a:pt x="172" y="739"/>
                    <a:pt x="95" y="928"/>
                  </a:cubicBezTo>
                  <a:cubicBezTo>
                    <a:pt x="18" y="1119"/>
                    <a:pt x="0" y="1358"/>
                    <a:pt x="45" y="1594"/>
                  </a:cubicBezTo>
                  <a:lnTo>
                    <a:pt x="824" y="5704"/>
                  </a:lnTo>
                  <a:cubicBezTo>
                    <a:pt x="909" y="6156"/>
                    <a:pt x="1197" y="6484"/>
                    <a:pt x="1490" y="6484"/>
                  </a:cubicBezTo>
                  <a:cubicBezTo>
                    <a:pt x="1517" y="6484"/>
                    <a:pt x="1543" y="6481"/>
                    <a:pt x="1569" y="6476"/>
                  </a:cubicBezTo>
                  <a:lnTo>
                    <a:pt x="4309" y="5903"/>
                  </a:lnTo>
                  <a:cubicBezTo>
                    <a:pt x="4463" y="5870"/>
                    <a:pt x="4591" y="5745"/>
                    <a:pt x="4669" y="5556"/>
                  </a:cubicBezTo>
                  <a:cubicBezTo>
                    <a:pt x="4746" y="5366"/>
                    <a:pt x="4763" y="5127"/>
                    <a:pt x="4719" y="4891"/>
                  </a:cubicBezTo>
                  <a:lnTo>
                    <a:pt x="3941" y="779"/>
                  </a:lnTo>
                  <a:cubicBezTo>
                    <a:pt x="3856" y="329"/>
                    <a:pt x="3569" y="1"/>
                    <a:pt x="327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92" name="Google Shape;1092;p138"/>
          <p:cNvGrpSpPr/>
          <p:nvPr/>
        </p:nvGrpSpPr>
        <p:grpSpPr>
          <a:xfrm>
            <a:off x="7812825" y="1519863"/>
            <a:ext cx="164400" cy="515125"/>
            <a:chOff x="5791250" y="3025900"/>
            <a:chExt cx="164400" cy="515125"/>
          </a:xfrm>
        </p:grpSpPr>
        <p:sp>
          <p:nvSpPr>
            <p:cNvPr id="1093" name="Google Shape;1093;p138"/>
            <p:cNvSpPr/>
            <p:nvPr/>
          </p:nvSpPr>
          <p:spPr>
            <a:xfrm>
              <a:off x="5791250" y="3025925"/>
              <a:ext cx="164250" cy="515050"/>
            </a:xfrm>
            <a:custGeom>
              <a:rect b="b" l="l" r="r" t="t"/>
              <a:pathLst>
                <a:path extrusionOk="0" h="20602" w="6570">
                  <a:moveTo>
                    <a:pt x="739" y="367"/>
                  </a:moveTo>
                  <a:cubicBezTo>
                    <a:pt x="740" y="367"/>
                    <a:pt x="742" y="367"/>
                    <a:pt x="743" y="367"/>
                  </a:cubicBezTo>
                  <a:lnTo>
                    <a:pt x="1091" y="392"/>
                  </a:lnTo>
                  <a:cubicBezTo>
                    <a:pt x="1110" y="392"/>
                    <a:pt x="1130" y="403"/>
                    <a:pt x="1143" y="419"/>
                  </a:cubicBezTo>
                  <a:cubicBezTo>
                    <a:pt x="1156" y="436"/>
                    <a:pt x="1163" y="457"/>
                    <a:pt x="1163" y="479"/>
                  </a:cubicBezTo>
                  <a:lnTo>
                    <a:pt x="1151" y="855"/>
                  </a:lnTo>
                  <a:cubicBezTo>
                    <a:pt x="1151" y="900"/>
                    <a:pt x="1118" y="933"/>
                    <a:pt x="1079" y="933"/>
                  </a:cubicBezTo>
                  <a:cubicBezTo>
                    <a:pt x="1079" y="933"/>
                    <a:pt x="1078" y="933"/>
                    <a:pt x="1077" y="933"/>
                  </a:cubicBezTo>
                  <a:lnTo>
                    <a:pt x="729" y="908"/>
                  </a:lnTo>
                  <a:cubicBezTo>
                    <a:pt x="709" y="908"/>
                    <a:pt x="690" y="897"/>
                    <a:pt x="678" y="881"/>
                  </a:cubicBezTo>
                  <a:cubicBezTo>
                    <a:pt x="665" y="865"/>
                    <a:pt x="658" y="844"/>
                    <a:pt x="658" y="822"/>
                  </a:cubicBezTo>
                  <a:lnTo>
                    <a:pt x="669" y="444"/>
                  </a:lnTo>
                  <a:cubicBezTo>
                    <a:pt x="669" y="402"/>
                    <a:pt x="699" y="367"/>
                    <a:pt x="739" y="367"/>
                  </a:cubicBezTo>
                  <a:close/>
                  <a:moveTo>
                    <a:pt x="5894" y="632"/>
                  </a:moveTo>
                  <a:cubicBezTo>
                    <a:pt x="5895" y="632"/>
                    <a:pt x="5896" y="632"/>
                    <a:pt x="5897" y="632"/>
                  </a:cubicBezTo>
                  <a:lnTo>
                    <a:pt x="6246" y="658"/>
                  </a:lnTo>
                  <a:cubicBezTo>
                    <a:pt x="6266" y="659"/>
                    <a:pt x="6283" y="669"/>
                    <a:pt x="6298" y="686"/>
                  </a:cubicBezTo>
                  <a:cubicBezTo>
                    <a:pt x="6311" y="702"/>
                    <a:pt x="6318" y="724"/>
                    <a:pt x="6318" y="745"/>
                  </a:cubicBezTo>
                  <a:lnTo>
                    <a:pt x="6305" y="1120"/>
                  </a:lnTo>
                  <a:cubicBezTo>
                    <a:pt x="6305" y="1163"/>
                    <a:pt x="6274" y="1198"/>
                    <a:pt x="6236" y="1198"/>
                  </a:cubicBezTo>
                  <a:cubicBezTo>
                    <a:pt x="6234" y="1198"/>
                    <a:pt x="6231" y="1198"/>
                    <a:pt x="6229" y="1197"/>
                  </a:cubicBezTo>
                  <a:lnTo>
                    <a:pt x="5881" y="1173"/>
                  </a:lnTo>
                  <a:cubicBezTo>
                    <a:pt x="5863" y="1173"/>
                    <a:pt x="5844" y="1162"/>
                    <a:pt x="5831" y="1146"/>
                  </a:cubicBezTo>
                  <a:cubicBezTo>
                    <a:pt x="5818" y="1130"/>
                    <a:pt x="5811" y="1109"/>
                    <a:pt x="5811" y="1087"/>
                  </a:cubicBezTo>
                  <a:lnTo>
                    <a:pt x="5821" y="709"/>
                  </a:lnTo>
                  <a:cubicBezTo>
                    <a:pt x="5821" y="666"/>
                    <a:pt x="5854" y="632"/>
                    <a:pt x="5894" y="632"/>
                  </a:cubicBezTo>
                  <a:close/>
                  <a:moveTo>
                    <a:pt x="730" y="1233"/>
                  </a:moveTo>
                  <a:cubicBezTo>
                    <a:pt x="732" y="1233"/>
                    <a:pt x="733" y="1233"/>
                    <a:pt x="735" y="1233"/>
                  </a:cubicBezTo>
                  <a:lnTo>
                    <a:pt x="1081" y="1259"/>
                  </a:lnTo>
                  <a:cubicBezTo>
                    <a:pt x="1101" y="1259"/>
                    <a:pt x="1121" y="1269"/>
                    <a:pt x="1134" y="1285"/>
                  </a:cubicBezTo>
                  <a:cubicBezTo>
                    <a:pt x="1146" y="1302"/>
                    <a:pt x="1153" y="1323"/>
                    <a:pt x="1153" y="1345"/>
                  </a:cubicBezTo>
                  <a:lnTo>
                    <a:pt x="1143" y="1721"/>
                  </a:lnTo>
                  <a:cubicBezTo>
                    <a:pt x="1143" y="1765"/>
                    <a:pt x="1112" y="1799"/>
                    <a:pt x="1074" y="1799"/>
                  </a:cubicBezTo>
                  <a:cubicBezTo>
                    <a:pt x="1071" y="1799"/>
                    <a:pt x="1069" y="1799"/>
                    <a:pt x="1067" y="1799"/>
                  </a:cubicBezTo>
                  <a:lnTo>
                    <a:pt x="721" y="1774"/>
                  </a:lnTo>
                  <a:cubicBezTo>
                    <a:pt x="700" y="1774"/>
                    <a:pt x="680" y="1763"/>
                    <a:pt x="669" y="1747"/>
                  </a:cubicBezTo>
                  <a:cubicBezTo>
                    <a:pt x="656" y="1731"/>
                    <a:pt x="649" y="1710"/>
                    <a:pt x="649" y="1688"/>
                  </a:cubicBezTo>
                  <a:lnTo>
                    <a:pt x="659" y="1311"/>
                  </a:lnTo>
                  <a:cubicBezTo>
                    <a:pt x="659" y="1268"/>
                    <a:pt x="691" y="1233"/>
                    <a:pt x="730" y="1233"/>
                  </a:cubicBezTo>
                  <a:close/>
                  <a:moveTo>
                    <a:pt x="5887" y="1499"/>
                  </a:moveTo>
                  <a:cubicBezTo>
                    <a:pt x="5888" y="1499"/>
                    <a:pt x="5890" y="1499"/>
                    <a:pt x="5891" y="1500"/>
                  </a:cubicBezTo>
                  <a:lnTo>
                    <a:pt x="6239" y="1525"/>
                  </a:lnTo>
                  <a:cubicBezTo>
                    <a:pt x="6259" y="1525"/>
                    <a:pt x="6278" y="1535"/>
                    <a:pt x="6291" y="1552"/>
                  </a:cubicBezTo>
                  <a:cubicBezTo>
                    <a:pt x="6304" y="1568"/>
                    <a:pt x="6311" y="1590"/>
                    <a:pt x="6311" y="1611"/>
                  </a:cubicBezTo>
                  <a:lnTo>
                    <a:pt x="6299" y="1989"/>
                  </a:lnTo>
                  <a:cubicBezTo>
                    <a:pt x="6299" y="2031"/>
                    <a:pt x="6269" y="2065"/>
                    <a:pt x="6231" y="2065"/>
                  </a:cubicBezTo>
                  <a:cubicBezTo>
                    <a:pt x="6229" y="2065"/>
                    <a:pt x="6227" y="2065"/>
                    <a:pt x="6225" y="2065"/>
                  </a:cubicBezTo>
                  <a:lnTo>
                    <a:pt x="5877" y="2041"/>
                  </a:lnTo>
                  <a:cubicBezTo>
                    <a:pt x="5857" y="2041"/>
                    <a:pt x="5838" y="2029"/>
                    <a:pt x="5825" y="2013"/>
                  </a:cubicBezTo>
                  <a:cubicBezTo>
                    <a:pt x="5812" y="1998"/>
                    <a:pt x="5805" y="1976"/>
                    <a:pt x="5805" y="1955"/>
                  </a:cubicBezTo>
                  <a:lnTo>
                    <a:pt x="5817" y="1577"/>
                  </a:lnTo>
                  <a:cubicBezTo>
                    <a:pt x="5818" y="1534"/>
                    <a:pt x="5849" y="1499"/>
                    <a:pt x="5887" y="1499"/>
                  </a:cubicBezTo>
                  <a:close/>
                  <a:moveTo>
                    <a:pt x="715" y="2155"/>
                  </a:moveTo>
                  <a:cubicBezTo>
                    <a:pt x="717" y="2155"/>
                    <a:pt x="720" y="2155"/>
                    <a:pt x="722" y="2155"/>
                  </a:cubicBezTo>
                  <a:lnTo>
                    <a:pt x="1070" y="2180"/>
                  </a:lnTo>
                  <a:cubicBezTo>
                    <a:pt x="1088" y="2180"/>
                    <a:pt x="1108" y="2191"/>
                    <a:pt x="1121" y="2207"/>
                  </a:cubicBezTo>
                  <a:cubicBezTo>
                    <a:pt x="1134" y="2222"/>
                    <a:pt x="1141" y="2244"/>
                    <a:pt x="1141" y="2265"/>
                  </a:cubicBezTo>
                  <a:lnTo>
                    <a:pt x="1130" y="2645"/>
                  </a:lnTo>
                  <a:cubicBezTo>
                    <a:pt x="1130" y="2688"/>
                    <a:pt x="1099" y="2722"/>
                    <a:pt x="1062" y="2722"/>
                  </a:cubicBezTo>
                  <a:cubicBezTo>
                    <a:pt x="1060" y="2722"/>
                    <a:pt x="1058" y="2722"/>
                    <a:pt x="1056" y="2722"/>
                  </a:cubicBezTo>
                  <a:lnTo>
                    <a:pt x="708" y="2698"/>
                  </a:lnTo>
                  <a:cubicBezTo>
                    <a:pt x="688" y="2695"/>
                    <a:pt x="669" y="2685"/>
                    <a:pt x="656" y="2669"/>
                  </a:cubicBezTo>
                  <a:cubicBezTo>
                    <a:pt x="643" y="2652"/>
                    <a:pt x="636" y="2630"/>
                    <a:pt x="636" y="2609"/>
                  </a:cubicBezTo>
                  <a:lnTo>
                    <a:pt x="648" y="2232"/>
                  </a:lnTo>
                  <a:cubicBezTo>
                    <a:pt x="648" y="2189"/>
                    <a:pt x="677" y="2155"/>
                    <a:pt x="715" y="2155"/>
                  </a:cubicBezTo>
                  <a:close/>
                  <a:moveTo>
                    <a:pt x="5874" y="2421"/>
                  </a:moveTo>
                  <a:cubicBezTo>
                    <a:pt x="5875" y="2421"/>
                    <a:pt x="5876" y="2421"/>
                    <a:pt x="5877" y="2421"/>
                  </a:cubicBezTo>
                  <a:lnTo>
                    <a:pt x="6225" y="2447"/>
                  </a:lnTo>
                  <a:cubicBezTo>
                    <a:pt x="6245" y="2449"/>
                    <a:pt x="6263" y="2457"/>
                    <a:pt x="6276" y="2473"/>
                  </a:cubicBezTo>
                  <a:cubicBezTo>
                    <a:pt x="6289" y="2490"/>
                    <a:pt x="6296" y="2512"/>
                    <a:pt x="6296" y="2533"/>
                  </a:cubicBezTo>
                  <a:lnTo>
                    <a:pt x="6285" y="2910"/>
                  </a:lnTo>
                  <a:cubicBezTo>
                    <a:pt x="6285" y="2953"/>
                    <a:pt x="6254" y="2987"/>
                    <a:pt x="6217" y="2987"/>
                  </a:cubicBezTo>
                  <a:cubicBezTo>
                    <a:pt x="6215" y="2987"/>
                    <a:pt x="6213" y="2987"/>
                    <a:pt x="6210" y="2987"/>
                  </a:cubicBezTo>
                  <a:lnTo>
                    <a:pt x="5861" y="2963"/>
                  </a:lnTo>
                  <a:cubicBezTo>
                    <a:pt x="5844" y="2963"/>
                    <a:pt x="5824" y="2951"/>
                    <a:pt x="5811" y="2935"/>
                  </a:cubicBezTo>
                  <a:cubicBezTo>
                    <a:pt x="5798" y="2920"/>
                    <a:pt x="5791" y="2898"/>
                    <a:pt x="5791" y="2877"/>
                  </a:cubicBezTo>
                  <a:lnTo>
                    <a:pt x="5802" y="2499"/>
                  </a:lnTo>
                  <a:cubicBezTo>
                    <a:pt x="5802" y="2455"/>
                    <a:pt x="5835" y="2421"/>
                    <a:pt x="5874" y="2421"/>
                  </a:cubicBezTo>
                  <a:close/>
                  <a:moveTo>
                    <a:pt x="707" y="3037"/>
                  </a:moveTo>
                  <a:cubicBezTo>
                    <a:pt x="709" y="3037"/>
                    <a:pt x="710" y="3037"/>
                    <a:pt x="712" y="3037"/>
                  </a:cubicBezTo>
                  <a:lnTo>
                    <a:pt x="1058" y="3061"/>
                  </a:lnTo>
                  <a:cubicBezTo>
                    <a:pt x="1078" y="3064"/>
                    <a:pt x="1096" y="3074"/>
                    <a:pt x="1110" y="3091"/>
                  </a:cubicBezTo>
                  <a:cubicBezTo>
                    <a:pt x="1123" y="3107"/>
                    <a:pt x="1130" y="3129"/>
                    <a:pt x="1130" y="3150"/>
                  </a:cubicBezTo>
                  <a:lnTo>
                    <a:pt x="1120" y="3525"/>
                  </a:lnTo>
                  <a:cubicBezTo>
                    <a:pt x="1120" y="3568"/>
                    <a:pt x="1089" y="3603"/>
                    <a:pt x="1051" y="3603"/>
                  </a:cubicBezTo>
                  <a:cubicBezTo>
                    <a:pt x="1049" y="3603"/>
                    <a:pt x="1046" y="3603"/>
                    <a:pt x="1044" y="3602"/>
                  </a:cubicBezTo>
                  <a:lnTo>
                    <a:pt x="698" y="3578"/>
                  </a:lnTo>
                  <a:cubicBezTo>
                    <a:pt x="678" y="3578"/>
                    <a:pt x="659" y="3567"/>
                    <a:pt x="645" y="3551"/>
                  </a:cubicBezTo>
                  <a:cubicBezTo>
                    <a:pt x="632" y="3535"/>
                    <a:pt x="626" y="3514"/>
                    <a:pt x="626" y="3492"/>
                  </a:cubicBezTo>
                  <a:lnTo>
                    <a:pt x="636" y="3114"/>
                  </a:lnTo>
                  <a:cubicBezTo>
                    <a:pt x="636" y="3069"/>
                    <a:pt x="668" y="3037"/>
                    <a:pt x="707" y="3037"/>
                  </a:cubicBezTo>
                  <a:close/>
                  <a:moveTo>
                    <a:pt x="5866" y="3303"/>
                  </a:moveTo>
                  <a:cubicBezTo>
                    <a:pt x="5867" y="3303"/>
                    <a:pt x="5867" y="3303"/>
                    <a:pt x="5868" y="3303"/>
                  </a:cubicBezTo>
                  <a:lnTo>
                    <a:pt x="6216" y="3329"/>
                  </a:lnTo>
                  <a:cubicBezTo>
                    <a:pt x="6235" y="3330"/>
                    <a:pt x="6255" y="3342"/>
                    <a:pt x="6268" y="3358"/>
                  </a:cubicBezTo>
                  <a:cubicBezTo>
                    <a:pt x="6282" y="3373"/>
                    <a:pt x="6288" y="3395"/>
                    <a:pt x="6288" y="3416"/>
                  </a:cubicBezTo>
                  <a:lnTo>
                    <a:pt x="6275" y="3794"/>
                  </a:lnTo>
                  <a:cubicBezTo>
                    <a:pt x="6275" y="3837"/>
                    <a:pt x="6243" y="3872"/>
                    <a:pt x="6204" y="3872"/>
                  </a:cubicBezTo>
                  <a:cubicBezTo>
                    <a:pt x="6202" y="3872"/>
                    <a:pt x="6201" y="3872"/>
                    <a:pt x="6199" y="3872"/>
                  </a:cubicBezTo>
                  <a:lnTo>
                    <a:pt x="5853" y="3846"/>
                  </a:lnTo>
                  <a:cubicBezTo>
                    <a:pt x="5833" y="3844"/>
                    <a:pt x="5815" y="3833"/>
                    <a:pt x="5801" y="3817"/>
                  </a:cubicBezTo>
                  <a:cubicBezTo>
                    <a:pt x="5788" y="3801"/>
                    <a:pt x="5781" y="3780"/>
                    <a:pt x="5781" y="3758"/>
                  </a:cubicBezTo>
                  <a:lnTo>
                    <a:pt x="5791" y="3381"/>
                  </a:lnTo>
                  <a:cubicBezTo>
                    <a:pt x="5794" y="3337"/>
                    <a:pt x="5825" y="3303"/>
                    <a:pt x="5866" y="3303"/>
                  </a:cubicBezTo>
                  <a:close/>
                  <a:moveTo>
                    <a:pt x="683" y="3921"/>
                  </a:moveTo>
                  <a:cubicBezTo>
                    <a:pt x="686" y="3921"/>
                    <a:pt x="688" y="3921"/>
                    <a:pt x="690" y="3922"/>
                  </a:cubicBezTo>
                  <a:lnTo>
                    <a:pt x="1037" y="3946"/>
                  </a:lnTo>
                  <a:cubicBezTo>
                    <a:pt x="1057" y="3947"/>
                    <a:pt x="1074" y="3957"/>
                    <a:pt x="1088" y="3973"/>
                  </a:cubicBezTo>
                  <a:cubicBezTo>
                    <a:pt x="1101" y="3989"/>
                    <a:pt x="1108" y="4010"/>
                    <a:pt x="1108" y="4032"/>
                  </a:cubicBezTo>
                  <a:lnTo>
                    <a:pt x="1100" y="4411"/>
                  </a:lnTo>
                  <a:cubicBezTo>
                    <a:pt x="1100" y="4454"/>
                    <a:pt x="1068" y="4489"/>
                    <a:pt x="1029" y="4489"/>
                  </a:cubicBezTo>
                  <a:cubicBezTo>
                    <a:pt x="1027" y="4489"/>
                    <a:pt x="1026" y="4489"/>
                    <a:pt x="1024" y="4489"/>
                  </a:cubicBezTo>
                  <a:lnTo>
                    <a:pt x="676" y="4463"/>
                  </a:lnTo>
                  <a:cubicBezTo>
                    <a:pt x="656" y="4461"/>
                    <a:pt x="636" y="4451"/>
                    <a:pt x="623" y="4434"/>
                  </a:cubicBezTo>
                  <a:cubicBezTo>
                    <a:pt x="612" y="4418"/>
                    <a:pt x="602" y="4397"/>
                    <a:pt x="605" y="4375"/>
                  </a:cubicBezTo>
                  <a:lnTo>
                    <a:pt x="615" y="3998"/>
                  </a:lnTo>
                  <a:cubicBezTo>
                    <a:pt x="615" y="3954"/>
                    <a:pt x="645" y="3921"/>
                    <a:pt x="683" y="3921"/>
                  </a:cubicBezTo>
                  <a:close/>
                  <a:moveTo>
                    <a:pt x="5841" y="4189"/>
                  </a:moveTo>
                  <a:cubicBezTo>
                    <a:pt x="5842" y="4189"/>
                    <a:pt x="5844" y="4189"/>
                    <a:pt x="5845" y="4189"/>
                  </a:cubicBezTo>
                  <a:lnTo>
                    <a:pt x="6195" y="4212"/>
                  </a:lnTo>
                  <a:cubicBezTo>
                    <a:pt x="6212" y="4215"/>
                    <a:pt x="6232" y="4225"/>
                    <a:pt x="6245" y="4241"/>
                  </a:cubicBezTo>
                  <a:cubicBezTo>
                    <a:pt x="6256" y="4258"/>
                    <a:pt x="6263" y="4280"/>
                    <a:pt x="6263" y="4301"/>
                  </a:cubicBezTo>
                  <a:lnTo>
                    <a:pt x="6253" y="4678"/>
                  </a:lnTo>
                  <a:cubicBezTo>
                    <a:pt x="6253" y="4721"/>
                    <a:pt x="6223" y="4755"/>
                    <a:pt x="6184" y="4755"/>
                  </a:cubicBezTo>
                  <a:cubicBezTo>
                    <a:pt x="6182" y="4755"/>
                    <a:pt x="6180" y="4755"/>
                    <a:pt x="6178" y="4755"/>
                  </a:cubicBezTo>
                  <a:lnTo>
                    <a:pt x="5831" y="4730"/>
                  </a:lnTo>
                  <a:cubicBezTo>
                    <a:pt x="5811" y="4730"/>
                    <a:pt x="5791" y="4719"/>
                    <a:pt x="5780" y="4703"/>
                  </a:cubicBezTo>
                  <a:cubicBezTo>
                    <a:pt x="5767" y="4688"/>
                    <a:pt x="5760" y="4666"/>
                    <a:pt x="5760" y="4645"/>
                  </a:cubicBezTo>
                  <a:lnTo>
                    <a:pt x="5770" y="4267"/>
                  </a:lnTo>
                  <a:cubicBezTo>
                    <a:pt x="5770" y="4224"/>
                    <a:pt x="5801" y="4189"/>
                    <a:pt x="5841" y="4189"/>
                  </a:cubicBezTo>
                  <a:close/>
                  <a:moveTo>
                    <a:pt x="676" y="4789"/>
                  </a:moveTo>
                  <a:cubicBezTo>
                    <a:pt x="677" y="4789"/>
                    <a:pt x="678" y="4789"/>
                    <a:pt x="679" y="4789"/>
                  </a:cubicBezTo>
                  <a:lnTo>
                    <a:pt x="1027" y="4814"/>
                  </a:lnTo>
                  <a:cubicBezTo>
                    <a:pt x="1045" y="4814"/>
                    <a:pt x="1066" y="4825"/>
                    <a:pt x="1078" y="4841"/>
                  </a:cubicBezTo>
                  <a:cubicBezTo>
                    <a:pt x="1091" y="4856"/>
                    <a:pt x="1098" y="4878"/>
                    <a:pt x="1098" y="4899"/>
                  </a:cubicBezTo>
                  <a:lnTo>
                    <a:pt x="1087" y="5277"/>
                  </a:lnTo>
                  <a:cubicBezTo>
                    <a:pt x="1087" y="5321"/>
                    <a:pt x="1054" y="5355"/>
                    <a:pt x="1015" y="5355"/>
                  </a:cubicBezTo>
                  <a:cubicBezTo>
                    <a:pt x="1014" y="5355"/>
                    <a:pt x="1013" y="5355"/>
                    <a:pt x="1013" y="5355"/>
                  </a:cubicBezTo>
                  <a:lnTo>
                    <a:pt x="665" y="5329"/>
                  </a:lnTo>
                  <a:cubicBezTo>
                    <a:pt x="645" y="5329"/>
                    <a:pt x="626" y="5319"/>
                    <a:pt x="613" y="5303"/>
                  </a:cubicBezTo>
                  <a:cubicBezTo>
                    <a:pt x="600" y="5286"/>
                    <a:pt x="593" y="5264"/>
                    <a:pt x="593" y="5243"/>
                  </a:cubicBezTo>
                  <a:lnTo>
                    <a:pt x="605" y="4866"/>
                  </a:lnTo>
                  <a:cubicBezTo>
                    <a:pt x="605" y="4822"/>
                    <a:pt x="636" y="4789"/>
                    <a:pt x="676" y="4789"/>
                  </a:cubicBezTo>
                  <a:close/>
                  <a:moveTo>
                    <a:pt x="5832" y="5055"/>
                  </a:moveTo>
                  <a:cubicBezTo>
                    <a:pt x="5834" y="5055"/>
                    <a:pt x="5835" y="5055"/>
                    <a:pt x="5837" y="5055"/>
                  </a:cubicBezTo>
                  <a:lnTo>
                    <a:pt x="6183" y="5081"/>
                  </a:lnTo>
                  <a:cubicBezTo>
                    <a:pt x="6203" y="5081"/>
                    <a:pt x="6222" y="5091"/>
                    <a:pt x="6235" y="5107"/>
                  </a:cubicBezTo>
                  <a:cubicBezTo>
                    <a:pt x="6248" y="5124"/>
                    <a:pt x="6255" y="5146"/>
                    <a:pt x="6255" y="5167"/>
                  </a:cubicBezTo>
                  <a:lnTo>
                    <a:pt x="6246" y="5544"/>
                  </a:lnTo>
                  <a:cubicBezTo>
                    <a:pt x="6246" y="5588"/>
                    <a:pt x="6213" y="5621"/>
                    <a:pt x="6173" y="5621"/>
                  </a:cubicBezTo>
                  <a:cubicBezTo>
                    <a:pt x="6172" y="5621"/>
                    <a:pt x="6171" y="5621"/>
                    <a:pt x="6170" y="5621"/>
                  </a:cubicBezTo>
                  <a:lnTo>
                    <a:pt x="5821" y="5597"/>
                  </a:lnTo>
                  <a:cubicBezTo>
                    <a:pt x="5802" y="5597"/>
                    <a:pt x="5782" y="5585"/>
                    <a:pt x="5770" y="5569"/>
                  </a:cubicBezTo>
                  <a:cubicBezTo>
                    <a:pt x="5757" y="5554"/>
                    <a:pt x="5750" y="5532"/>
                    <a:pt x="5750" y="5511"/>
                  </a:cubicBezTo>
                  <a:lnTo>
                    <a:pt x="5761" y="5133"/>
                  </a:lnTo>
                  <a:cubicBezTo>
                    <a:pt x="5761" y="5090"/>
                    <a:pt x="5793" y="5055"/>
                    <a:pt x="5832" y="5055"/>
                  </a:cubicBezTo>
                  <a:close/>
                  <a:moveTo>
                    <a:pt x="662" y="5707"/>
                  </a:moveTo>
                  <a:cubicBezTo>
                    <a:pt x="663" y="5707"/>
                    <a:pt x="665" y="5707"/>
                    <a:pt x="666" y="5707"/>
                  </a:cubicBezTo>
                  <a:lnTo>
                    <a:pt x="1014" y="5731"/>
                  </a:lnTo>
                  <a:cubicBezTo>
                    <a:pt x="1034" y="5734"/>
                    <a:pt x="1051" y="5744"/>
                    <a:pt x="1066" y="5761"/>
                  </a:cubicBezTo>
                  <a:cubicBezTo>
                    <a:pt x="1078" y="5777"/>
                    <a:pt x="1086" y="5798"/>
                    <a:pt x="1086" y="5820"/>
                  </a:cubicBezTo>
                  <a:lnTo>
                    <a:pt x="1077" y="6198"/>
                  </a:lnTo>
                  <a:cubicBezTo>
                    <a:pt x="1077" y="6240"/>
                    <a:pt x="1045" y="6274"/>
                    <a:pt x="1008" y="6274"/>
                  </a:cubicBezTo>
                  <a:cubicBezTo>
                    <a:pt x="1005" y="6274"/>
                    <a:pt x="1003" y="6274"/>
                    <a:pt x="1001" y="6274"/>
                  </a:cubicBezTo>
                  <a:lnTo>
                    <a:pt x="652" y="6249"/>
                  </a:lnTo>
                  <a:cubicBezTo>
                    <a:pt x="632" y="6248"/>
                    <a:pt x="613" y="6236"/>
                    <a:pt x="600" y="6221"/>
                  </a:cubicBezTo>
                  <a:cubicBezTo>
                    <a:pt x="587" y="6205"/>
                    <a:pt x="580" y="6183"/>
                    <a:pt x="580" y="6162"/>
                  </a:cubicBezTo>
                  <a:lnTo>
                    <a:pt x="592" y="5784"/>
                  </a:lnTo>
                  <a:cubicBezTo>
                    <a:pt x="592" y="5741"/>
                    <a:pt x="624" y="5707"/>
                    <a:pt x="662" y="5707"/>
                  </a:cubicBezTo>
                  <a:close/>
                  <a:moveTo>
                    <a:pt x="5818" y="5973"/>
                  </a:moveTo>
                  <a:cubicBezTo>
                    <a:pt x="5819" y="5973"/>
                    <a:pt x="5821" y="5973"/>
                    <a:pt x="5823" y="5973"/>
                  </a:cubicBezTo>
                  <a:lnTo>
                    <a:pt x="6170" y="5999"/>
                  </a:lnTo>
                  <a:cubicBezTo>
                    <a:pt x="6190" y="6000"/>
                    <a:pt x="6210" y="6012"/>
                    <a:pt x="6223" y="6027"/>
                  </a:cubicBezTo>
                  <a:cubicBezTo>
                    <a:pt x="6235" y="6043"/>
                    <a:pt x="6242" y="6065"/>
                    <a:pt x="6242" y="6086"/>
                  </a:cubicBezTo>
                  <a:lnTo>
                    <a:pt x="6232" y="6463"/>
                  </a:lnTo>
                  <a:cubicBezTo>
                    <a:pt x="6232" y="6505"/>
                    <a:pt x="6200" y="6539"/>
                    <a:pt x="6161" y="6539"/>
                  </a:cubicBezTo>
                  <a:cubicBezTo>
                    <a:pt x="6159" y="6539"/>
                    <a:pt x="6158" y="6539"/>
                    <a:pt x="6156" y="6539"/>
                  </a:cubicBezTo>
                  <a:lnTo>
                    <a:pt x="5808" y="6514"/>
                  </a:lnTo>
                  <a:cubicBezTo>
                    <a:pt x="5788" y="6514"/>
                    <a:pt x="5768" y="6503"/>
                    <a:pt x="5755" y="6487"/>
                  </a:cubicBezTo>
                  <a:cubicBezTo>
                    <a:pt x="5744" y="6471"/>
                    <a:pt x="5737" y="6450"/>
                    <a:pt x="5737" y="6428"/>
                  </a:cubicBezTo>
                  <a:lnTo>
                    <a:pt x="5747" y="6050"/>
                  </a:lnTo>
                  <a:cubicBezTo>
                    <a:pt x="5748" y="6008"/>
                    <a:pt x="5779" y="5973"/>
                    <a:pt x="5818" y="5973"/>
                  </a:cubicBezTo>
                  <a:close/>
                  <a:moveTo>
                    <a:pt x="649" y="6593"/>
                  </a:moveTo>
                  <a:cubicBezTo>
                    <a:pt x="652" y="6593"/>
                    <a:pt x="654" y="6593"/>
                    <a:pt x="656" y="6593"/>
                  </a:cubicBezTo>
                  <a:lnTo>
                    <a:pt x="1003" y="6617"/>
                  </a:lnTo>
                  <a:cubicBezTo>
                    <a:pt x="1023" y="6620"/>
                    <a:pt x="1043" y="6630"/>
                    <a:pt x="1056" y="6646"/>
                  </a:cubicBezTo>
                  <a:cubicBezTo>
                    <a:pt x="1067" y="6663"/>
                    <a:pt x="1074" y="6685"/>
                    <a:pt x="1074" y="6706"/>
                  </a:cubicBezTo>
                  <a:lnTo>
                    <a:pt x="1064" y="7082"/>
                  </a:lnTo>
                  <a:cubicBezTo>
                    <a:pt x="1064" y="7127"/>
                    <a:pt x="1034" y="7160"/>
                    <a:pt x="995" y="7160"/>
                  </a:cubicBezTo>
                  <a:cubicBezTo>
                    <a:pt x="993" y="7160"/>
                    <a:pt x="991" y="7160"/>
                    <a:pt x="988" y="7160"/>
                  </a:cubicBezTo>
                  <a:lnTo>
                    <a:pt x="642" y="7135"/>
                  </a:lnTo>
                  <a:cubicBezTo>
                    <a:pt x="622" y="7133"/>
                    <a:pt x="602" y="7123"/>
                    <a:pt x="590" y="7107"/>
                  </a:cubicBezTo>
                  <a:cubicBezTo>
                    <a:pt x="577" y="7090"/>
                    <a:pt x="570" y="7068"/>
                    <a:pt x="570" y="7047"/>
                  </a:cubicBezTo>
                  <a:lnTo>
                    <a:pt x="580" y="6670"/>
                  </a:lnTo>
                  <a:cubicBezTo>
                    <a:pt x="580" y="6627"/>
                    <a:pt x="611" y="6593"/>
                    <a:pt x="649" y="6593"/>
                  </a:cubicBezTo>
                  <a:close/>
                  <a:moveTo>
                    <a:pt x="5808" y="6859"/>
                  </a:moveTo>
                  <a:cubicBezTo>
                    <a:pt x="5809" y="6859"/>
                    <a:pt x="5811" y="6859"/>
                    <a:pt x="5812" y="6859"/>
                  </a:cubicBezTo>
                  <a:lnTo>
                    <a:pt x="6160" y="6885"/>
                  </a:lnTo>
                  <a:cubicBezTo>
                    <a:pt x="6180" y="6886"/>
                    <a:pt x="6198" y="6896"/>
                    <a:pt x="6212" y="6914"/>
                  </a:cubicBezTo>
                  <a:cubicBezTo>
                    <a:pt x="6225" y="6929"/>
                    <a:pt x="6232" y="6951"/>
                    <a:pt x="6232" y="6972"/>
                  </a:cubicBezTo>
                  <a:lnTo>
                    <a:pt x="6220" y="7350"/>
                  </a:lnTo>
                  <a:cubicBezTo>
                    <a:pt x="6220" y="7392"/>
                    <a:pt x="6190" y="7426"/>
                    <a:pt x="6153" y="7426"/>
                  </a:cubicBezTo>
                  <a:cubicBezTo>
                    <a:pt x="6150" y="7426"/>
                    <a:pt x="6148" y="7426"/>
                    <a:pt x="6146" y="7426"/>
                  </a:cubicBezTo>
                  <a:lnTo>
                    <a:pt x="5798" y="7402"/>
                  </a:lnTo>
                  <a:cubicBezTo>
                    <a:pt x="5780" y="7400"/>
                    <a:pt x="5760" y="7389"/>
                    <a:pt x="5747" y="7373"/>
                  </a:cubicBezTo>
                  <a:cubicBezTo>
                    <a:pt x="5734" y="7357"/>
                    <a:pt x="5725" y="7336"/>
                    <a:pt x="5727" y="7314"/>
                  </a:cubicBezTo>
                  <a:lnTo>
                    <a:pt x="5738" y="6936"/>
                  </a:lnTo>
                  <a:cubicBezTo>
                    <a:pt x="5739" y="6891"/>
                    <a:pt x="5770" y="6859"/>
                    <a:pt x="5808" y="6859"/>
                  </a:cubicBezTo>
                  <a:close/>
                  <a:moveTo>
                    <a:pt x="629" y="7490"/>
                  </a:moveTo>
                  <a:cubicBezTo>
                    <a:pt x="630" y="7490"/>
                    <a:pt x="632" y="7490"/>
                    <a:pt x="633" y="7490"/>
                  </a:cubicBezTo>
                  <a:lnTo>
                    <a:pt x="980" y="7516"/>
                  </a:lnTo>
                  <a:cubicBezTo>
                    <a:pt x="1000" y="7518"/>
                    <a:pt x="1017" y="7529"/>
                    <a:pt x="1031" y="7545"/>
                  </a:cubicBezTo>
                  <a:cubicBezTo>
                    <a:pt x="1044" y="7561"/>
                    <a:pt x="1051" y="7582"/>
                    <a:pt x="1051" y="7604"/>
                  </a:cubicBezTo>
                  <a:lnTo>
                    <a:pt x="1041" y="7980"/>
                  </a:lnTo>
                  <a:cubicBezTo>
                    <a:pt x="1041" y="8022"/>
                    <a:pt x="1010" y="8056"/>
                    <a:pt x="972" y="8056"/>
                  </a:cubicBezTo>
                  <a:cubicBezTo>
                    <a:pt x="970" y="8056"/>
                    <a:pt x="968" y="8056"/>
                    <a:pt x="965" y="8056"/>
                  </a:cubicBezTo>
                  <a:lnTo>
                    <a:pt x="619" y="8032"/>
                  </a:lnTo>
                  <a:cubicBezTo>
                    <a:pt x="599" y="8032"/>
                    <a:pt x="579" y="8020"/>
                    <a:pt x="566" y="8004"/>
                  </a:cubicBezTo>
                  <a:cubicBezTo>
                    <a:pt x="554" y="7989"/>
                    <a:pt x="547" y="7967"/>
                    <a:pt x="547" y="7946"/>
                  </a:cubicBezTo>
                  <a:lnTo>
                    <a:pt x="557" y="7568"/>
                  </a:lnTo>
                  <a:cubicBezTo>
                    <a:pt x="557" y="7525"/>
                    <a:pt x="589" y="7490"/>
                    <a:pt x="629" y="7490"/>
                  </a:cubicBezTo>
                  <a:close/>
                  <a:moveTo>
                    <a:pt x="5782" y="7761"/>
                  </a:moveTo>
                  <a:cubicBezTo>
                    <a:pt x="5784" y="7761"/>
                    <a:pt x="5785" y="7761"/>
                    <a:pt x="5787" y="7761"/>
                  </a:cubicBezTo>
                  <a:lnTo>
                    <a:pt x="6135" y="7787"/>
                  </a:lnTo>
                  <a:cubicBezTo>
                    <a:pt x="6155" y="7787"/>
                    <a:pt x="6173" y="7797"/>
                    <a:pt x="6188" y="7813"/>
                  </a:cubicBezTo>
                  <a:cubicBezTo>
                    <a:pt x="6199" y="7830"/>
                    <a:pt x="6206" y="7851"/>
                    <a:pt x="6206" y="7873"/>
                  </a:cubicBezTo>
                  <a:lnTo>
                    <a:pt x="6192" y="8249"/>
                  </a:lnTo>
                  <a:cubicBezTo>
                    <a:pt x="6192" y="8292"/>
                    <a:pt x="6161" y="8327"/>
                    <a:pt x="6124" y="8327"/>
                  </a:cubicBezTo>
                  <a:cubicBezTo>
                    <a:pt x="6122" y="8327"/>
                    <a:pt x="6120" y="8327"/>
                    <a:pt x="6117" y="8326"/>
                  </a:cubicBezTo>
                  <a:lnTo>
                    <a:pt x="5770" y="8302"/>
                  </a:lnTo>
                  <a:cubicBezTo>
                    <a:pt x="5752" y="8302"/>
                    <a:pt x="5732" y="8291"/>
                    <a:pt x="5719" y="8275"/>
                  </a:cubicBezTo>
                  <a:cubicBezTo>
                    <a:pt x="5708" y="8259"/>
                    <a:pt x="5701" y="8238"/>
                    <a:pt x="5701" y="8216"/>
                  </a:cubicBezTo>
                  <a:lnTo>
                    <a:pt x="5711" y="7838"/>
                  </a:lnTo>
                  <a:cubicBezTo>
                    <a:pt x="5711" y="7796"/>
                    <a:pt x="5743" y="7761"/>
                    <a:pt x="5782" y="7761"/>
                  </a:cubicBezTo>
                  <a:close/>
                  <a:moveTo>
                    <a:pt x="617" y="8361"/>
                  </a:moveTo>
                  <a:cubicBezTo>
                    <a:pt x="619" y="8361"/>
                    <a:pt x="621" y="8361"/>
                    <a:pt x="623" y="8361"/>
                  </a:cubicBezTo>
                  <a:lnTo>
                    <a:pt x="971" y="8384"/>
                  </a:lnTo>
                  <a:cubicBezTo>
                    <a:pt x="991" y="8385"/>
                    <a:pt x="1008" y="8397"/>
                    <a:pt x="1023" y="8412"/>
                  </a:cubicBezTo>
                  <a:cubicBezTo>
                    <a:pt x="1035" y="8428"/>
                    <a:pt x="1044" y="8450"/>
                    <a:pt x="1043" y="8471"/>
                  </a:cubicBezTo>
                  <a:lnTo>
                    <a:pt x="1031" y="8850"/>
                  </a:lnTo>
                  <a:cubicBezTo>
                    <a:pt x="1031" y="8895"/>
                    <a:pt x="998" y="8928"/>
                    <a:pt x="959" y="8928"/>
                  </a:cubicBezTo>
                  <a:cubicBezTo>
                    <a:pt x="958" y="8928"/>
                    <a:pt x="958" y="8928"/>
                    <a:pt x="957" y="8928"/>
                  </a:cubicBezTo>
                  <a:lnTo>
                    <a:pt x="609" y="8903"/>
                  </a:lnTo>
                  <a:cubicBezTo>
                    <a:pt x="590" y="8901"/>
                    <a:pt x="572" y="8891"/>
                    <a:pt x="557" y="8875"/>
                  </a:cubicBezTo>
                  <a:cubicBezTo>
                    <a:pt x="544" y="8858"/>
                    <a:pt x="537" y="8836"/>
                    <a:pt x="537" y="8815"/>
                  </a:cubicBezTo>
                  <a:lnTo>
                    <a:pt x="549" y="8437"/>
                  </a:lnTo>
                  <a:cubicBezTo>
                    <a:pt x="549" y="8395"/>
                    <a:pt x="579" y="8361"/>
                    <a:pt x="617" y="8361"/>
                  </a:cubicBezTo>
                  <a:close/>
                  <a:moveTo>
                    <a:pt x="5775" y="8627"/>
                  </a:moveTo>
                  <a:cubicBezTo>
                    <a:pt x="5776" y="8627"/>
                    <a:pt x="5778" y="8627"/>
                    <a:pt x="5780" y="8627"/>
                  </a:cubicBezTo>
                  <a:lnTo>
                    <a:pt x="6126" y="8653"/>
                  </a:lnTo>
                  <a:cubicBezTo>
                    <a:pt x="6146" y="8653"/>
                    <a:pt x="6166" y="8663"/>
                    <a:pt x="6178" y="8679"/>
                  </a:cubicBezTo>
                  <a:cubicBezTo>
                    <a:pt x="6190" y="8696"/>
                    <a:pt x="6198" y="8717"/>
                    <a:pt x="6198" y="8739"/>
                  </a:cubicBezTo>
                  <a:lnTo>
                    <a:pt x="6188" y="9115"/>
                  </a:lnTo>
                  <a:cubicBezTo>
                    <a:pt x="6188" y="9159"/>
                    <a:pt x="6157" y="9193"/>
                    <a:pt x="6118" y="9193"/>
                  </a:cubicBezTo>
                  <a:cubicBezTo>
                    <a:pt x="6116" y="9193"/>
                    <a:pt x="6114" y="9193"/>
                    <a:pt x="6112" y="9193"/>
                  </a:cubicBezTo>
                  <a:lnTo>
                    <a:pt x="5765" y="9168"/>
                  </a:lnTo>
                  <a:cubicBezTo>
                    <a:pt x="5745" y="9168"/>
                    <a:pt x="5725" y="9157"/>
                    <a:pt x="5712" y="9141"/>
                  </a:cubicBezTo>
                  <a:cubicBezTo>
                    <a:pt x="5701" y="9125"/>
                    <a:pt x="5694" y="9104"/>
                    <a:pt x="5694" y="9082"/>
                  </a:cubicBezTo>
                  <a:lnTo>
                    <a:pt x="5704" y="8704"/>
                  </a:lnTo>
                  <a:cubicBezTo>
                    <a:pt x="5704" y="8662"/>
                    <a:pt x="5736" y="8627"/>
                    <a:pt x="5775" y="8627"/>
                  </a:cubicBezTo>
                  <a:close/>
                  <a:moveTo>
                    <a:pt x="606" y="9278"/>
                  </a:moveTo>
                  <a:cubicBezTo>
                    <a:pt x="607" y="9278"/>
                    <a:pt x="608" y="9278"/>
                    <a:pt x="609" y="9278"/>
                  </a:cubicBezTo>
                  <a:lnTo>
                    <a:pt x="957" y="9304"/>
                  </a:lnTo>
                  <a:cubicBezTo>
                    <a:pt x="977" y="9306"/>
                    <a:pt x="995" y="9314"/>
                    <a:pt x="1008" y="9333"/>
                  </a:cubicBezTo>
                  <a:cubicBezTo>
                    <a:pt x="1023" y="9349"/>
                    <a:pt x="1028" y="9370"/>
                    <a:pt x="1028" y="9392"/>
                  </a:cubicBezTo>
                  <a:lnTo>
                    <a:pt x="1020" y="9767"/>
                  </a:lnTo>
                  <a:cubicBezTo>
                    <a:pt x="1020" y="9810"/>
                    <a:pt x="988" y="9844"/>
                    <a:pt x="950" y="9844"/>
                  </a:cubicBezTo>
                  <a:cubicBezTo>
                    <a:pt x="948" y="9844"/>
                    <a:pt x="946" y="9844"/>
                    <a:pt x="944" y="9844"/>
                  </a:cubicBezTo>
                  <a:lnTo>
                    <a:pt x="595" y="9820"/>
                  </a:lnTo>
                  <a:cubicBezTo>
                    <a:pt x="576" y="9817"/>
                    <a:pt x="557" y="9808"/>
                    <a:pt x="543" y="9792"/>
                  </a:cubicBezTo>
                  <a:cubicBezTo>
                    <a:pt x="530" y="9777"/>
                    <a:pt x="523" y="9755"/>
                    <a:pt x="523" y="9734"/>
                  </a:cubicBezTo>
                  <a:lnTo>
                    <a:pt x="534" y="9356"/>
                  </a:lnTo>
                  <a:cubicBezTo>
                    <a:pt x="534" y="9312"/>
                    <a:pt x="567" y="9278"/>
                    <a:pt x="606" y="9278"/>
                  </a:cubicBezTo>
                  <a:close/>
                  <a:moveTo>
                    <a:pt x="5760" y="9547"/>
                  </a:moveTo>
                  <a:cubicBezTo>
                    <a:pt x="5762" y="9547"/>
                    <a:pt x="5764" y="9547"/>
                    <a:pt x="5767" y="9548"/>
                  </a:cubicBezTo>
                  <a:lnTo>
                    <a:pt x="6113" y="9572"/>
                  </a:lnTo>
                  <a:cubicBezTo>
                    <a:pt x="6133" y="9573"/>
                    <a:pt x="6153" y="9585"/>
                    <a:pt x="6166" y="9601"/>
                  </a:cubicBezTo>
                  <a:cubicBezTo>
                    <a:pt x="6180" y="9616"/>
                    <a:pt x="6188" y="9638"/>
                    <a:pt x="6185" y="9659"/>
                  </a:cubicBezTo>
                  <a:lnTo>
                    <a:pt x="6175" y="10036"/>
                  </a:lnTo>
                  <a:cubicBezTo>
                    <a:pt x="6175" y="10080"/>
                    <a:pt x="6143" y="10113"/>
                    <a:pt x="6104" y="10113"/>
                  </a:cubicBezTo>
                  <a:cubicBezTo>
                    <a:pt x="6102" y="10113"/>
                    <a:pt x="6100" y="10113"/>
                    <a:pt x="6099" y="10113"/>
                  </a:cubicBezTo>
                  <a:lnTo>
                    <a:pt x="5752" y="10089"/>
                  </a:lnTo>
                  <a:cubicBezTo>
                    <a:pt x="5732" y="10087"/>
                    <a:pt x="5712" y="10077"/>
                    <a:pt x="5701" y="10060"/>
                  </a:cubicBezTo>
                  <a:cubicBezTo>
                    <a:pt x="5688" y="10044"/>
                    <a:pt x="5681" y="10023"/>
                    <a:pt x="5681" y="10001"/>
                  </a:cubicBezTo>
                  <a:lnTo>
                    <a:pt x="5691" y="9623"/>
                  </a:lnTo>
                  <a:cubicBezTo>
                    <a:pt x="5691" y="9582"/>
                    <a:pt x="5722" y="9547"/>
                    <a:pt x="5760" y="9547"/>
                  </a:cubicBezTo>
                  <a:close/>
                  <a:moveTo>
                    <a:pt x="598" y="10166"/>
                  </a:moveTo>
                  <a:cubicBezTo>
                    <a:pt x="599" y="10166"/>
                    <a:pt x="599" y="10166"/>
                    <a:pt x="600" y="10166"/>
                  </a:cubicBezTo>
                  <a:lnTo>
                    <a:pt x="948" y="10192"/>
                  </a:lnTo>
                  <a:cubicBezTo>
                    <a:pt x="967" y="10193"/>
                    <a:pt x="987" y="10202"/>
                    <a:pt x="1000" y="10218"/>
                  </a:cubicBezTo>
                  <a:cubicBezTo>
                    <a:pt x="1013" y="10235"/>
                    <a:pt x="1020" y="10256"/>
                    <a:pt x="1020" y="10278"/>
                  </a:cubicBezTo>
                  <a:lnTo>
                    <a:pt x="1008" y="10657"/>
                  </a:lnTo>
                  <a:cubicBezTo>
                    <a:pt x="1008" y="10700"/>
                    <a:pt x="977" y="10733"/>
                    <a:pt x="938" y="10733"/>
                  </a:cubicBezTo>
                  <a:cubicBezTo>
                    <a:pt x="937" y="10733"/>
                    <a:pt x="935" y="10733"/>
                    <a:pt x="934" y="10733"/>
                  </a:cubicBezTo>
                  <a:lnTo>
                    <a:pt x="586" y="10709"/>
                  </a:lnTo>
                  <a:cubicBezTo>
                    <a:pt x="566" y="10707"/>
                    <a:pt x="547" y="10696"/>
                    <a:pt x="534" y="10680"/>
                  </a:cubicBezTo>
                  <a:cubicBezTo>
                    <a:pt x="522" y="10664"/>
                    <a:pt x="514" y="10643"/>
                    <a:pt x="514" y="10621"/>
                  </a:cubicBezTo>
                  <a:lnTo>
                    <a:pt x="526" y="10243"/>
                  </a:lnTo>
                  <a:cubicBezTo>
                    <a:pt x="526" y="10200"/>
                    <a:pt x="557" y="10166"/>
                    <a:pt x="598" y="10166"/>
                  </a:cubicBezTo>
                  <a:close/>
                  <a:moveTo>
                    <a:pt x="5749" y="10431"/>
                  </a:moveTo>
                  <a:cubicBezTo>
                    <a:pt x="5751" y="10431"/>
                    <a:pt x="5752" y="10431"/>
                    <a:pt x="5754" y="10431"/>
                  </a:cubicBezTo>
                  <a:lnTo>
                    <a:pt x="6103" y="10455"/>
                  </a:lnTo>
                  <a:cubicBezTo>
                    <a:pt x="6123" y="10458"/>
                    <a:pt x="6142" y="10468"/>
                    <a:pt x="6155" y="10485"/>
                  </a:cubicBezTo>
                  <a:cubicBezTo>
                    <a:pt x="6168" y="10501"/>
                    <a:pt x="6176" y="10522"/>
                    <a:pt x="6175" y="10544"/>
                  </a:cubicBezTo>
                  <a:lnTo>
                    <a:pt x="6162" y="10919"/>
                  </a:lnTo>
                  <a:cubicBezTo>
                    <a:pt x="6162" y="10962"/>
                    <a:pt x="6131" y="10997"/>
                    <a:pt x="6093" y="10997"/>
                  </a:cubicBezTo>
                  <a:cubicBezTo>
                    <a:pt x="6090" y="10997"/>
                    <a:pt x="6088" y="10997"/>
                    <a:pt x="6086" y="10996"/>
                  </a:cubicBezTo>
                  <a:lnTo>
                    <a:pt x="5739" y="10972"/>
                  </a:lnTo>
                  <a:cubicBezTo>
                    <a:pt x="5719" y="10972"/>
                    <a:pt x="5701" y="10961"/>
                    <a:pt x="5688" y="10945"/>
                  </a:cubicBezTo>
                  <a:cubicBezTo>
                    <a:pt x="5675" y="10929"/>
                    <a:pt x="5668" y="10908"/>
                    <a:pt x="5668" y="10886"/>
                  </a:cubicBezTo>
                  <a:lnTo>
                    <a:pt x="5678" y="10508"/>
                  </a:lnTo>
                  <a:cubicBezTo>
                    <a:pt x="5678" y="10465"/>
                    <a:pt x="5710" y="10431"/>
                    <a:pt x="5749" y="10431"/>
                  </a:cubicBezTo>
                  <a:close/>
                  <a:moveTo>
                    <a:pt x="573" y="11048"/>
                  </a:moveTo>
                  <a:cubicBezTo>
                    <a:pt x="574" y="11048"/>
                    <a:pt x="576" y="11048"/>
                    <a:pt x="577" y="11048"/>
                  </a:cubicBezTo>
                  <a:lnTo>
                    <a:pt x="924" y="11072"/>
                  </a:lnTo>
                  <a:cubicBezTo>
                    <a:pt x="944" y="11074"/>
                    <a:pt x="962" y="11084"/>
                    <a:pt x="977" y="11101"/>
                  </a:cubicBezTo>
                  <a:cubicBezTo>
                    <a:pt x="988" y="11117"/>
                    <a:pt x="995" y="11138"/>
                    <a:pt x="995" y="11159"/>
                  </a:cubicBezTo>
                  <a:lnTo>
                    <a:pt x="984" y="11539"/>
                  </a:lnTo>
                  <a:cubicBezTo>
                    <a:pt x="984" y="11582"/>
                    <a:pt x="952" y="11616"/>
                    <a:pt x="913" y="11616"/>
                  </a:cubicBezTo>
                  <a:cubicBezTo>
                    <a:pt x="911" y="11616"/>
                    <a:pt x="910" y="11616"/>
                    <a:pt x="908" y="11616"/>
                  </a:cubicBezTo>
                  <a:lnTo>
                    <a:pt x="560" y="11590"/>
                  </a:lnTo>
                  <a:cubicBezTo>
                    <a:pt x="543" y="11589"/>
                    <a:pt x="523" y="11578"/>
                    <a:pt x="512" y="11562"/>
                  </a:cubicBezTo>
                  <a:cubicBezTo>
                    <a:pt x="499" y="11546"/>
                    <a:pt x="491" y="11525"/>
                    <a:pt x="491" y="11503"/>
                  </a:cubicBezTo>
                  <a:lnTo>
                    <a:pt x="502" y="11125"/>
                  </a:lnTo>
                  <a:cubicBezTo>
                    <a:pt x="502" y="11081"/>
                    <a:pt x="533" y="11048"/>
                    <a:pt x="573" y="11048"/>
                  </a:cubicBezTo>
                  <a:close/>
                  <a:moveTo>
                    <a:pt x="5726" y="11315"/>
                  </a:moveTo>
                  <a:cubicBezTo>
                    <a:pt x="5728" y="11315"/>
                    <a:pt x="5730" y="11315"/>
                    <a:pt x="5732" y="11316"/>
                  </a:cubicBezTo>
                  <a:lnTo>
                    <a:pt x="6082" y="11340"/>
                  </a:lnTo>
                  <a:cubicBezTo>
                    <a:pt x="6102" y="11340"/>
                    <a:pt x="6120" y="11351"/>
                    <a:pt x="6133" y="11367"/>
                  </a:cubicBezTo>
                  <a:cubicBezTo>
                    <a:pt x="6146" y="11383"/>
                    <a:pt x="6153" y="11404"/>
                    <a:pt x="6153" y="11426"/>
                  </a:cubicBezTo>
                  <a:lnTo>
                    <a:pt x="6140" y="11804"/>
                  </a:lnTo>
                  <a:cubicBezTo>
                    <a:pt x="6140" y="11847"/>
                    <a:pt x="6107" y="11881"/>
                    <a:pt x="6068" y="11881"/>
                  </a:cubicBezTo>
                  <a:cubicBezTo>
                    <a:pt x="6067" y="11881"/>
                    <a:pt x="6067" y="11881"/>
                    <a:pt x="6066" y="11881"/>
                  </a:cubicBezTo>
                  <a:lnTo>
                    <a:pt x="5718" y="11855"/>
                  </a:lnTo>
                  <a:cubicBezTo>
                    <a:pt x="5698" y="11855"/>
                    <a:pt x="5679" y="11845"/>
                    <a:pt x="5666" y="11828"/>
                  </a:cubicBezTo>
                  <a:cubicBezTo>
                    <a:pt x="5654" y="11812"/>
                    <a:pt x="5646" y="11791"/>
                    <a:pt x="5646" y="11769"/>
                  </a:cubicBezTo>
                  <a:lnTo>
                    <a:pt x="5658" y="11391"/>
                  </a:lnTo>
                  <a:cubicBezTo>
                    <a:pt x="5659" y="11349"/>
                    <a:pt x="5690" y="11315"/>
                    <a:pt x="5726" y="11315"/>
                  </a:cubicBezTo>
                  <a:close/>
                  <a:moveTo>
                    <a:pt x="564" y="11914"/>
                  </a:moveTo>
                  <a:cubicBezTo>
                    <a:pt x="566" y="11914"/>
                    <a:pt x="567" y="11914"/>
                    <a:pt x="569" y="11914"/>
                  </a:cubicBezTo>
                  <a:lnTo>
                    <a:pt x="915" y="11940"/>
                  </a:lnTo>
                  <a:cubicBezTo>
                    <a:pt x="935" y="11940"/>
                    <a:pt x="952" y="11950"/>
                    <a:pt x="967" y="11967"/>
                  </a:cubicBezTo>
                  <a:cubicBezTo>
                    <a:pt x="980" y="11983"/>
                    <a:pt x="987" y="12004"/>
                    <a:pt x="987" y="12026"/>
                  </a:cubicBezTo>
                  <a:lnTo>
                    <a:pt x="974" y="12403"/>
                  </a:lnTo>
                  <a:cubicBezTo>
                    <a:pt x="974" y="12446"/>
                    <a:pt x="942" y="12480"/>
                    <a:pt x="904" y="12480"/>
                  </a:cubicBezTo>
                  <a:cubicBezTo>
                    <a:pt x="903" y="12480"/>
                    <a:pt x="901" y="12479"/>
                    <a:pt x="899" y="12479"/>
                  </a:cubicBezTo>
                  <a:lnTo>
                    <a:pt x="552" y="12455"/>
                  </a:lnTo>
                  <a:cubicBezTo>
                    <a:pt x="534" y="12455"/>
                    <a:pt x="514" y="12444"/>
                    <a:pt x="502" y="12428"/>
                  </a:cubicBezTo>
                  <a:cubicBezTo>
                    <a:pt x="489" y="12412"/>
                    <a:pt x="483" y="12391"/>
                    <a:pt x="483" y="12369"/>
                  </a:cubicBezTo>
                  <a:lnTo>
                    <a:pt x="493" y="11991"/>
                  </a:lnTo>
                  <a:cubicBezTo>
                    <a:pt x="493" y="11949"/>
                    <a:pt x="525" y="11914"/>
                    <a:pt x="564" y="11914"/>
                  </a:cubicBezTo>
                  <a:close/>
                  <a:moveTo>
                    <a:pt x="5718" y="12183"/>
                  </a:moveTo>
                  <a:cubicBezTo>
                    <a:pt x="5721" y="12183"/>
                    <a:pt x="5723" y="12183"/>
                    <a:pt x="5725" y="12183"/>
                  </a:cubicBezTo>
                  <a:lnTo>
                    <a:pt x="6073" y="12207"/>
                  </a:lnTo>
                  <a:cubicBezTo>
                    <a:pt x="6092" y="12207"/>
                    <a:pt x="6112" y="12219"/>
                    <a:pt x="6125" y="12235"/>
                  </a:cubicBezTo>
                  <a:cubicBezTo>
                    <a:pt x="6139" y="12250"/>
                    <a:pt x="6145" y="12272"/>
                    <a:pt x="6145" y="12293"/>
                  </a:cubicBezTo>
                  <a:lnTo>
                    <a:pt x="6133" y="12671"/>
                  </a:lnTo>
                  <a:cubicBezTo>
                    <a:pt x="6133" y="12715"/>
                    <a:pt x="6100" y="12749"/>
                    <a:pt x="6061" y="12749"/>
                  </a:cubicBezTo>
                  <a:cubicBezTo>
                    <a:pt x="6060" y="12749"/>
                    <a:pt x="6060" y="12749"/>
                    <a:pt x="6059" y="12748"/>
                  </a:cubicBezTo>
                  <a:lnTo>
                    <a:pt x="5711" y="12723"/>
                  </a:lnTo>
                  <a:cubicBezTo>
                    <a:pt x="5691" y="12723"/>
                    <a:pt x="5674" y="12713"/>
                    <a:pt x="5659" y="12697"/>
                  </a:cubicBezTo>
                  <a:cubicBezTo>
                    <a:pt x="5646" y="12680"/>
                    <a:pt x="5639" y="12658"/>
                    <a:pt x="5639" y="12637"/>
                  </a:cubicBezTo>
                  <a:lnTo>
                    <a:pt x="5651" y="12260"/>
                  </a:lnTo>
                  <a:cubicBezTo>
                    <a:pt x="5651" y="12217"/>
                    <a:pt x="5680" y="12183"/>
                    <a:pt x="5718" y="12183"/>
                  </a:cubicBezTo>
                  <a:close/>
                  <a:moveTo>
                    <a:pt x="551" y="12836"/>
                  </a:moveTo>
                  <a:cubicBezTo>
                    <a:pt x="553" y="12836"/>
                    <a:pt x="554" y="12836"/>
                    <a:pt x="556" y="12836"/>
                  </a:cubicBezTo>
                  <a:lnTo>
                    <a:pt x="902" y="12862"/>
                  </a:lnTo>
                  <a:cubicBezTo>
                    <a:pt x="922" y="12862"/>
                    <a:pt x="942" y="12872"/>
                    <a:pt x="955" y="12887"/>
                  </a:cubicBezTo>
                  <a:cubicBezTo>
                    <a:pt x="967" y="12905"/>
                    <a:pt x="974" y="12926"/>
                    <a:pt x="974" y="12947"/>
                  </a:cubicBezTo>
                  <a:lnTo>
                    <a:pt x="965" y="13324"/>
                  </a:lnTo>
                  <a:cubicBezTo>
                    <a:pt x="964" y="13367"/>
                    <a:pt x="933" y="13402"/>
                    <a:pt x="895" y="13402"/>
                  </a:cubicBezTo>
                  <a:cubicBezTo>
                    <a:pt x="893" y="13402"/>
                    <a:pt x="890" y="13402"/>
                    <a:pt x="888" y="13401"/>
                  </a:cubicBezTo>
                  <a:lnTo>
                    <a:pt x="542" y="13377"/>
                  </a:lnTo>
                  <a:cubicBezTo>
                    <a:pt x="522" y="13377"/>
                    <a:pt x="502" y="13365"/>
                    <a:pt x="490" y="13350"/>
                  </a:cubicBezTo>
                  <a:cubicBezTo>
                    <a:pt x="477" y="13334"/>
                    <a:pt x="470" y="13313"/>
                    <a:pt x="470" y="13291"/>
                  </a:cubicBezTo>
                  <a:lnTo>
                    <a:pt x="480" y="12913"/>
                  </a:lnTo>
                  <a:cubicBezTo>
                    <a:pt x="480" y="12870"/>
                    <a:pt x="512" y="12836"/>
                    <a:pt x="551" y="12836"/>
                  </a:cubicBezTo>
                  <a:close/>
                  <a:moveTo>
                    <a:pt x="5706" y="13102"/>
                  </a:moveTo>
                  <a:cubicBezTo>
                    <a:pt x="5708" y="13102"/>
                    <a:pt x="5709" y="13102"/>
                    <a:pt x="5711" y="13102"/>
                  </a:cubicBezTo>
                  <a:lnTo>
                    <a:pt x="6059" y="13128"/>
                  </a:lnTo>
                  <a:cubicBezTo>
                    <a:pt x="6077" y="13128"/>
                    <a:pt x="6096" y="13138"/>
                    <a:pt x="6110" y="13155"/>
                  </a:cubicBezTo>
                  <a:cubicBezTo>
                    <a:pt x="6123" y="13171"/>
                    <a:pt x="6130" y="13192"/>
                    <a:pt x="6130" y="13214"/>
                  </a:cubicBezTo>
                  <a:lnTo>
                    <a:pt x="6119" y="13592"/>
                  </a:lnTo>
                  <a:cubicBezTo>
                    <a:pt x="6119" y="13634"/>
                    <a:pt x="6087" y="13668"/>
                    <a:pt x="6050" y="13668"/>
                  </a:cubicBezTo>
                  <a:cubicBezTo>
                    <a:pt x="6047" y="13668"/>
                    <a:pt x="6045" y="13668"/>
                    <a:pt x="6043" y="13668"/>
                  </a:cubicBezTo>
                  <a:lnTo>
                    <a:pt x="5697" y="13643"/>
                  </a:lnTo>
                  <a:cubicBezTo>
                    <a:pt x="5676" y="13643"/>
                    <a:pt x="5659" y="13632"/>
                    <a:pt x="5645" y="13616"/>
                  </a:cubicBezTo>
                  <a:cubicBezTo>
                    <a:pt x="5632" y="13600"/>
                    <a:pt x="5625" y="13579"/>
                    <a:pt x="5625" y="13557"/>
                  </a:cubicBezTo>
                  <a:lnTo>
                    <a:pt x="5636" y="13179"/>
                  </a:lnTo>
                  <a:cubicBezTo>
                    <a:pt x="5636" y="13137"/>
                    <a:pt x="5667" y="13102"/>
                    <a:pt x="5706" y="13102"/>
                  </a:cubicBezTo>
                  <a:close/>
                  <a:moveTo>
                    <a:pt x="538" y="13720"/>
                  </a:moveTo>
                  <a:cubicBezTo>
                    <a:pt x="540" y="13720"/>
                    <a:pt x="542" y="13720"/>
                    <a:pt x="544" y="13721"/>
                  </a:cubicBezTo>
                  <a:lnTo>
                    <a:pt x="892" y="13745"/>
                  </a:lnTo>
                  <a:cubicBezTo>
                    <a:pt x="912" y="13745"/>
                    <a:pt x="930" y="13756"/>
                    <a:pt x="944" y="13772"/>
                  </a:cubicBezTo>
                  <a:cubicBezTo>
                    <a:pt x="958" y="13788"/>
                    <a:pt x="965" y="13809"/>
                    <a:pt x="964" y="13831"/>
                  </a:cubicBezTo>
                  <a:lnTo>
                    <a:pt x="952" y="14209"/>
                  </a:lnTo>
                  <a:cubicBezTo>
                    <a:pt x="952" y="14251"/>
                    <a:pt x="921" y="14286"/>
                    <a:pt x="882" y="14286"/>
                  </a:cubicBezTo>
                  <a:cubicBezTo>
                    <a:pt x="881" y="14286"/>
                    <a:pt x="880" y="14286"/>
                    <a:pt x="878" y="14286"/>
                  </a:cubicBezTo>
                  <a:lnTo>
                    <a:pt x="530" y="14260"/>
                  </a:lnTo>
                  <a:cubicBezTo>
                    <a:pt x="512" y="14260"/>
                    <a:pt x="491" y="14250"/>
                    <a:pt x="479" y="14233"/>
                  </a:cubicBezTo>
                  <a:cubicBezTo>
                    <a:pt x="466" y="14217"/>
                    <a:pt x="459" y="14196"/>
                    <a:pt x="459" y="14174"/>
                  </a:cubicBezTo>
                  <a:lnTo>
                    <a:pt x="470" y="13796"/>
                  </a:lnTo>
                  <a:cubicBezTo>
                    <a:pt x="470" y="13754"/>
                    <a:pt x="501" y="13720"/>
                    <a:pt x="538" y="13720"/>
                  </a:cubicBezTo>
                  <a:close/>
                  <a:moveTo>
                    <a:pt x="5696" y="13986"/>
                  </a:moveTo>
                  <a:cubicBezTo>
                    <a:pt x="5698" y="13986"/>
                    <a:pt x="5700" y="13987"/>
                    <a:pt x="5702" y="13987"/>
                  </a:cubicBezTo>
                  <a:lnTo>
                    <a:pt x="6049" y="14011"/>
                  </a:lnTo>
                  <a:cubicBezTo>
                    <a:pt x="6069" y="14011"/>
                    <a:pt x="6087" y="14023"/>
                    <a:pt x="6102" y="14038"/>
                  </a:cubicBezTo>
                  <a:cubicBezTo>
                    <a:pt x="6113" y="14054"/>
                    <a:pt x="6120" y="14076"/>
                    <a:pt x="6120" y="14097"/>
                  </a:cubicBezTo>
                  <a:lnTo>
                    <a:pt x="6110" y="14475"/>
                  </a:lnTo>
                  <a:cubicBezTo>
                    <a:pt x="6110" y="14518"/>
                    <a:pt x="6078" y="14552"/>
                    <a:pt x="6039" y="14552"/>
                  </a:cubicBezTo>
                  <a:cubicBezTo>
                    <a:pt x="6037" y="14552"/>
                    <a:pt x="6036" y="14552"/>
                    <a:pt x="6034" y="14552"/>
                  </a:cubicBezTo>
                  <a:lnTo>
                    <a:pt x="5688" y="14526"/>
                  </a:lnTo>
                  <a:cubicBezTo>
                    <a:pt x="5668" y="14526"/>
                    <a:pt x="5648" y="14516"/>
                    <a:pt x="5636" y="14501"/>
                  </a:cubicBezTo>
                  <a:cubicBezTo>
                    <a:pt x="5624" y="14484"/>
                    <a:pt x="5616" y="14462"/>
                    <a:pt x="5616" y="14441"/>
                  </a:cubicBezTo>
                  <a:lnTo>
                    <a:pt x="5626" y="14064"/>
                  </a:lnTo>
                  <a:cubicBezTo>
                    <a:pt x="5626" y="14021"/>
                    <a:pt x="5657" y="13986"/>
                    <a:pt x="5696" y="13986"/>
                  </a:cubicBezTo>
                  <a:close/>
                  <a:moveTo>
                    <a:pt x="531" y="14472"/>
                  </a:moveTo>
                  <a:cubicBezTo>
                    <a:pt x="533" y="14472"/>
                    <a:pt x="534" y="14472"/>
                    <a:pt x="536" y="14472"/>
                  </a:cubicBezTo>
                  <a:lnTo>
                    <a:pt x="884" y="14496"/>
                  </a:lnTo>
                  <a:cubicBezTo>
                    <a:pt x="902" y="14498"/>
                    <a:pt x="922" y="14509"/>
                    <a:pt x="935" y="14525"/>
                  </a:cubicBezTo>
                  <a:cubicBezTo>
                    <a:pt x="948" y="14541"/>
                    <a:pt x="955" y="14562"/>
                    <a:pt x="955" y="14584"/>
                  </a:cubicBezTo>
                  <a:lnTo>
                    <a:pt x="944" y="14962"/>
                  </a:lnTo>
                  <a:cubicBezTo>
                    <a:pt x="944" y="15004"/>
                    <a:pt x="912" y="15039"/>
                    <a:pt x="874" y="15039"/>
                  </a:cubicBezTo>
                  <a:cubicBezTo>
                    <a:pt x="872" y="15039"/>
                    <a:pt x="871" y="15039"/>
                    <a:pt x="869" y="15039"/>
                  </a:cubicBezTo>
                  <a:lnTo>
                    <a:pt x="522" y="15013"/>
                  </a:lnTo>
                  <a:cubicBezTo>
                    <a:pt x="502" y="15013"/>
                    <a:pt x="483" y="15003"/>
                    <a:pt x="470" y="14987"/>
                  </a:cubicBezTo>
                  <a:cubicBezTo>
                    <a:pt x="457" y="14969"/>
                    <a:pt x="449" y="14947"/>
                    <a:pt x="450" y="14926"/>
                  </a:cubicBezTo>
                  <a:lnTo>
                    <a:pt x="461" y="14548"/>
                  </a:lnTo>
                  <a:cubicBezTo>
                    <a:pt x="461" y="14505"/>
                    <a:pt x="492" y="14472"/>
                    <a:pt x="531" y="14472"/>
                  </a:cubicBezTo>
                  <a:close/>
                  <a:moveTo>
                    <a:pt x="5690" y="14738"/>
                  </a:moveTo>
                  <a:cubicBezTo>
                    <a:pt x="5692" y="14738"/>
                    <a:pt x="5693" y="14738"/>
                    <a:pt x="5695" y="14738"/>
                  </a:cubicBezTo>
                  <a:lnTo>
                    <a:pt x="6042" y="14763"/>
                  </a:lnTo>
                  <a:cubicBezTo>
                    <a:pt x="6060" y="14766"/>
                    <a:pt x="6079" y="14776"/>
                    <a:pt x="6092" y="14791"/>
                  </a:cubicBezTo>
                  <a:cubicBezTo>
                    <a:pt x="6105" y="14808"/>
                    <a:pt x="6112" y="14830"/>
                    <a:pt x="6112" y="14851"/>
                  </a:cubicBezTo>
                  <a:lnTo>
                    <a:pt x="6105" y="15226"/>
                  </a:lnTo>
                  <a:cubicBezTo>
                    <a:pt x="6105" y="15270"/>
                    <a:pt x="6072" y="15304"/>
                    <a:pt x="6033" y="15304"/>
                  </a:cubicBezTo>
                  <a:cubicBezTo>
                    <a:pt x="6032" y="15304"/>
                    <a:pt x="6031" y="15304"/>
                    <a:pt x="6030" y="15304"/>
                  </a:cubicBezTo>
                  <a:lnTo>
                    <a:pt x="5681" y="15278"/>
                  </a:lnTo>
                  <a:cubicBezTo>
                    <a:pt x="5661" y="15278"/>
                    <a:pt x="5642" y="15268"/>
                    <a:pt x="5629" y="15252"/>
                  </a:cubicBezTo>
                  <a:cubicBezTo>
                    <a:pt x="5616" y="15235"/>
                    <a:pt x="5609" y="15214"/>
                    <a:pt x="5609" y="15192"/>
                  </a:cubicBezTo>
                  <a:lnTo>
                    <a:pt x="5619" y="14816"/>
                  </a:lnTo>
                  <a:cubicBezTo>
                    <a:pt x="5619" y="14772"/>
                    <a:pt x="5651" y="14738"/>
                    <a:pt x="5690" y="14738"/>
                  </a:cubicBezTo>
                  <a:close/>
                  <a:moveTo>
                    <a:pt x="525" y="15355"/>
                  </a:moveTo>
                  <a:cubicBezTo>
                    <a:pt x="526" y="15355"/>
                    <a:pt x="526" y="15355"/>
                    <a:pt x="527" y="15355"/>
                  </a:cubicBezTo>
                  <a:lnTo>
                    <a:pt x="874" y="15380"/>
                  </a:lnTo>
                  <a:cubicBezTo>
                    <a:pt x="894" y="15383"/>
                    <a:pt x="914" y="15393"/>
                    <a:pt x="927" y="15410"/>
                  </a:cubicBezTo>
                  <a:cubicBezTo>
                    <a:pt x="938" y="15425"/>
                    <a:pt x="945" y="15447"/>
                    <a:pt x="945" y="15468"/>
                  </a:cubicBezTo>
                  <a:lnTo>
                    <a:pt x="937" y="15846"/>
                  </a:lnTo>
                  <a:cubicBezTo>
                    <a:pt x="937" y="15888"/>
                    <a:pt x="906" y="15923"/>
                    <a:pt x="869" y="15923"/>
                  </a:cubicBezTo>
                  <a:cubicBezTo>
                    <a:pt x="867" y="15923"/>
                    <a:pt x="864" y="15922"/>
                    <a:pt x="862" y="15922"/>
                  </a:cubicBezTo>
                  <a:lnTo>
                    <a:pt x="513" y="15898"/>
                  </a:lnTo>
                  <a:cubicBezTo>
                    <a:pt x="493" y="15896"/>
                    <a:pt x="476" y="15885"/>
                    <a:pt x="461" y="15869"/>
                  </a:cubicBezTo>
                  <a:cubicBezTo>
                    <a:pt x="449" y="15853"/>
                    <a:pt x="441" y="15832"/>
                    <a:pt x="441" y="15811"/>
                  </a:cubicBezTo>
                  <a:lnTo>
                    <a:pt x="451" y="15433"/>
                  </a:lnTo>
                  <a:cubicBezTo>
                    <a:pt x="451" y="15389"/>
                    <a:pt x="484" y="15355"/>
                    <a:pt x="525" y="15355"/>
                  </a:cubicBezTo>
                  <a:close/>
                  <a:moveTo>
                    <a:pt x="5677" y="15624"/>
                  </a:moveTo>
                  <a:cubicBezTo>
                    <a:pt x="5679" y="15624"/>
                    <a:pt x="5681" y="15624"/>
                    <a:pt x="5684" y="15624"/>
                  </a:cubicBezTo>
                  <a:lnTo>
                    <a:pt x="6032" y="15649"/>
                  </a:lnTo>
                  <a:cubicBezTo>
                    <a:pt x="6049" y="15650"/>
                    <a:pt x="6069" y="15662"/>
                    <a:pt x="6082" y="15677"/>
                  </a:cubicBezTo>
                  <a:cubicBezTo>
                    <a:pt x="6095" y="15693"/>
                    <a:pt x="6102" y="15715"/>
                    <a:pt x="6102" y="15736"/>
                  </a:cubicBezTo>
                  <a:lnTo>
                    <a:pt x="6092" y="16113"/>
                  </a:lnTo>
                  <a:cubicBezTo>
                    <a:pt x="6092" y="16157"/>
                    <a:pt x="6061" y="16190"/>
                    <a:pt x="6022" y="16190"/>
                  </a:cubicBezTo>
                  <a:cubicBezTo>
                    <a:pt x="6020" y="16190"/>
                    <a:pt x="6019" y="16190"/>
                    <a:pt x="6017" y="16190"/>
                  </a:cubicBezTo>
                  <a:lnTo>
                    <a:pt x="5669" y="16164"/>
                  </a:lnTo>
                  <a:cubicBezTo>
                    <a:pt x="5651" y="16163"/>
                    <a:pt x="5632" y="16154"/>
                    <a:pt x="5618" y="16137"/>
                  </a:cubicBezTo>
                  <a:cubicBezTo>
                    <a:pt x="5605" y="16121"/>
                    <a:pt x="5598" y="16100"/>
                    <a:pt x="5598" y="16078"/>
                  </a:cubicBezTo>
                  <a:lnTo>
                    <a:pt x="5609" y="15700"/>
                  </a:lnTo>
                  <a:cubicBezTo>
                    <a:pt x="5609" y="15658"/>
                    <a:pt x="5640" y="15624"/>
                    <a:pt x="5677" y="15624"/>
                  </a:cubicBezTo>
                  <a:close/>
                  <a:moveTo>
                    <a:pt x="495" y="16241"/>
                  </a:moveTo>
                  <a:cubicBezTo>
                    <a:pt x="497" y="16241"/>
                    <a:pt x="499" y="16241"/>
                    <a:pt x="502" y="16241"/>
                  </a:cubicBezTo>
                  <a:lnTo>
                    <a:pt x="851" y="16266"/>
                  </a:lnTo>
                  <a:cubicBezTo>
                    <a:pt x="871" y="16266"/>
                    <a:pt x="889" y="16277"/>
                    <a:pt x="902" y="16293"/>
                  </a:cubicBezTo>
                  <a:cubicBezTo>
                    <a:pt x="915" y="16309"/>
                    <a:pt x="922" y="16330"/>
                    <a:pt x="922" y="16352"/>
                  </a:cubicBezTo>
                  <a:lnTo>
                    <a:pt x="909" y="16731"/>
                  </a:lnTo>
                  <a:cubicBezTo>
                    <a:pt x="909" y="16774"/>
                    <a:pt x="879" y="16809"/>
                    <a:pt x="842" y="16809"/>
                  </a:cubicBezTo>
                  <a:cubicBezTo>
                    <a:pt x="839" y="16809"/>
                    <a:pt x="837" y="16809"/>
                    <a:pt x="835" y="16808"/>
                  </a:cubicBezTo>
                  <a:lnTo>
                    <a:pt x="487" y="16784"/>
                  </a:lnTo>
                  <a:cubicBezTo>
                    <a:pt x="467" y="16784"/>
                    <a:pt x="449" y="16773"/>
                    <a:pt x="436" y="16757"/>
                  </a:cubicBezTo>
                  <a:cubicBezTo>
                    <a:pt x="423" y="16738"/>
                    <a:pt x="416" y="16717"/>
                    <a:pt x="416" y="16695"/>
                  </a:cubicBezTo>
                  <a:lnTo>
                    <a:pt x="427" y="16319"/>
                  </a:lnTo>
                  <a:cubicBezTo>
                    <a:pt x="427" y="16275"/>
                    <a:pt x="458" y="16241"/>
                    <a:pt x="495" y="16241"/>
                  </a:cubicBezTo>
                  <a:close/>
                  <a:moveTo>
                    <a:pt x="5653" y="16506"/>
                  </a:moveTo>
                  <a:cubicBezTo>
                    <a:pt x="5655" y="16506"/>
                    <a:pt x="5657" y="16506"/>
                    <a:pt x="5659" y="16506"/>
                  </a:cubicBezTo>
                  <a:lnTo>
                    <a:pt x="6006" y="16531"/>
                  </a:lnTo>
                  <a:cubicBezTo>
                    <a:pt x="6026" y="16533"/>
                    <a:pt x="6044" y="16543"/>
                    <a:pt x="6059" y="16559"/>
                  </a:cubicBezTo>
                  <a:cubicBezTo>
                    <a:pt x="6070" y="16576"/>
                    <a:pt x="6077" y="16598"/>
                    <a:pt x="6077" y="16619"/>
                  </a:cubicBezTo>
                  <a:lnTo>
                    <a:pt x="6067" y="16994"/>
                  </a:lnTo>
                  <a:cubicBezTo>
                    <a:pt x="6067" y="17037"/>
                    <a:pt x="6035" y="17072"/>
                    <a:pt x="5996" y="17072"/>
                  </a:cubicBezTo>
                  <a:cubicBezTo>
                    <a:pt x="5995" y="17072"/>
                    <a:pt x="5993" y="17072"/>
                    <a:pt x="5991" y="17072"/>
                  </a:cubicBezTo>
                  <a:lnTo>
                    <a:pt x="5645" y="17046"/>
                  </a:lnTo>
                  <a:cubicBezTo>
                    <a:pt x="5625" y="17046"/>
                    <a:pt x="5605" y="17036"/>
                    <a:pt x="5593" y="17020"/>
                  </a:cubicBezTo>
                  <a:cubicBezTo>
                    <a:pt x="5581" y="17003"/>
                    <a:pt x="5573" y="16982"/>
                    <a:pt x="5573" y="16960"/>
                  </a:cubicBezTo>
                  <a:lnTo>
                    <a:pt x="5583" y="16584"/>
                  </a:lnTo>
                  <a:cubicBezTo>
                    <a:pt x="5583" y="16540"/>
                    <a:pt x="5614" y="16506"/>
                    <a:pt x="5653" y="16506"/>
                  </a:cubicBezTo>
                  <a:close/>
                  <a:moveTo>
                    <a:pt x="486" y="17106"/>
                  </a:moveTo>
                  <a:cubicBezTo>
                    <a:pt x="488" y="17106"/>
                    <a:pt x="491" y="17106"/>
                    <a:pt x="493" y="17106"/>
                  </a:cubicBezTo>
                  <a:lnTo>
                    <a:pt x="842" y="17130"/>
                  </a:lnTo>
                  <a:cubicBezTo>
                    <a:pt x="862" y="17132"/>
                    <a:pt x="881" y="17143"/>
                    <a:pt x="894" y="17159"/>
                  </a:cubicBezTo>
                  <a:cubicBezTo>
                    <a:pt x="907" y="17175"/>
                    <a:pt x="914" y="17196"/>
                    <a:pt x="914" y="17218"/>
                  </a:cubicBezTo>
                  <a:lnTo>
                    <a:pt x="901" y="17594"/>
                  </a:lnTo>
                  <a:cubicBezTo>
                    <a:pt x="901" y="17638"/>
                    <a:pt x="868" y="17672"/>
                    <a:pt x="828" y="17672"/>
                  </a:cubicBezTo>
                  <a:cubicBezTo>
                    <a:pt x="827" y="17672"/>
                    <a:pt x="826" y="17672"/>
                    <a:pt x="825" y="17672"/>
                  </a:cubicBezTo>
                  <a:lnTo>
                    <a:pt x="479" y="17646"/>
                  </a:lnTo>
                  <a:cubicBezTo>
                    <a:pt x="459" y="17646"/>
                    <a:pt x="440" y="17636"/>
                    <a:pt x="427" y="17619"/>
                  </a:cubicBezTo>
                  <a:cubicBezTo>
                    <a:pt x="414" y="17603"/>
                    <a:pt x="407" y="17581"/>
                    <a:pt x="407" y="17560"/>
                  </a:cubicBezTo>
                  <a:lnTo>
                    <a:pt x="417" y="17182"/>
                  </a:lnTo>
                  <a:cubicBezTo>
                    <a:pt x="420" y="17140"/>
                    <a:pt x="448" y="17106"/>
                    <a:pt x="486" y="17106"/>
                  </a:cubicBezTo>
                  <a:close/>
                  <a:moveTo>
                    <a:pt x="5648" y="17375"/>
                  </a:moveTo>
                  <a:cubicBezTo>
                    <a:pt x="5649" y="17375"/>
                    <a:pt x="5651" y="17375"/>
                    <a:pt x="5652" y="17375"/>
                  </a:cubicBezTo>
                  <a:lnTo>
                    <a:pt x="5999" y="17401"/>
                  </a:lnTo>
                  <a:cubicBezTo>
                    <a:pt x="6019" y="17401"/>
                    <a:pt x="6039" y="17411"/>
                    <a:pt x="6052" y="17428"/>
                  </a:cubicBezTo>
                  <a:cubicBezTo>
                    <a:pt x="6063" y="17444"/>
                    <a:pt x="6070" y="17465"/>
                    <a:pt x="6070" y="17487"/>
                  </a:cubicBezTo>
                  <a:lnTo>
                    <a:pt x="6060" y="17865"/>
                  </a:lnTo>
                  <a:cubicBezTo>
                    <a:pt x="6059" y="17908"/>
                    <a:pt x="6029" y="17941"/>
                    <a:pt x="5991" y="17941"/>
                  </a:cubicBezTo>
                  <a:cubicBezTo>
                    <a:pt x="5989" y="17941"/>
                    <a:pt x="5987" y="17941"/>
                    <a:pt x="5984" y="17941"/>
                  </a:cubicBezTo>
                  <a:lnTo>
                    <a:pt x="5638" y="17916"/>
                  </a:lnTo>
                  <a:cubicBezTo>
                    <a:pt x="5618" y="17916"/>
                    <a:pt x="5598" y="17905"/>
                    <a:pt x="5586" y="17889"/>
                  </a:cubicBezTo>
                  <a:cubicBezTo>
                    <a:pt x="5573" y="17873"/>
                    <a:pt x="5566" y="17852"/>
                    <a:pt x="5566" y="17830"/>
                  </a:cubicBezTo>
                  <a:lnTo>
                    <a:pt x="5576" y="17453"/>
                  </a:lnTo>
                  <a:cubicBezTo>
                    <a:pt x="5576" y="17410"/>
                    <a:pt x="5608" y="17375"/>
                    <a:pt x="5648" y="17375"/>
                  </a:cubicBezTo>
                  <a:close/>
                  <a:moveTo>
                    <a:pt x="478" y="18026"/>
                  </a:moveTo>
                  <a:cubicBezTo>
                    <a:pt x="480" y="18026"/>
                    <a:pt x="481" y="18026"/>
                    <a:pt x="483" y="18027"/>
                  </a:cubicBezTo>
                  <a:lnTo>
                    <a:pt x="829" y="18051"/>
                  </a:lnTo>
                  <a:cubicBezTo>
                    <a:pt x="849" y="18052"/>
                    <a:pt x="869" y="18062"/>
                    <a:pt x="881" y="18080"/>
                  </a:cubicBezTo>
                  <a:cubicBezTo>
                    <a:pt x="894" y="18095"/>
                    <a:pt x="901" y="18117"/>
                    <a:pt x="901" y="18138"/>
                  </a:cubicBezTo>
                  <a:lnTo>
                    <a:pt x="891" y="18516"/>
                  </a:lnTo>
                  <a:cubicBezTo>
                    <a:pt x="891" y="18559"/>
                    <a:pt x="859" y="18592"/>
                    <a:pt x="820" y="18592"/>
                  </a:cubicBezTo>
                  <a:cubicBezTo>
                    <a:pt x="818" y="18592"/>
                    <a:pt x="817" y="18592"/>
                    <a:pt x="815" y="18592"/>
                  </a:cubicBezTo>
                  <a:lnTo>
                    <a:pt x="469" y="18568"/>
                  </a:lnTo>
                  <a:cubicBezTo>
                    <a:pt x="449" y="18568"/>
                    <a:pt x="428" y="18556"/>
                    <a:pt x="416" y="18540"/>
                  </a:cubicBezTo>
                  <a:cubicBezTo>
                    <a:pt x="404" y="18525"/>
                    <a:pt x="397" y="18503"/>
                    <a:pt x="397" y="18482"/>
                  </a:cubicBezTo>
                  <a:lnTo>
                    <a:pt x="407" y="18104"/>
                  </a:lnTo>
                  <a:cubicBezTo>
                    <a:pt x="407" y="18061"/>
                    <a:pt x="439" y="18026"/>
                    <a:pt x="478" y="18026"/>
                  </a:cubicBezTo>
                  <a:close/>
                  <a:moveTo>
                    <a:pt x="5631" y="18295"/>
                  </a:moveTo>
                  <a:cubicBezTo>
                    <a:pt x="5633" y="18295"/>
                    <a:pt x="5636" y="18295"/>
                    <a:pt x="5638" y="18296"/>
                  </a:cubicBezTo>
                  <a:lnTo>
                    <a:pt x="5984" y="18319"/>
                  </a:lnTo>
                  <a:cubicBezTo>
                    <a:pt x="6004" y="18320"/>
                    <a:pt x="6023" y="18331"/>
                    <a:pt x="6037" y="18347"/>
                  </a:cubicBezTo>
                  <a:cubicBezTo>
                    <a:pt x="6052" y="18363"/>
                    <a:pt x="6056" y="18384"/>
                    <a:pt x="6056" y="18406"/>
                  </a:cubicBezTo>
                  <a:lnTo>
                    <a:pt x="6046" y="18785"/>
                  </a:lnTo>
                  <a:cubicBezTo>
                    <a:pt x="6046" y="18829"/>
                    <a:pt x="6015" y="18863"/>
                    <a:pt x="5977" y="18863"/>
                  </a:cubicBezTo>
                  <a:cubicBezTo>
                    <a:pt x="5974" y="18863"/>
                    <a:pt x="5972" y="18863"/>
                    <a:pt x="5970" y="18863"/>
                  </a:cubicBezTo>
                  <a:lnTo>
                    <a:pt x="5624" y="18838"/>
                  </a:lnTo>
                  <a:cubicBezTo>
                    <a:pt x="5603" y="18835"/>
                    <a:pt x="5583" y="18825"/>
                    <a:pt x="5572" y="18810"/>
                  </a:cubicBezTo>
                  <a:cubicBezTo>
                    <a:pt x="5559" y="18792"/>
                    <a:pt x="5552" y="18771"/>
                    <a:pt x="5552" y="18749"/>
                  </a:cubicBezTo>
                  <a:lnTo>
                    <a:pt x="5562" y="18373"/>
                  </a:lnTo>
                  <a:cubicBezTo>
                    <a:pt x="5562" y="18330"/>
                    <a:pt x="5593" y="18295"/>
                    <a:pt x="5631" y="18295"/>
                  </a:cubicBezTo>
                  <a:close/>
                  <a:moveTo>
                    <a:pt x="465" y="18911"/>
                  </a:moveTo>
                  <a:cubicBezTo>
                    <a:pt x="467" y="18911"/>
                    <a:pt x="469" y="18911"/>
                    <a:pt x="471" y="18911"/>
                  </a:cubicBezTo>
                  <a:lnTo>
                    <a:pt x="819" y="18936"/>
                  </a:lnTo>
                  <a:cubicBezTo>
                    <a:pt x="838" y="18938"/>
                    <a:pt x="858" y="18948"/>
                    <a:pt x="871" y="18964"/>
                  </a:cubicBezTo>
                  <a:cubicBezTo>
                    <a:pt x="884" y="18981"/>
                    <a:pt x="891" y="19003"/>
                    <a:pt x="891" y="19024"/>
                  </a:cubicBezTo>
                  <a:lnTo>
                    <a:pt x="879" y="19401"/>
                  </a:lnTo>
                  <a:cubicBezTo>
                    <a:pt x="879" y="19446"/>
                    <a:pt x="846" y="19478"/>
                    <a:pt x="808" y="19478"/>
                  </a:cubicBezTo>
                  <a:cubicBezTo>
                    <a:pt x="807" y="19478"/>
                    <a:pt x="806" y="19478"/>
                    <a:pt x="805" y="19478"/>
                  </a:cubicBezTo>
                  <a:lnTo>
                    <a:pt x="457" y="19454"/>
                  </a:lnTo>
                  <a:cubicBezTo>
                    <a:pt x="437" y="19451"/>
                    <a:pt x="420" y="19441"/>
                    <a:pt x="406" y="19425"/>
                  </a:cubicBezTo>
                  <a:cubicBezTo>
                    <a:pt x="393" y="19408"/>
                    <a:pt x="384" y="19387"/>
                    <a:pt x="386" y="19365"/>
                  </a:cubicBezTo>
                  <a:lnTo>
                    <a:pt x="397" y="18989"/>
                  </a:lnTo>
                  <a:cubicBezTo>
                    <a:pt x="397" y="18945"/>
                    <a:pt x="426" y="18911"/>
                    <a:pt x="465" y="18911"/>
                  </a:cubicBezTo>
                  <a:close/>
                  <a:moveTo>
                    <a:pt x="5622" y="19179"/>
                  </a:moveTo>
                  <a:cubicBezTo>
                    <a:pt x="5623" y="19179"/>
                    <a:pt x="5625" y="19179"/>
                    <a:pt x="5626" y="19179"/>
                  </a:cubicBezTo>
                  <a:lnTo>
                    <a:pt x="5974" y="19205"/>
                  </a:lnTo>
                  <a:cubicBezTo>
                    <a:pt x="5994" y="19205"/>
                    <a:pt x="6011" y="19215"/>
                    <a:pt x="6026" y="19232"/>
                  </a:cubicBezTo>
                  <a:cubicBezTo>
                    <a:pt x="6040" y="19248"/>
                    <a:pt x="6047" y="19269"/>
                    <a:pt x="6046" y="19291"/>
                  </a:cubicBezTo>
                  <a:lnTo>
                    <a:pt x="6034" y="19669"/>
                  </a:lnTo>
                  <a:cubicBezTo>
                    <a:pt x="6034" y="19711"/>
                    <a:pt x="6003" y="19745"/>
                    <a:pt x="5965" y="19745"/>
                  </a:cubicBezTo>
                  <a:cubicBezTo>
                    <a:pt x="5963" y="19745"/>
                    <a:pt x="5962" y="19744"/>
                    <a:pt x="5960" y="19744"/>
                  </a:cubicBezTo>
                  <a:lnTo>
                    <a:pt x="5612" y="19720"/>
                  </a:lnTo>
                  <a:cubicBezTo>
                    <a:pt x="5593" y="19720"/>
                    <a:pt x="5573" y="19709"/>
                    <a:pt x="5561" y="19693"/>
                  </a:cubicBezTo>
                  <a:cubicBezTo>
                    <a:pt x="5548" y="19677"/>
                    <a:pt x="5541" y="19656"/>
                    <a:pt x="5541" y="19634"/>
                  </a:cubicBezTo>
                  <a:lnTo>
                    <a:pt x="5552" y="19256"/>
                  </a:lnTo>
                  <a:cubicBezTo>
                    <a:pt x="5552" y="19214"/>
                    <a:pt x="5584" y="19179"/>
                    <a:pt x="5622" y="19179"/>
                  </a:cubicBezTo>
                  <a:close/>
                  <a:moveTo>
                    <a:pt x="449" y="1"/>
                  </a:moveTo>
                  <a:lnTo>
                    <a:pt x="0" y="20300"/>
                  </a:lnTo>
                  <a:lnTo>
                    <a:pt x="6255" y="20602"/>
                  </a:lnTo>
                  <a:lnTo>
                    <a:pt x="6570" y="343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rgbClr val="4729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138"/>
            <p:cNvSpPr/>
            <p:nvPr/>
          </p:nvSpPr>
          <p:spPr>
            <a:xfrm>
              <a:off x="5823900" y="3033400"/>
              <a:ext cx="106950" cy="161125"/>
            </a:xfrm>
            <a:custGeom>
              <a:rect b="b" l="l" r="r" t="t"/>
              <a:pathLst>
                <a:path extrusionOk="0" h="6445" w="4278">
                  <a:moveTo>
                    <a:pt x="719" y="0"/>
                  </a:moveTo>
                  <a:cubicBezTo>
                    <a:pt x="388" y="0"/>
                    <a:pt x="111" y="403"/>
                    <a:pt x="102" y="916"/>
                  </a:cubicBezTo>
                  <a:lnTo>
                    <a:pt x="4" y="5298"/>
                  </a:lnTo>
                  <a:cubicBezTo>
                    <a:pt x="0" y="5550"/>
                    <a:pt x="59" y="5794"/>
                    <a:pt x="172" y="5979"/>
                  </a:cubicBezTo>
                  <a:cubicBezTo>
                    <a:pt x="282" y="6164"/>
                    <a:pt x="438" y="6272"/>
                    <a:pt x="603" y="6281"/>
                  </a:cubicBezTo>
                  <a:lnTo>
                    <a:pt x="3536" y="6444"/>
                  </a:lnTo>
                  <a:cubicBezTo>
                    <a:pt x="3543" y="6445"/>
                    <a:pt x="3550" y="6445"/>
                    <a:pt x="3557" y="6445"/>
                  </a:cubicBezTo>
                  <a:cubicBezTo>
                    <a:pt x="3888" y="6445"/>
                    <a:pt x="4166" y="6041"/>
                    <a:pt x="4176" y="5528"/>
                  </a:cubicBezTo>
                  <a:lnTo>
                    <a:pt x="4273" y="1148"/>
                  </a:lnTo>
                  <a:cubicBezTo>
                    <a:pt x="4277" y="896"/>
                    <a:pt x="4219" y="649"/>
                    <a:pt x="4106" y="466"/>
                  </a:cubicBezTo>
                  <a:cubicBezTo>
                    <a:pt x="3995" y="281"/>
                    <a:pt x="3839" y="173"/>
                    <a:pt x="3675" y="163"/>
                  </a:cubicBezTo>
                  <a:lnTo>
                    <a:pt x="742" y="1"/>
                  </a:lnTo>
                  <a:cubicBezTo>
                    <a:pt x="734" y="0"/>
                    <a:pt x="727" y="0"/>
                    <a:pt x="719" y="0"/>
                  </a:cubicBezTo>
                  <a:close/>
                </a:path>
              </a:pathLst>
            </a:custGeom>
            <a:solidFill>
              <a:srgbClr val="894B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138"/>
            <p:cNvSpPr/>
            <p:nvPr/>
          </p:nvSpPr>
          <p:spPr>
            <a:xfrm>
              <a:off x="5822175" y="3197350"/>
              <a:ext cx="107000" cy="161125"/>
            </a:xfrm>
            <a:custGeom>
              <a:rect b="b" l="l" r="r" t="t"/>
              <a:pathLst>
                <a:path extrusionOk="0" h="6445" w="4280">
                  <a:moveTo>
                    <a:pt x="719" y="0"/>
                  </a:moveTo>
                  <a:cubicBezTo>
                    <a:pt x="388" y="0"/>
                    <a:pt x="115" y="405"/>
                    <a:pt x="102" y="917"/>
                  </a:cubicBezTo>
                  <a:lnTo>
                    <a:pt x="6" y="5297"/>
                  </a:lnTo>
                  <a:cubicBezTo>
                    <a:pt x="0" y="5549"/>
                    <a:pt x="59" y="5794"/>
                    <a:pt x="172" y="5979"/>
                  </a:cubicBezTo>
                  <a:cubicBezTo>
                    <a:pt x="284" y="6163"/>
                    <a:pt x="438" y="6272"/>
                    <a:pt x="603" y="6281"/>
                  </a:cubicBezTo>
                  <a:lnTo>
                    <a:pt x="3536" y="6444"/>
                  </a:lnTo>
                  <a:cubicBezTo>
                    <a:pt x="3544" y="6445"/>
                    <a:pt x="3552" y="6445"/>
                    <a:pt x="3560" y="6445"/>
                  </a:cubicBezTo>
                  <a:cubicBezTo>
                    <a:pt x="3892" y="6445"/>
                    <a:pt x="4165" y="6042"/>
                    <a:pt x="4178" y="5529"/>
                  </a:cubicBezTo>
                  <a:lnTo>
                    <a:pt x="4273" y="1147"/>
                  </a:lnTo>
                  <a:cubicBezTo>
                    <a:pt x="4279" y="895"/>
                    <a:pt x="4220" y="651"/>
                    <a:pt x="4107" y="466"/>
                  </a:cubicBezTo>
                  <a:cubicBezTo>
                    <a:pt x="3996" y="281"/>
                    <a:pt x="3841" y="173"/>
                    <a:pt x="3676" y="164"/>
                  </a:cubicBezTo>
                  <a:lnTo>
                    <a:pt x="743" y="1"/>
                  </a:lnTo>
                  <a:cubicBezTo>
                    <a:pt x="735" y="0"/>
                    <a:pt x="727" y="0"/>
                    <a:pt x="719" y="0"/>
                  </a:cubicBezTo>
                  <a:close/>
                </a:path>
              </a:pathLst>
            </a:custGeom>
            <a:solidFill>
              <a:srgbClr val="894B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138"/>
            <p:cNvSpPr/>
            <p:nvPr/>
          </p:nvSpPr>
          <p:spPr>
            <a:xfrm>
              <a:off x="5818625" y="3362925"/>
              <a:ext cx="107000" cy="161225"/>
            </a:xfrm>
            <a:custGeom>
              <a:rect b="b" l="l" r="r" t="t"/>
              <a:pathLst>
                <a:path extrusionOk="0" h="6449" w="4280">
                  <a:moveTo>
                    <a:pt x="720" y="1"/>
                  </a:moveTo>
                  <a:cubicBezTo>
                    <a:pt x="388" y="1"/>
                    <a:pt x="115" y="406"/>
                    <a:pt x="104" y="918"/>
                  </a:cubicBezTo>
                  <a:lnTo>
                    <a:pt x="6" y="5298"/>
                  </a:lnTo>
                  <a:cubicBezTo>
                    <a:pt x="1" y="5551"/>
                    <a:pt x="61" y="5796"/>
                    <a:pt x="172" y="5981"/>
                  </a:cubicBezTo>
                  <a:cubicBezTo>
                    <a:pt x="285" y="6164"/>
                    <a:pt x="440" y="6274"/>
                    <a:pt x="605" y="6283"/>
                  </a:cubicBezTo>
                  <a:lnTo>
                    <a:pt x="3536" y="6448"/>
                  </a:lnTo>
                  <a:cubicBezTo>
                    <a:pt x="3544" y="6448"/>
                    <a:pt x="3552" y="6448"/>
                    <a:pt x="3560" y="6448"/>
                  </a:cubicBezTo>
                  <a:cubicBezTo>
                    <a:pt x="3892" y="6448"/>
                    <a:pt x="4167" y="6043"/>
                    <a:pt x="4178" y="5531"/>
                  </a:cubicBezTo>
                  <a:lnTo>
                    <a:pt x="4274" y="1150"/>
                  </a:lnTo>
                  <a:cubicBezTo>
                    <a:pt x="4279" y="896"/>
                    <a:pt x="4221" y="651"/>
                    <a:pt x="4108" y="467"/>
                  </a:cubicBezTo>
                  <a:cubicBezTo>
                    <a:pt x="3995" y="283"/>
                    <a:pt x="3841" y="173"/>
                    <a:pt x="3677" y="165"/>
                  </a:cubicBezTo>
                  <a:lnTo>
                    <a:pt x="744" y="1"/>
                  </a:lnTo>
                  <a:cubicBezTo>
                    <a:pt x="736" y="1"/>
                    <a:pt x="728" y="1"/>
                    <a:pt x="720" y="1"/>
                  </a:cubicBezTo>
                  <a:close/>
                </a:path>
              </a:pathLst>
            </a:custGeom>
            <a:solidFill>
              <a:srgbClr val="894B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138"/>
            <p:cNvSpPr/>
            <p:nvPr/>
          </p:nvSpPr>
          <p:spPr>
            <a:xfrm>
              <a:off x="5796375" y="3025900"/>
              <a:ext cx="159275" cy="281925"/>
            </a:xfrm>
            <a:custGeom>
              <a:rect b="b" l="l" r="r" t="t"/>
              <a:pathLst>
                <a:path extrusionOk="0" h="11277" w="6371">
                  <a:moveTo>
                    <a:pt x="6023" y="5101"/>
                  </a:moveTo>
                  <a:cubicBezTo>
                    <a:pt x="6010" y="5089"/>
                    <a:pt x="5997" y="5082"/>
                    <a:pt x="5978" y="5079"/>
                  </a:cubicBezTo>
                  <a:lnTo>
                    <a:pt x="5632" y="5055"/>
                  </a:lnTo>
                  <a:cubicBezTo>
                    <a:pt x="5590" y="5051"/>
                    <a:pt x="5556" y="5087"/>
                    <a:pt x="5556" y="5132"/>
                  </a:cubicBezTo>
                  <a:lnTo>
                    <a:pt x="5545" y="5509"/>
                  </a:lnTo>
                  <a:cubicBezTo>
                    <a:pt x="5545" y="5530"/>
                    <a:pt x="5552" y="5552"/>
                    <a:pt x="5565" y="5569"/>
                  </a:cubicBezTo>
                  <a:cubicBezTo>
                    <a:pt x="5565" y="5569"/>
                    <a:pt x="5567" y="5569"/>
                    <a:pt x="5567" y="5570"/>
                  </a:cubicBezTo>
                  <a:lnTo>
                    <a:pt x="810" y="10443"/>
                  </a:lnTo>
                  <a:lnTo>
                    <a:pt x="816" y="10279"/>
                  </a:lnTo>
                  <a:cubicBezTo>
                    <a:pt x="816" y="10257"/>
                    <a:pt x="809" y="10236"/>
                    <a:pt x="796" y="10219"/>
                  </a:cubicBezTo>
                  <a:cubicBezTo>
                    <a:pt x="783" y="10203"/>
                    <a:pt x="765" y="10194"/>
                    <a:pt x="745" y="10193"/>
                  </a:cubicBezTo>
                  <a:lnTo>
                    <a:pt x="397" y="10167"/>
                  </a:lnTo>
                  <a:cubicBezTo>
                    <a:pt x="357" y="10166"/>
                    <a:pt x="322" y="10200"/>
                    <a:pt x="322" y="10244"/>
                  </a:cubicBezTo>
                  <a:lnTo>
                    <a:pt x="311" y="10622"/>
                  </a:lnTo>
                  <a:cubicBezTo>
                    <a:pt x="311" y="10644"/>
                    <a:pt x="318" y="10665"/>
                    <a:pt x="331" y="10681"/>
                  </a:cubicBezTo>
                  <a:cubicBezTo>
                    <a:pt x="344" y="10697"/>
                    <a:pt x="362" y="10708"/>
                    <a:pt x="382" y="10710"/>
                  </a:cubicBezTo>
                  <a:lnTo>
                    <a:pt x="544" y="10720"/>
                  </a:lnTo>
                  <a:lnTo>
                    <a:pt x="0" y="11276"/>
                  </a:lnTo>
                  <a:lnTo>
                    <a:pt x="248" y="0"/>
                  </a:lnTo>
                  <a:lnTo>
                    <a:pt x="6371" y="341"/>
                  </a:lnTo>
                  <a:lnTo>
                    <a:pt x="6300" y="4822"/>
                  </a:lnTo>
                  <a:close/>
                  <a:moveTo>
                    <a:pt x="329" y="9358"/>
                  </a:moveTo>
                  <a:lnTo>
                    <a:pt x="318" y="9736"/>
                  </a:lnTo>
                  <a:cubicBezTo>
                    <a:pt x="318" y="9758"/>
                    <a:pt x="325" y="9779"/>
                    <a:pt x="338" y="9795"/>
                  </a:cubicBezTo>
                  <a:cubicBezTo>
                    <a:pt x="352" y="9811"/>
                    <a:pt x="371" y="9821"/>
                    <a:pt x="390" y="9822"/>
                  </a:cubicBezTo>
                  <a:lnTo>
                    <a:pt x="739" y="9846"/>
                  </a:lnTo>
                  <a:cubicBezTo>
                    <a:pt x="779" y="9851"/>
                    <a:pt x="815" y="9815"/>
                    <a:pt x="815" y="9770"/>
                  </a:cubicBezTo>
                  <a:lnTo>
                    <a:pt x="825" y="9393"/>
                  </a:lnTo>
                  <a:cubicBezTo>
                    <a:pt x="825" y="9371"/>
                    <a:pt x="819" y="9350"/>
                    <a:pt x="805" y="9332"/>
                  </a:cubicBezTo>
                  <a:cubicBezTo>
                    <a:pt x="793" y="9315"/>
                    <a:pt x="773" y="9307"/>
                    <a:pt x="753" y="9304"/>
                  </a:cubicBezTo>
                  <a:lnTo>
                    <a:pt x="407" y="9279"/>
                  </a:lnTo>
                  <a:cubicBezTo>
                    <a:pt x="365" y="9279"/>
                    <a:pt x="331" y="9314"/>
                    <a:pt x="329" y="9358"/>
                  </a:cubicBezTo>
                  <a:close/>
                  <a:moveTo>
                    <a:pt x="342" y="8439"/>
                  </a:moveTo>
                  <a:lnTo>
                    <a:pt x="331" y="8816"/>
                  </a:lnTo>
                  <a:cubicBezTo>
                    <a:pt x="331" y="8837"/>
                    <a:pt x="338" y="8859"/>
                    <a:pt x="351" y="8876"/>
                  </a:cubicBezTo>
                  <a:cubicBezTo>
                    <a:pt x="365" y="8892"/>
                    <a:pt x="382" y="8902"/>
                    <a:pt x="402" y="8904"/>
                  </a:cubicBezTo>
                  <a:lnTo>
                    <a:pt x="749" y="8929"/>
                  </a:lnTo>
                  <a:cubicBezTo>
                    <a:pt x="790" y="8930"/>
                    <a:pt x="825" y="8897"/>
                    <a:pt x="825" y="8851"/>
                  </a:cubicBezTo>
                  <a:lnTo>
                    <a:pt x="836" y="8475"/>
                  </a:lnTo>
                  <a:cubicBezTo>
                    <a:pt x="838" y="8453"/>
                    <a:pt x="829" y="8432"/>
                    <a:pt x="816" y="8415"/>
                  </a:cubicBezTo>
                  <a:cubicBezTo>
                    <a:pt x="802" y="8399"/>
                    <a:pt x="783" y="8389"/>
                    <a:pt x="765" y="8386"/>
                  </a:cubicBezTo>
                  <a:lnTo>
                    <a:pt x="417" y="8363"/>
                  </a:lnTo>
                  <a:cubicBezTo>
                    <a:pt x="378" y="8358"/>
                    <a:pt x="344" y="8392"/>
                    <a:pt x="342" y="8439"/>
                  </a:cubicBezTo>
                  <a:close/>
                  <a:moveTo>
                    <a:pt x="351" y="7570"/>
                  </a:moveTo>
                  <a:lnTo>
                    <a:pt x="339" y="7948"/>
                  </a:lnTo>
                  <a:cubicBezTo>
                    <a:pt x="339" y="7970"/>
                    <a:pt x="347" y="7991"/>
                    <a:pt x="359" y="8007"/>
                  </a:cubicBezTo>
                  <a:cubicBezTo>
                    <a:pt x="372" y="8024"/>
                    <a:pt x="391" y="8034"/>
                    <a:pt x="411" y="8034"/>
                  </a:cubicBezTo>
                  <a:lnTo>
                    <a:pt x="759" y="8060"/>
                  </a:lnTo>
                  <a:cubicBezTo>
                    <a:pt x="799" y="8063"/>
                    <a:pt x="833" y="8027"/>
                    <a:pt x="833" y="7982"/>
                  </a:cubicBezTo>
                  <a:lnTo>
                    <a:pt x="845" y="7605"/>
                  </a:lnTo>
                  <a:cubicBezTo>
                    <a:pt x="845" y="7583"/>
                    <a:pt x="838" y="7562"/>
                    <a:pt x="825" y="7546"/>
                  </a:cubicBezTo>
                  <a:cubicBezTo>
                    <a:pt x="810" y="7530"/>
                    <a:pt x="793" y="7519"/>
                    <a:pt x="773" y="7517"/>
                  </a:cubicBezTo>
                  <a:lnTo>
                    <a:pt x="425" y="7491"/>
                  </a:lnTo>
                  <a:cubicBezTo>
                    <a:pt x="387" y="7491"/>
                    <a:pt x="352" y="7526"/>
                    <a:pt x="351" y="7570"/>
                  </a:cubicBezTo>
                  <a:close/>
                  <a:moveTo>
                    <a:pt x="375" y="6671"/>
                  </a:moveTo>
                  <a:lnTo>
                    <a:pt x="365" y="7048"/>
                  </a:lnTo>
                  <a:cubicBezTo>
                    <a:pt x="365" y="7069"/>
                    <a:pt x="372" y="7091"/>
                    <a:pt x="385" y="7108"/>
                  </a:cubicBezTo>
                  <a:cubicBezTo>
                    <a:pt x="397" y="7124"/>
                    <a:pt x="417" y="7134"/>
                    <a:pt x="437" y="7136"/>
                  </a:cubicBezTo>
                  <a:lnTo>
                    <a:pt x="783" y="7161"/>
                  </a:lnTo>
                  <a:cubicBezTo>
                    <a:pt x="825" y="7165"/>
                    <a:pt x="859" y="7131"/>
                    <a:pt x="859" y="7083"/>
                  </a:cubicBezTo>
                  <a:lnTo>
                    <a:pt x="869" y="6707"/>
                  </a:lnTo>
                  <a:cubicBezTo>
                    <a:pt x="869" y="6686"/>
                    <a:pt x="862" y="6664"/>
                    <a:pt x="851" y="6647"/>
                  </a:cubicBezTo>
                  <a:cubicBezTo>
                    <a:pt x="838" y="6631"/>
                    <a:pt x="818" y="6621"/>
                    <a:pt x="798" y="6618"/>
                  </a:cubicBezTo>
                  <a:lnTo>
                    <a:pt x="451" y="6594"/>
                  </a:lnTo>
                  <a:cubicBezTo>
                    <a:pt x="411" y="6592"/>
                    <a:pt x="378" y="6625"/>
                    <a:pt x="375" y="6671"/>
                  </a:cubicBezTo>
                  <a:close/>
                  <a:moveTo>
                    <a:pt x="387" y="5787"/>
                  </a:moveTo>
                  <a:lnTo>
                    <a:pt x="375" y="6164"/>
                  </a:lnTo>
                  <a:cubicBezTo>
                    <a:pt x="375" y="6186"/>
                    <a:pt x="382" y="6207"/>
                    <a:pt x="395" y="6223"/>
                  </a:cubicBezTo>
                  <a:cubicBezTo>
                    <a:pt x="408" y="6239"/>
                    <a:pt x="427" y="6250"/>
                    <a:pt x="447" y="6252"/>
                  </a:cubicBezTo>
                  <a:lnTo>
                    <a:pt x="796" y="6278"/>
                  </a:lnTo>
                  <a:cubicBezTo>
                    <a:pt x="836" y="6280"/>
                    <a:pt x="872" y="6245"/>
                    <a:pt x="872" y="6200"/>
                  </a:cubicBezTo>
                  <a:lnTo>
                    <a:pt x="882" y="5822"/>
                  </a:lnTo>
                  <a:cubicBezTo>
                    <a:pt x="882" y="5801"/>
                    <a:pt x="875" y="5779"/>
                    <a:pt x="862" y="5764"/>
                  </a:cubicBezTo>
                  <a:cubicBezTo>
                    <a:pt x="848" y="5748"/>
                    <a:pt x="830" y="5736"/>
                    <a:pt x="810" y="5735"/>
                  </a:cubicBezTo>
                  <a:lnTo>
                    <a:pt x="464" y="5709"/>
                  </a:lnTo>
                  <a:cubicBezTo>
                    <a:pt x="421" y="5706"/>
                    <a:pt x="387" y="5741"/>
                    <a:pt x="387" y="5787"/>
                  </a:cubicBezTo>
                  <a:close/>
                  <a:moveTo>
                    <a:pt x="946" y="856"/>
                  </a:moveTo>
                  <a:lnTo>
                    <a:pt x="958" y="480"/>
                  </a:lnTo>
                  <a:cubicBezTo>
                    <a:pt x="958" y="458"/>
                    <a:pt x="951" y="437"/>
                    <a:pt x="938" y="420"/>
                  </a:cubicBezTo>
                  <a:cubicBezTo>
                    <a:pt x="925" y="404"/>
                    <a:pt x="905" y="393"/>
                    <a:pt x="886" y="393"/>
                  </a:cubicBezTo>
                  <a:lnTo>
                    <a:pt x="538" y="368"/>
                  </a:lnTo>
                  <a:cubicBezTo>
                    <a:pt x="497" y="365"/>
                    <a:pt x="464" y="401"/>
                    <a:pt x="464" y="445"/>
                  </a:cubicBezTo>
                  <a:lnTo>
                    <a:pt x="453" y="823"/>
                  </a:lnTo>
                  <a:cubicBezTo>
                    <a:pt x="453" y="845"/>
                    <a:pt x="460" y="866"/>
                    <a:pt x="473" y="882"/>
                  </a:cubicBezTo>
                  <a:cubicBezTo>
                    <a:pt x="485" y="898"/>
                    <a:pt x="504" y="909"/>
                    <a:pt x="524" y="909"/>
                  </a:cubicBezTo>
                  <a:lnTo>
                    <a:pt x="872" y="934"/>
                  </a:lnTo>
                  <a:cubicBezTo>
                    <a:pt x="911" y="935"/>
                    <a:pt x="945" y="902"/>
                    <a:pt x="946" y="856"/>
                  </a:cubicBezTo>
                  <a:close/>
                  <a:moveTo>
                    <a:pt x="938" y="1722"/>
                  </a:moveTo>
                  <a:lnTo>
                    <a:pt x="948" y="1344"/>
                  </a:lnTo>
                  <a:cubicBezTo>
                    <a:pt x="948" y="1323"/>
                    <a:pt x="941" y="1303"/>
                    <a:pt x="929" y="1286"/>
                  </a:cubicBezTo>
                  <a:cubicBezTo>
                    <a:pt x="916" y="1270"/>
                    <a:pt x="896" y="1259"/>
                    <a:pt x="876" y="1259"/>
                  </a:cubicBezTo>
                  <a:lnTo>
                    <a:pt x="530" y="1234"/>
                  </a:lnTo>
                  <a:cubicBezTo>
                    <a:pt x="488" y="1231"/>
                    <a:pt x="454" y="1267"/>
                    <a:pt x="454" y="1312"/>
                  </a:cubicBezTo>
                  <a:lnTo>
                    <a:pt x="444" y="1689"/>
                  </a:lnTo>
                  <a:cubicBezTo>
                    <a:pt x="444" y="1711"/>
                    <a:pt x="451" y="1732"/>
                    <a:pt x="464" y="1748"/>
                  </a:cubicBezTo>
                  <a:cubicBezTo>
                    <a:pt x="475" y="1764"/>
                    <a:pt x="495" y="1775"/>
                    <a:pt x="516" y="1775"/>
                  </a:cubicBezTo>
                  <a:lnTo>
                    <a:pt x="862" y="1800"/>
                  </a:lnTo>
                  <a:cubicBezTo>
                    <a:pt x="902" y="1804"/>
                    <a:pt x="936" y="1770"/>
                    <a:pt x="938" y="1722"/>
                  </a:cubicBezTo>
                  <a:close/>
                  <a:moveTo>
                    <a:pt x="925" y="2644"/>
                  </a:moveTo>
                  <a:lnTo>
                    <a:pt x="936" y="2266"/>
                  </a:lnTo>
                  <a:cubicBezTo>
                    <a:pt x="936" y="2245"/>
                    <a:pt x="929" y="2223"/>
                    <a:pt x="916" y="2208"/>
                  </a:cubicBezTo>
                  <a:cubicBezTo>
                    <a:pt x="903" y="2192"/>
                    <a:pt x="883" y="2181"/>
                    <a:pt x="865" y="2181"/>
                  </a:cubicBezTo>
                  <a:lnTo>
                    <a:pt x="517" y="2156"/>
                  </a:lnTo>
                  <a:cubicBezTo>
                    <a:pt x="475" y="2152"/>
                    <a:pt x="443" y="2188"/>
                    <a:pt x="443" y="2233"/>
                  </a:cubicBezTo>
                  <a:lnTo>
                    <a:pt x="431" y="2610"/>
                  </a:lnTo>
                  <a:cubicBezTo>
                    <a:pt x="431" y="2631"/>
                    <a:pt x="438" y="2653"/>
                    <a:pt x="451" y="2670"/>
                  </a:cubicBezTo>
                  <a:cubicBezTo>
                    <a:pt x="464" y="2686"/>
                    <a:pt x="483" y="2696"/>
                    <a:pt x="503" y="2699"/>
                  </a:cubicBezTo>
                  <a:lnTo>
                    <a:pt x="851" y="2723"/>
                  </a:lnTo>
                  <a:cubicBezTo>
                    <a:pt x="889" y="2723"/>
                    <a:pt x="924" y="2689"/>
                    <a:pt x="925" y="2644"/>
                  </a:cubicBezTo>
                  <a:close/>
                  <a:moveTo>
                    <a:pt x="915" y="3529"/>
                  </a:moveTo>
                  <a:lnTo>
                    <a:pt x="925" y="3151"/>
                  </a:lnTo>
                  <a:cubicBezTo>
                    <a:pt x="925" y="3130"/>
                    <a:pt x="918" y="3108"/>
                    <a:pt x="905" y="3092"/>
                  </a:cubicBezTo>
                  <a:cubicBezTo>
                    <a:pt x="891" y="3075"/>
                    <a:pt x="873" y="3065"/>
                    <a:pt x="853" y="3062"/>
                  </a:cubicBezTo>
                  <a:lnTo>
                    <a:pt x="507" y="3038"/>
                  </a:lnTo>
                  <a:cubicBezTo>
                    <a:pt x="465" y="3035"/>
                    <a:pt x="431" y="3068"/>
                    <a:pt x="431" y="3115"/>
                  </a:cubicBezTo>
                  <a:lnTo>
                    <a:pt x="421" y="3493"/>
                  </a:lnTo>
                  <a:cubicBezTo>
                    <a:pt x="421" y="3515"/>
                    <a:pt x="427" y="3536"/>
                    <a:pt x="440" y="3552"/>
                  </a:cubicBezTo>
                  <a:cubicBezTo>
                    <a:pt x="454" y="3568"/>
                    <a:pt x="473" y="3579"/>
                    <a:pt x="493" y="3579"/>
                  </a:cubicBezTo>
                  <a:lnTo>
                    <a:pt x="839" y="3603"/>
                  </a:lnTo>
                  <a:cubicBezTo>
                    <a:pt x="879" y="3609"/>
                    <a:pt x="912" y="3573"/>
                    <a:pt x="915" y="3529"/>
                  </a:cubicBezTo>
                  <a:close/>
                  <a:moveTo>
                    <a:pt x="891" y="4411"/>
                  </a:moveTo>
                  <a:lnTo>
                    <a:pt x="902" y="4033"/>
                  </a:lnTo>
                  <a:cubicBezTo>
                    <a:pt x="902" y="4011"/>
                    <a:pt x="895" y="3990"/>
                    <a:pt x="882" y="3974"/>
                  </a:cubicBezTo>
                  <a:cubicBezTo>
                    <a:pt x="868" y="3957"/>
                    <a:pt x="851" y="3948"/>
                    <a:pt x="830" y="3947"/>
                  </a:cubicBezTo>
                  <a:lnTo>
                    <a:pt x="483" y="3921"/>
                  </a:lnTo>
                  <a:cubicBezTo>
                    <a:pt x="443" y="3918"/>
                    <a:pt x="408" y="3953"/>
                    <a:pt x="408" y="3999"/>
                  </a:cubicBezTo>
                  <a:lnTo>
                    <a:pt x="397" y="4376"/>
                  </a:lnTo>
                  <a:cubicBezTo>
                    <a:pt x="395" y="4398"/>
                    <a:pt x="404" y="4419"/>
                    <a:pt x="417" y="4435"/>
                  </a:cubicBezTo>
                  <a:cubicBezTo>
                    <a:pt x="430" y="4452"/>
                    <a:pt x="450" y="4462"/>
                    <a:pt x="468" y="4464"/>
                  </a:cubicBezTo>
                  <a:lnTo>
                    <a:pt x="818" y="4490"/>
                  </a:lnTo>
                  <a:cubicBezTo>
                    <a:pt x="855" y="4491"/>
                    <a:pt x="889" y="4457"/>
                    <a:pt x="891" y="4411"/>
                  </a:cubicBezTo>
                  <a:close/>
                  <a:moveTo>
                    <a:pt x="882" y="5278"/>
                  </a:moveTo>
                  <a:lnTo>
                    <a:pt x="893" y="4900"/>
                  </a:lnTo>
                  <a:cubicBezTo>
                    <a:pt x="893" y="4879"/>
                    <a:pt x="886" y="4857"/>
                    <a:pt x="873" y="4842"/>
                  </a:cubicBezTo>
                  <a:cubicBezTo>
                    <a:pt x="861" y="4826"/>
                    <a:pt x="840" y="4815"/>
                    <a:pt x="822" y="4815"/>
                  </a:cubicBezTo>
                  <a:lnTo>
                    <a:pt x="474" y="4790"/>
                  </a:lnTo>
                  <a:cubicBezTo>
                    <a:pt x="432" y="4787"/>
                    <a:pt x="400" y="4822"/>
                    <a:pt x="400" y="4867"/>
                  </a:cubicBezTo>
                  <a:lnTo>
                    <a:pt x="388" y="5244"/>
                  </a:lnTo>
                  <a:cubicBezTo>
                    <a:pt x="388" y="5265"/>
                    <a:pt x="395" y="5287"/>
                    <a:pt x="408" y="5304"/>
                  </a:cubicBezTo>
                  <a:cubicBezTo>
                    <a:pt x="421" y="5320"/>
                    <a:pt x="440" y="5330"/>
                    <a:pt x="460" y="5330"/>
                  </a:cubicBezTo>
                  <a:lnTo>
                    <a:pt x="808" y="5356"/>
                  </a:lnTo>
                  <a:cubicBezTo>
                    <a:pt x="846" y="5357"/>
                    <a:pt x="882" y="5323"/>
                    <a:pt x="882" y="5278"/>
                  </a:cubicBezTo>
                  <a:close/>
                  <a:moveTo>
                    <a:pt x="6101" y="1124"/>
                  </a:moveTo>
                  <a:lnTo>
                    <a:pt x="6113" y="746"/>
                  </a:lnTo>
                  <a:cubicBezTo>
                    <a:pt x="6113" y="725"/>
                    <a:pt x="6106" y="703"/>
                    <a:pt x="6093" y="686"/>
                  </a:cubicBezTo>
                  <a:cubicBezTo>
                    <a:pt x="6078" y="670"/>
                    <a:pt x="6061" y="660"/>
                    <a:pt x="6041" y="657"/>
                  </a:cubicBezTo>
                  <a:lnTo>
                    <a:pt x="5692" y="633"/>
                  </a:lnTo>
                  <a:cubicBezTo>
                    <a:pt x="5650" y="632"/>
                    <a:pt x="5618" y="665"/>
                    <a:pt x="5618" y="710"/>
                  </a:cubicBezTo>
                  <a:lnTo>
                    <a:pt x="5606" y="1088"/>
                  </a:lnTo>
                  <a:cubicBezTo>
                    <a:pt x="5606" y="1108"/>
                    <a:pt x="5613" y="1130"/>
                    <a:pt x="5626" y="1147"/>
                  </a:cubicBezTo>
                  <a:cubicBezTo>
                    <a:pt x="5639" y="1163"/>
                    <a:pt x="5658" y="1174"/>
                    <a:pt x="5676" y="1174"/>
                  </a:cubicBezTo>
                  <a:lnTo>
                    <a:pt x="6026" y="1198"/>
                  </a:lnTo>
                  <a:cubicBezTo>
                    <a:pt x="6068" y="1204"/>
                    <a:pt x="6101" y="1170"/>
                    <a:pt x="6101" y="1124"/>
                  </a:cubicBezTo>
                  <a:close/>
                  <a:moveTo>
                    <a:pt x="6093" y="1992"/>
                  </a:moveTo>
                  <a:lnTo>
                    <a:pt x="6104" y="1614"/>
                  </a:lnTo>
                  <a:cubicBezTo>
                    <a:pt x="6104" y="1592"/>
                    <a:pt x="6097" y="1571"/>
                    <a:pt x="6084" y="1555"/>
                  </a:cubicBezTo>
                  <a:cubicBezTo>
                    <a:pt x="6071" y="1538"/>
                    <a:pt x="6051" y="1528"/>
                    <a:pt x="6033" y="1528"/>
                  </a:cubicBezTo>
                  <a:lnTo>
                    <a:pt x="5685" y="1502"/>
                  </a:lnTo>
                  <a:cubicBezTo>
                    <a:pt x="5643" y="1499"/>
                    <a:pt x="5612" y="1535"/>
                    <a:pt x="5610" y="1579"/>
                  </a:cubicBezTo>
                  <a:lnTo>
                    <a:pt x="5599" y="1957"/>
                  </a:lnTo>
                  <a:cubicBezTo>
                    <a:pt x="5599" y="1979"/>
                    <a:pt x="5606" y="2000"/>
                    <a:pt x="5619" y="2016"/>
                  </a:cubicBezTo>
                  <a:cubicBezTo>
                    <a:pt x="5632" y="2033"/>
                    <a:pt x="5650" y="2043"/>
                    <a:pt x="5670" y="2043"/>
                  </a:cubicBezTo>
                  <a:lnTo>
                    <a:pt x="6018" y="2069"/>
                  </a:lnTo>
                  <a:cubicBezTo>
                    <a:pt x="6058" y="2070"/>
                    <a:pt x="6093" y="2036"/>
                    <a:pt x="6093" y="1992"/>
                  </a:cubicBezTo>
                  <a:close/>
                  <a:moveTo>
                    <a:pt x="6080" y="2911"/>
                  </a:moveTo>
                  <a:lnTo>
                    <a:pt x="6091" y="2534"/>
                  </a:lnTo>
                  <a:cubicBezTo>
                    <a:pt x="6091" y="2513"/>
                    <a:pt x="6084" y="2491"/>
                    <a:pt x="6071" y="2474"/>
                  </a:cubicBezTo>
                  <a:cubicBezTo>
                    <a:pt x="6058" y="2458"/>
                    <a:pt x="6040" y="2450"/>
                    <a:pt x="6020" y="2448"/>
                  </a:cubicBezTo>
                  <a:lnTo>
                    <a:pt x="5672" y="2422"/>
                  </a:lnTo>
                  <a:cubicBezTo>
                    <a:pt x="5632" y="2421"/>
                    <a:pt x="5597" y="2455"/>
                    <a:pt x="5597" y="2500"/>
                  </a:cubicBezTo>
                  <a:lnTo>
                    <a:pt x="5586" y="2878"/>
                  </a:lnTo>
                  <a:cubicBezTo>
                    <a:pt x="5586" y="2899"/>
                    <a:pt x="5593" y="2921"/>
                    <a:pt x="5606" y="2936"/>
                  </a:cubicBezTo>
                  <a:cubicBezTo>
                    <a:pt x="5619" y="2952"/>
                    <a:pt x="5639" y="2964"/>
                    <a:pt x="5656" y="2964"/>
                  </a:cubicBezTo>
                  <a:lnTo>
                    <a:pt x="6005" y="2988"/>
                  </a:lnTo>
                  <a:cubicBezTo>
                    <a:pt x="6044" y="2992"/>
                    <a:pt x="6078" y="2956"/>
                    <a:pt x="6080" y="2911"/>
                  </a:cubicBezTo>
                  <a:close/>
                  <a:moveTo>
                    <a:pt x="6070" y="3797"/>
                  </a:moveTo>
                  <a:lnTo>
                    <a:pt x="6080" y="3419"/>
                  </a:lnTo>
                  <a:cubicBezTo>
                    <a:pt x="6080" y="3397"/>
                    <a:pt x="6076" y="3376"/>
                    <a:pt x="6061" y="3360"/>
                  </a:cubicBezTo>
                  <a:cubicBezTo>
                    <a:pt x="6048" y="3344"/>
                    <a:pt x="6028" y="3333"/>
                    <a:pt x="6008" y="3331"/>
                  </a:cubicBezTo>
                  <a:lnTo>
                    <a:pt x="5662" y="3307"/>
                  </a:lnTo>
                  <a:cubicBezTo>
                    <a:pt x="5620" y="3304"/>
                    <a:pt x="5586" y="3339"/>
                    <a:pt x="5585" y="3383"/>
                  </a:cubicBezTo>
                  <a:lnTo>
                    <a:pt x="5575" y="3761"/>
                  </a:lnTo>
                  <a:cubicBezTo>
                    <a:pt x="5575" y="3782"/>
                    <a:pt x="5582" y="3804"/>
                    <a:pt x="5593" y="3820"/>
                  </a:cubicBezTo>
                  <a:cubicBezTo>
                    <a:pt x="5607" y="3837"/>
                    <a:pt x="5626" y="3847"/>
                    <a:pt x="5646" y="3848"/>
                  </a:cubicBezTo>
                  <a:lnTo>
                    <a:pt x="5993" y="3874"/>
                  </a:lnTo>
                  <a:cubicBezTo>
                    <a:pt x="6036" y="3875"/>
                    <a:pt x="6070" y="3841"/>
                    <a:pt x="6070" y="3797"/>
                  </a:cubicBezTo>
                  <a:close/>
                  <a:moveTo>
                    <a:pt x="6048" y="4679"/>
                  </a:moveTo>
                  <a:lnTo>
                    <a:pt x="6058" y="4301"/>
                  </a:lnTo>
                  <a:cubicBezTo>
                    <a:pt x="6058" y="4281"/>
                    <a:pt x="6051" y="4259"/>
                    <a:pt x="6040" y="4242"/>
                  </a:cubicBezTo>
                  <a:cubicBezTo>
                    <a:pt x="6027" y="4226"/>
                    <a:pt x="6007" y="4215"/>
                    <a:pt x="5990" y="4213"/>
                  </a:cubicBezTo>
                  <a:lnTo>
                    <a:pt x="5640" y="4190"/>
                  </a:lnTo>
                  <a:cubicBezTo>
                    <a:pt x="5599" y="4186"/>
                    <a:pt x="5565" y="4222"/>
                    <a:pt x="5565" y="4268"/>
                  </a:cubicBezTo>
                  <a:lnTo>
                    <a:pt x="5555" y="4644"/>
                  </a:lnTo>
                  <a:cubicBezTo>
                    <a:pt x="5555" y="4666"/>
                    <a:pt x="5562" y="4687"/>
                    <a:pt x="5575" y="4704"/>
                  </a:cubicBezTo>
                  <a:cubicBezTo>
                    <a:pt x="5586" y="4720"/>
                    <a:pt x="5606" y="4730"/>
                    <a:pt x="5626" y="4730"/>
                  </a:cubicBezTo>
                  <a:lnTo>
                    <a:pt x="5973" y="4756"/>
                  </a:lnTo>
                  <a:cubicBezTo>
                    <a:pt x="6013" y="4757"/>
                    <a:pt x="6047" y="4724"/>
                    <a:pt x="6048" y="467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138"/>
            <p:cNvSpPr/>
            <p:nvPr/>
          </p:nvSpPr>
          <p:spPr>
            <a:xfrm>
              <a:off x="5791250" y="3140450"/>
              <a:ext cx="162500" cy="400575"/>
            </a:xfrm>
            <a:custGeom>
              <a:rect b="b" l="l" r="r" t="t"/>
              <a:pathLst>
                <a:path extrusionOk="0" h="16023" w="6500">
                  <a:moveTo>
                    <a:pt x="0" y="15719"/>
                  </a:moveTo>
                  <a:lnTo>
                    <a:pt x="205" y="6447"/>
                  </a:lnTo>
                  <a:lnTo>
                    <a:pt x="540" y="6106"/>
                  </a:lnTo>
                  <a:cubicBezTo>
                    <a:pt x="552" y="6116"/>
                    <a:pt x="566" y="6125"/>
                    <a:pt x="583" y="6128"/>
                  </a:cubicBezTo>
                  <a:lnTo>
                    <a:pt x="930" y="6152"/>
                  </a:lnTo>
                  <a:cubicBezTo>
                    <a:pt x="971" y="6153"/>
                    <a:pt x="1005" y="6120"/>
                    <a:pt x="1005" y="6075"/>
                  </a:cubicBezTo>
                  <a:lnTo>
                    <a:pt x="1015" y="5698"/>
                  </a:lnTo>
                  <a:cubicBezTo>
                    <a:pt x="1015" y="5677"/>
                    <a:pt x="1008" y="5655"/>
                    <a:pt x="995" y="5638"/>
                  </a:cubicBezTo>
                  <a:lnTo>
                    <a:pt x="995" y="5638"/>
                  </a:lnTo>
                  <a:cubicBezTo>
                    <a:pt x="2348" y="4254"/>
                    <a:pt x="3870" y="2659"/>
                    <a:pt x="5751" y="768"/>
                  </a:cubicBezTo>
                  <a:lnTo>
                    <a:pt x="5745" y="933"/>
                  </a:lnTo>
                  <a:cubicBezTo>
                    <a:pt x="5745" y="954"/>
                    <a:pt x="5752" y="975"/>
                    <a:pt x="5765" y="991"/>
                  </a:cubicBezTo>
                  <a:cubicBezTo>
                    <a:pt x="5777" y="1007"/>
                    <a:pt x="5797" y="1018"/>
                    <a:pt x="5817" y="1018"/>
                  </a:cubicBezTo>
                  <a:lnTo>
                    <a:pt x="6166" y="1043"/>
                  </a:lnTo>
                  <a:cubicBezTo>
                    <a:pt x="6206" y="1046"/>
                    <a:pt x="6241" y="1011"/>
                    <a:pt x="6241" y="967"/>
                  </a:cubicBezTo>
                  <a:lnTo>
                    <a:pt x="6252" y="589"/>
                  </a:lnTo>
                  <a:cubicBezTo>
                    <a:pt x="6252" y="567"/>
                    <a:pt x="6245" y="546"/>
                    <a:pt x="6232" y="530"/>
                  </a:cubicBezTo>
                  <a:cubicBezTo>
                    <a:pt x="6219" y="513"/>
                    <a:pt x="6199" y="503"/>
                    <a:pt x="6180" y="503"/>
                  </a:cubicBezTo>
                  <a:lnTo>
                    <a:pt x="6020" y="492"/>
                  </a:lnTo>
                  <a:lnTo>
                    <a:pt x="6500" y="1"/>
                  </a:lnTo>
                  <a:lnTo>
                    <a:pt x="6252" y="16022"/>
                  </a:lnTo>
                  <a:close/>
                  <a:moveTo>
                    <a:pt x="394" y="14408"/>
                  </a:moveTo>
                  <a:lnTo>
                    <a:pt x="384" y="14784"/>
                  </a:lnTo>
                  <a:cubicBezTo>
                    <a:pt x="381" y="14806"/>
                    <a:pt x="391" y="14827"/>
                    <a:pt x="404" y="14844"/>
                  </a:cubicBezTo>
                  <a:cubicBezTo>
                    <a:pt x="417" y="14860"/>
                    <a:pt x="436" y="14870"/>
                    <a:pt x="456" y="14873"/>
                  </a:cubicBezTo>
                  <a:lnTo>
                    <a:pt x="802" y="14897"/>
                  </a:lnTo>
                  <a:cubicBezTo>
                    <a:pt x="844" y="14899"/>
                    <a:pt x="878" y="14866"/>
                    <a:pt x="878" y="14820"/>
                  </a:cubicBezTo>
                  <a:lnTo>
                    <a:pt x="888" y="14443"/>
                  </a:lnTo>
                  <a:cubicBezTo>
                    <a:pt x="888" y="14422"/>
                    <a:pt x="881" y="14400"/>
                    <a:pt x="869" y="14383"/>
                  </a:cubicBezTo>
                  <a:cubicBezTo>
                    <a:pt x="857" y="14367"/>
                    <a:pt x="836" y="14357"/>
                    <a:pt x="816" y="14355"/>
                  </a:cubicBezTo>
                  <a:lnTo>
                    <a:pt x="470" y="14330"/>
                  </a:lnTo>
                  <a:cubicBezTo>
                    <a:pt x="430" y="14329"/>
                    <a:pt x="397" y="14362"/>
                    <a:pt x="394" y="14408"/>
                  </a:cubicBezTo>
                  <a:close/>
                  <a:moveTo>
                    <a:pt x="406" y="13523"/>
                  </a:moveTo>
                  <a:lnTo>
                    <a:pt x="394" y="13901"/>
                  </a:lnTo>
                  <a:cubicBezTo>
                    <a:pt x="394" y="13922"/>
                    <a:pt x="401" y="13944"/>
                    <a:pt x="414" y="13959"/>
                  </a:cubicBezTo>
                  <a:cubicBezTo>
                    <a:pt x="427" y="13975"/>
                    <a:pt x="447" y="13987"/>
                    <a:pt x="466" y="13987"/>
                  </a:cubicBezTo>
                  <a:lnTo>
                    <a:pt x="814" y="14011"/>
                  </a:lnTo>
                  <a:cubicBezTo>
                    <a:pt x="854" y="14014"/>
                    <a:pt x="888" y="13980"/>
                    <a:pt x="888" y="13935"/>
                  </a:cubicBezTo>
                  <a:lnTo>
                    <a:pt x="899" y="13557"/>
                  </a:lnTo>
                  <a:cubicBezTo>
                    <a:pt x="899" y="13536"/>
                    <a:pt x="892" y="13514"/>
                    <a:pt x="879" y="13497"/>
                  </a:cubicBezTo>
                  <a:cubicBezTo>
                    <a:pt x="867" y="13481"/>
                    <a:pt x="848" y="13471"/>
                    <a:pt x="828" y="13468"/>
                  </a:cubicBezTo>
                  <a:lnTo>
                    <a:pt x="480" y="13446"/>
                  </a:lnTo>
                  <a:cubicBezTo>
                    <a:pt x="441" y="13444"/>
                    <a:pt x="407" y="13478"/>
                    <a:pt x="406" y="13523"/>
                  </a:cubicBezTo>
                  <a:close/>
                  <a:moveTo>
                    <a:pt x="418" y="12604"/>
                  </a:moveTo>
                  <a:lnTo>
                    <a:pt x="407" y="12980"/>
                  </a:lnTo>
                  <a:cubicBezTo>
                    <a:pt x="407" y="13002"/>
                    <a:pt x="414" y="13023"/>
                    <a:pt x="427" y="13040"/>
                  </a:cubicBezTo>
                  <a:cubicBezTo>
                    <a:pt x="440" y="13056"/>
                    <a:pt x="459" y="13066"/>
                    <a:pt x="479" y="13066"/>
                  </a:cubicBezTo>
                  <a:lnTo>
                    <a:pt x="826" y="13092"/>
                  </a:lnTo>
                  <a:cubicBezTo>
                    <a:pt x="867" y="13093"/>
                    <a:pt x="901" y="13059"/>
                    <a:pt x="901" y="13015"/>
                  </a:cubicBezTo>
                  <a:lnTo>
                    <a:pt x="912" y="12637"/>
                  </a:lnTo>
                  <a:cubicBezTo>
                    <a:pt x="912" y="12615"/>
                    <a:pt x="905" y="12594"/>
                    <a:pt x="892" y="12578"/>
                  </a:cubicBezTo>
                  <a:cubicBezTo>
                    <a:pt x="879" y="12562"/>
                    <a:pt x="859" y="12551"/>
                    <a:pt x="841" y="12549"/>
                  </a:cubicBezTo>
                  <a:lnTo>
                    <a:pt x="491" y="12525"/>
                  </a:lnTo>
                  <a:cubicBezTo>
                    <a:pt x="454" y="12522"/>
                    <a:pt x="420" y="12558"/>
                    <a:pt x="418" y="12604"/>
                  </a:cubicBezTo>
                  <a:close/>
                  <a:moveTo>
                    <a:pt x="427" y="11735"/>
                  </a:moveTo>
                  <a:lnTo>
                    <a:pt x="416" y="12113"/>
                  </a:lnTo>
                  <a:cubicBezTo>
                    <a:pt x="416" y="12134"/>
                    <a:pt x="423" y="12156"/>
                    <a:pt x="436" y="12174"/>
                  </a:cubicBezTo>
                  <a:cubicBezTo>
                    <a:pt x="449" y="12190"/>
                    <a:pt x="469" y="12200"/>
                    <a:pt x="487" y="12200"/>
                  </a:cubicBezTo>
                  <a:lnTo>
                    <a:pt x="835" y="12226"/>
                  </a:lnTo>
                  <a:cubicBezTo>
                    <a:pt x="877" y="12229"/>
                    <a:pt x="909" y="12193"/>
                    <a:pt x="909" y="12149"/>
                  </a:cubicBezTo>
                  <a:lnTo>
                    <a:pt x="921" y="11771"/>
                  </a:lnTo>
                  <a:cubicBezTo>
                    <a:pt x="921" y="11749"/>
                    <a:pt x="914" y="11728"/>
                    <a:pt x="901" y="11712"/>
                  </a:cubicBezTo>
                  <a:cubicBezTo>
                    <a:pt x="888" y="11696"/>
                    <a:pt x="869" y="11685"/>
                    <a:pt x="849" y="11685"/>
                  </a:cubicBezTo>
                  <a:lnTo>
                    <a:pt x="500" y="11660"/>
                  </a:lnTo>
                  <a:cubicBezTo>
                    <a:pt x="463" y="11656"/>
                    <a:pt x="428" y="11690"/>
                    <a:pt x="427" y="11735"/>
                  </a:cubicBezTo>
                  <a:close/>
                  <a:moveTo>
                    <a:pt x="450" y="10853"/>
                  </a:moveTo>
                  <a:lnTo>
                    <a:pt x="440" y="11231"/>
                  </a:lnTo>
                  <a:cubicBezTo>
                    <a:pt x="440" y="11252"/>
                    <a:pt x="447" y="11274"/>
                    <a:pt x="459" y="11290"/>
                  </a:cubicBezTo>
                  <a:cubicBezTo>
                    <a:pt x="473" y="11305"/>
                    <a:pt x="491" y="11317"/>
                    <a:pt x="512" y="11318"/>
                  </a:cubicBezTo>
                  <a:lnTo>
                    <a:pt x="859" y="11344"/>
                  </a:lnTo>
                  <a:cubicBezTo>
                    <a:pt x="901" y="11347"/>
                    <a:pt x="935" y="11311"/>
                    <a:pt x="935" y="11267"/>
                  </a:cubicBezTo>
                  <a:lnTo>
                    <a:pt x="945" y="10889"/>
                  </a:lnTo>
                  <a:cubicBezTo>
                    <a:pt x="945" y="10867"/>
                    <a:pt x="938" y="10846"/>
                    <a:pt x="927" y="10830"/>
                  </a:cubicBezTo>
                  <a:cubicBezTo>
                    <a:pt x="914" y="10814"/>
                    <a:pt x="894" y="10803"/>
                    <a:pt x="874" y="10802"/>
                  </a:cubicBezTo>
                  <a:lnTo>
                    <a:pt x="527" y="10776"/>
                  </a:lnTo>
                  <a:cubicBezTo>
                    <a:pt x="486" y="10774"/>
                    <a:pt x="451" y="10809"/>
                    <a:pt x="450" y="10853"/>
                  </a:cubicBezTo>
                  <a:close/>
                  <a:moveTo>
                    <a:pt x="461" y="9970"/>
                  </a:moveTo>
                  <a:lnTo>
                    <a:pt x="450" y="10346"/>
                  </a:lnTo>
                  <a:cubicBezTo>
                    <a:pt x="449" y="10368"/>
                    <a:pt x="457" y="10389"/>
                    <a:pt x="470" y="10408"/>
                  </a:cubicBezTo>
                  <a:cubicBezTo>
                    <a:pt x="483" y="10424"/>
                    <a:pt x="502" y="10435"/>
                    <a:pt x="522" y="10435"/>
                  </a:cubicBezTo>
                  <a:lnTo>
                    <a:pt x="869" y="10459"/>
                  </a:lnTo>
                  <a:cubicBezTo>
                    <a:pt x="909" y="10464"/>
                    <a:pt x="944" y="10428"/>
                    <a:pt x="944" y="10382"/>
                  </a:cubicBezTo>
                  <a:lnTo>
                    <a:pt x="955" y="10006"/>
                  </a:lnTo>
                  <a:cubicBezTo>
                    <a:pt x="955" y="9984"/>
                    <a:pt x="948" y="9963"/>
                    <a:pt x="935" y="9945"/>
                  </a:cubicBezTo>
                  <a:cubicBezTo>
                    <a:pt x="922" y="9930"/>
                    <a:pt x="902" y="9918"/>
                    <a:pt x="884" y="9917"/>
                  </a:cubicBezTo>
                  <a:lnTo>
                    <a:pt x="536" y="9892"/>
                  </a:lnTo>
                  <a:cubicBezTo>
                    <a:pt x="497" y="9888"/>
                    <a:pt x="463" y="9924"/>
                    <a:pt x="461" y="9970"/>
                  </a:cubicBezTo>
                  <a:close/>
                  <a:moveTo>
                    <a:pt x="470" y="9215"/>
                  </a:moveTo>
                  <a:lnTo>
                    <a:pt x="459" y="9593"/>
                  </a:lnTo>
                  <a:cubicBezTo>
                    <a:pt x="459" y="9615"/>
                    <a:pt x="466" y="9636"/>
                    <a:pt x="479" y="9652"/>
                  </a:cubicBezTo>
                  <a:cubicBezTo>
                    <a:pt x="491" y="9669"/>
                    <a:pt x="512" y="9679"/>
                    <a:pt x="530" y="9679"/>
                  </a:cubicBezTo>
                  <a:lnTo>
                    <a:pt x="878" y="9705"/>
                  </a:lnTo>
                  <a:cubicBezTo>
                    <a:pt x="918" y="9708"/>
                    <a:pt x="952" y="9672"/>
                    <a:pt x="952" y="9628"/>
                  </a:cubicBezTo>
                  <a:lnTo>
                    <a:pt x="964" y="9250"/>
                  </a:lnTo>
                  <a:cubicBezTo>
                    <a:pt x="965" y="9228"/>
                    <a:pt x="958" y="9207"/>
                    <a:pt x="944" y="9191"/>
                  </a:cubicBezTo>
                  <a:cubicBezTo>
                    <a:pt x="930" y="9175"/>
                    <a:pt x="912" y="9164"/>
                    <a:pt x="892" y="9164"/>
                  </a:cubicBezTo>
                  <a:lnTo>
                    <a:pt x="544" y="9140"/>
                  </a:lnTo>
                  <a:cubicBezTo>
                    <a:pt x="504" y="9135"/>
                    <a:pt x="470" y="9170"/>
                    <a:pt x="470" y="9215"/>
                  </a:cubicBezTo>
                  <a:close/>
                  <a:moveTo>
                    <a:pt x="479" y="8331"/>
                  </a:moveTo>
                  <a:lnTo>
                    <a:pt x="469" y="8707"/>
                  </a:lnTo>
                  <a:cubicBezTo>
                    <a:pt x="469" y="8729"/>
                    <a:pt x="476" y="8750"/>
                    <a:pt x="487" y="8767"/>
                  </a:cubicBezTo>
                  <a:cubicBezTo>
                    <a:pt x="500" y="8783"/>
                    <a:pt x="520" y="8793"/>
                    <a:pt x="540" y="8793"/>
                  </a:cubicBezTo>
                  <a:lnTo>
                    <a:pt x="887" y="8819"/>
                  </a:lnTo>
                  <a:cubicBezTo>
                    <a:pt x="928" y="8822"/>
                    <a:pt x="962" y="8786"/>
                    <a:pt x="964" y="8742"/>
                  </a:cubicBezTo>
                  <a:lnTo>
                    <a:pt x="974" y="8364"/>
                  </a:lnTo>
                  <a:cubicBezTo>
                    <a:pt x="974" y="8342"/>
                    <a:pt x="967" y="8321"/>
                    <a:pt x="954" y="8305"/>
                  </a:cubicBezTo>
                  <a:cubicBezTo>
                    <a:pt x="942" y="8289"/>
                    <a:pt x="922" y="8278"/>
                    <a:pt x="902" y="8278"/>
                  </a:cubicBezTo>
                  <a:lnTo>
                    <a:pt x="556" y="8253"/>
                  </a:lnTo>
                  <a:cubicBezTo>
                    <a:pt x="514" y="8252"/>
                    <a:pt x="480" y="8285"/>
                    <a:pt x="479" y="8331"/>
                  </a:cubicBezTo>
                  <a:close/>
                  <a:moveTo>
                    <a:pt x="493" y="7410"/>
                  </a:moveTo>
                  <a:lnTo>
                    <a:pt x="483" y="7788"/>
                  </a:lnTo>
                  <a:cubicBezTo>
                    <a:pt x="483" y="7810"/>
                    <a:pt x="489" y="7831"/>
                    <a:pt x="502" y="7847"/>
                  </a:cubicBezTo>
                  <a:cubicBezTo>
                    <a:pt x="514" y="7863"/>
                    <a:pt x="534" y="7874"/>
                    <a:pt x="552" y="7874"/>
                  </a:cubicBezTo>
                  <a:lnTo>
                    <a:pt x="899" y="7898"/>
                  </a:lnTo>
                  <a:cubicBezTo>
                    <a:pt x="940" y="7901"/>
                    <a:pt x="974" y="7867"/>
                    <a:pt x="974" y="7822"/>
                  </a:cubicBezTo>
                  <a:lnTo>
                    <a:pt x="985" y="7445"/>
                  </a:lnTo>
                  <a:cubicBezTo>
                    <a:pt x="985" y="7423"/>
                    <a:pt x="978" y="7402"/>
                    <a:pt x="965" y="7386"/>
                  </a:cubicBezTo>
                  <a:cubicBezTo>
                    <a:pt x="951" y="7369"/>
                    <a:pt x="934" y="7359"/>
                    <a:pt x="914" y="7359"/>
                  </a:cubicBezTo>
                  <a:lnTo>
                    <a:pt x="566" y="7333"/>
                  </a:lnTo>
                  <a:cubicBezTo>
                    <a:pt x="527" y="7330"/>
                    <a:pt x="493" y="7366"/>
                    <a:pt x="493" y="7410"/>
                  </a:cubicBezTo>
                  <a:close/>
                  <a:moveTo>
                    <a:pt x="577" y="6467"/>
                  </a:moveTo>
                  <a:cubicBezTo>
                    <a:pt x="536" y="6464"/>
                    <a:pt x="502" y="6498"/>
                    <a:pt x="502" y="6544"/>
                  </a:cubicBezTo>
                  <a:lnTo>
                    <a:pt x="491" y="6922"/>
                  </a:lnTo>
                  <a:cubicBezTo>
                    <a:pt x="491" y="6944"/>
                    <a:pt x="499" y="6965"/>
                    <a:pt x="512" y="6981"/>
                  </a:cubicBezTo>
                  <a:cubicBezTo>
                    <a:pt x="523" y="6997"/>
                    <a:pt x="543" y="7008"/>
                    <a:pt x="560" y="7009"/>
                  </a:cubicBezTo>
                  <a:lnTo>
                    <a:pt x="908" y="7035"/>
                  </a:lnTo>
                  <a:cubicBezTo>
                    <a:pt x="950" y="7038"/>
                    <a:pt x="984" y="7002"/>
                    <a:pt x="984" y="6958"/>
                  </a:cubicBezTo>
                  <a:lnTo>
                    <a:pt x="994" y="6580"/>
                  </a:lnTo>
                  <a:cubicBezTo>
                    <a:pt x="994" y="6558"/>
                    <a:pt x="987" y="6537"/>
                    <a:pt x="974" y="6521"/>
                  </a:cubicBezTo>
                  <a:cubicBezTo>
                    <a:pt x="960" y="6505"/>
                    <a:pt x="942" y="6494"/>
                    <a:pt x="922" y="6493"/>
                  </a:cubicBezTo>
                  <a:close/>
                  <a:moveTo>
                    <a:pt x="6231" y="1883"/>
                  </a:moveTo>
                  <a:lnTo>
                    <a:pt x="6241" y="1505"/>
                  </a:lnTo>
                  <a:cubicBezTo>
                    <a:pt x="6241" y="1484"/>
                    <a:pt x="6233" y="1462"/>
                    <a:pt x="6220" y="1446"/>
                  </a:cubicBezTo>
                  <a:cubicBezTo>
                    <a:pt x="6209" y="1431"/>
                    <a:pt x="6189" y="1419"/>
                    <a:pt x="6169" y="1418"/>
                  </a:cubicBezTo>
                  <a:lnTo>
                    <a:pt x="5820" y="1392"/>
                  </a:lnTo>
                  <a:cubicBezTo>
                    <a:pt x="5780" y="1389"/>
                    <a:pt x="5747" y="1425"/>
                    <a:pt x="5745" y="1469"/>
                  </a:cubicBezTo>
                  <a:lnTo>
                    <a:pt x="5734" y="1847"/>
                  </a:lnTo>
                  <a:cubicBezTo>
                    <a:pt x="5734" y="1869"/>
                    <a:pt x="5741" y="1890"/>
                    <a:pt x="5754" y="1906"/>
                  </a:cubicBezTo>
                  <a:cubicBezTo>
                    <a:pt x="5767" y="1922"/>
                    <a:pt x="5785" y="1933"/>
                    <a:pt x="5805" y="1933"/>
                  </a:cubicBezTo>
                  <a:lnTo>
                    <a:pt x="6155" y="1958"/>
                  </a:lnTo>
                  <a:cubicBezTo>
                    <a:pt x="6196" y="1963"/>
                    <a:pt x="6231" y="1929"/>
                    <a:pt x="6231" y="1883"/>
                  </a:cubicBezTo>
                  <a:close/>
                  <a:moveTo>
                    <a:pt x="6220" y="2769"/>
                  </a:moveTo>
                  <a:lnTo>
                    <a:pt x="6232" y="2391"/>
                  </a:lnTo>
                  <a:cubicBezTo>
                    <a:pt x="6232" y="2370"/>
                    <a:pt x="6225" y="2348"/>
                    <a:pt x="6212" y="2331"/>
                  </a:cubicBezTo>
                  <a:cubicBezTo>
                    <a:pt x="6198" y="2315"/>
                    <a:pt x="6180" y="2305"/>
                    <a:pt x="6160" y="2303"/>
                  </a:cubicBezTo>
                  <a:lnTo>
                    <a:pt x="5812" y="2278"/>
                  </a:lnTo>
                  <a:cubicBezTo>
                    <a:pt x="5772" y="2275"/>
                    <a:pt x="5739" y="2308"/>
                    <a:pt x="5738" y="2355"/>
                  </a:cubicBezTo>
                  <a:lnTo>
                    <a:pt x="5727" y="2733"/>
                  </a:lnTo>
                  <a:cubicBezTo>
                    <a:pt x="5725" y="2755"/>
                    <a:pt x="5734" y="2776"/>
                    <a:pt x="5747" y="2792"/>
                  </a:cubicBezTo>
                  <a:cubicBezTo>
                    <a:pt x="5760" y="2808"/>
                    <a:pt x="5780" y="2819"/>
                    <a:pt x="5798" y="2821"/>
                  </a:cubicBezTo>
                  <a:lnTo>
                    <a:pt x="6146" y="2845"/>
                  </a:lnTo>
                  <a:cubicBezTo>
                    <a:pt x="6185" y="2848"/>
                    <a:pt x="6219" y="2814"/>
                    <a:pt x="6220" y="2769"/>
                  </a:cubicBezTo>
                  <a:close/>
                  <a:moveTo>
                    <a:pt x="6196" y="3668"/>
                  </a:moveTo>
                  <a:lnTo>
                    <a:pt x="6206" y="3292"/>
                  </a:lnTo>
                  <a:cubicBezTo>
                    <a:pt x="6206" y="3270"/>
                    <a:pt x="6199" y="3249"/>
                    <a:pt x="6188" y="3232"/>
                  </a:cubicBezTo>
                  <a:cubicBezTo>
                    <a:pt x="6173" y="3216"/>
                    <a:pt x="6155" y="3206"/>
                    <a:pt x="6135" y="3206"/>
                  </a:cubicBezTo>
                  <a:lnTo>
                    <a:pt x="5787" y="3180"/>
                  </a:lnTo>
                  <a:cubicBezTo>
                    <a:pt x="5745" y="3177"/>
                    <a:pt x="5711" y="3213"/>
                    <a:pt x="5711" y="3257"/>
                  </a:cubicBezTo>
                  <a:lnTo>
                    <a:pt x="5701" y="3635"/>
                  </a:lnTo>
                  <a:cubicBezTo>
                    <a:pt x="5701" y="3657"/>
                    <a:pt x="5708" y="3678"/>
                    <a:pt x="5719" y="3694"/>
                  </a:cubicBezTo>
                  <a:cubicBezTo>
                    <a:pt x="5732" y="3710"/>
                    <a:pt x="5752" y="3721"/>
                    <a:pt x="5770" y="3721"/>
                  </a:cubicBezTo>
                  <a:lnTo>
                    <a:pt x="6117" y="3745"/>
                  </a:lnTo>
                  <a:cubicBezTo>
                    <a:pt x="6160" y="3747"/>
                    <a:pt x="6195" y="3714"/>
                    <a:pt x="6196" y="3668"/>
                  </a:cubicBezTo>
                  <a:close/>
                  <a:moveTo>
                    <a:pt x="6188" y="4534"/>
                  </a:moveTo>
                  <a:lnTo>
                    <a:pt x="6198" y="4156"/>
                  </a:lnTo>
                  <a:cubicBezTo>
                    <a:pt x="6198" y="4136"/>
                    <a:pt x="6190" y="4115"/>
                    <a:pt x="6178" y="4098"/>
                  </a:cubicBezTo>
                  <a:cubicBezTo>
                    <a:pt x="6166" y="4082"/>
                    <a:pt x="6146" y="4070"/>
                    <a:pt x="6126" y="4070"/>
                  </a:cubicBezTo>
                  <a:lnTo>
                    <a:pt x="5780" y="4046"/>
                  </a:lnTo>
                  <a:cubicBezTo>
                    <a:pt x="5738" y="4043"/>
                    <a:pt x="5704" y="4079"/>
                    <a:pt x="5704" y="4123"/>
                  </a:cubicBezTo>
                  <a:lnTo>
                    <a:pt x="5694" y="4501"/>
                  </a:lnTo>
                  <a:cubicBezTo>
                    <a:pt x="5694" y="4523"/>
                    <a:pt x="5701" y="4544"/>
                    <a:pt x="5712" y="4560"/>
                  </a:cubicBezTo>
                  <a:cubicBezTo>
                    <a:pt x="5725" y="4576"/>
                    <a:pt x="5745" y="4587"/>
                    <a:pt x="5765" y="4587"/>
                  </a:cubicBezTo>
                  <a:lnTo>
                    <a:pt x="6112" y="4612"/>
                  </a:lnTo>
                  <a:cubicBezTo>
                    <a:pt x="6152" y="4616"/>
                    <a:pt x="6185" y="4582"/>
                    <a:pt x="6188" y="4534"/>
                  </a:cubicBezTo>
                  <a:close/>
                  <a:moveTo>
                    <a:pt x="6175" y="5456"/>
                  </a:moveTo>
                  <a:lnTo>
                    <a:pt x="6185" y="5078"/>
                  </a:lnTo>
                  <a:cubicBezTo>
                    <a:pt x="6188" y="5057"/>
                    <a:pt x="6180" y="5035"/>
                    <a:pt x="6166" y="5020"/>
                  </a:cubicBezTo>
                  <a:cubicBezTo>
                    <a:pt x="6153" y="5004"/>
                    <a:pt x="6133" y="4992"/>
                    <a:pt x="6113" y="4991"/>
                  </a:cubicBezTo>
                  <a:lnTo>
                    <a:pt x="5767" y="4965"/>
                  </a:lnTo>
                  <a:cubicBezTo>
                    <a:pt x="5725" y="4962"/>
                    <a:pt x="5691" y="4998"/>
                    <a:pt x="5691" y="5042"/>
                  </a:cubicBezTo>
                  <a:lnTo>
                    <a:pt x="5681" y="5420"/>
                  </a:lnTo>
                  <a:cubicBezTo>
                    <a:pt x="5681" y="5442"/>
                    <a:pt x="5688" y="5463"/>
                    <a:pt x="5701" y="5479"/>
                  </a:cubicBezTo>
                  <a:cubicBezTo>
                    <a:pt x="5712" y="5496"/>
                    <a:pt x="5732" y="5506"/>
                    <a:pt x="5752" y="5508"/>
                  </a:cubicBezTo>
                  <a:lnTo>
                    <a:pt x="6099" y="5532"/>
                  </a:lnTo>
                  <a:cubicBezTo>
                    <a:pt x="6139" y="5535"/>
                    <a:pt x="6173" y="5501"/>
                    <a:pt x="6175" y="5456"/>
                  </a:cubicBezTo>
                  <a:close/>
                  <a:moveTo>
                    <a:pt x="6163" y="6341"/>
                  </a:moveTo>
                  <a:lnTo>
                    <a:pt x="6175" y="5963"/>
                  </a:lnTo>
                  <a:cubicBezTo>
                    <a:pt x="6176" y="5941"/>
                    <a:pt x="6168" y="5920"/>
                    <a:pt x="6155" y="5904"/>
                  </a:cubicBezTo>
                  <a:cubicBezTo>
                    <a:pt x="6142" y="5887"/>
                    <a:pt x="6123" y="5877"/>
                    <a:pt x="6103" y="5874"/>
                  </a:cubicBezTo>
                  <a:lnTo>
                    <a:pt x="5754" y="5850"/>
                  </a:lnTo>
                  <a:cubicBezTo>
                    <a:pt x="5712" y="5847"/>
                    <a:pt x="5679" y="5883"/>
                    <a:pt x="5679" y="5927"/>
                  </a:cubicBezTo>
                  <a:lnTo>
                    <a:pt x="5668" y="6305"/>
                  </a:lnTo>
                  <a:cubicBezTo>
                    <a:pt x="5668" y="6327"/>
                    <a:pt x="5675" y="6348"/>
                    <a:pt x="5688" y="6364"/>
                  </a:cubicBezTo>
                  <a:cubicBezTo>
                    <a:pt x="5701" y="6380"/>
                    <a:pt x="5719" y="6391"/>
                    <a:pt x="5739" y="6391"/>
                  </a:cubicBezTo>
                  <a:lnTo>
                    <a:pt x="6087" y="6415"/>
                  </a:lnTo>
                  <a:cubicBezTo>
                    <a:pt x="6127" y="6421"/>
                    <a:pt x="6162" y="6385"/>
                    <a:pt x="6163" y="6341"/>
                  </a:cubicBezTo>
                  <a:close/>
                  <a:moveTo>
                    <a:pt x="6140" y="7223"/>
                  </a:moveTo>
                  <a:lnTo>
                    <a:pt x="6152" y="6845"/>
                  </a:lnTo>
                  <a:cubicBezTo>
                    <a:pt x="6152" y="6823"/>
                    <a:pt x="6145" y="6802"/>
                    <a:pt x="6132" y="6786"/>
                  </a:cubicBezTo>
                  <a:cubicBezTo>
                    <a:pt x="6119" y="6770"/>
                    <a:pt x="6099" y="6759"/>
                    <a:pt x="6080" y="6759"/>
                  </a:cubicBezTo>
                  <a:lnTo>
                    <a:pt x="5731" y="6735"/>
                  </a:lnTo>
                  <a:cubicBezTo>
                    <a:pt x="5691" y="6730"/>
                    <a:pt x="5658" y="6766"/>
                    <a:pt x="5655" y="6810"/>
                  </a:cubicBezTo>
                  <a:lnTo>
                    <a:pt x="5645" y="7188"/>
                  </a:lnTo>
                  <a:cubicBezTo>
                    <a:pt x="5645" y="7210"/>
                    <a:pt x="5652" y="7231"/>
                    <a:pt x="5665" y="7247"/>
                  </a:cubicBezTo>
                  <a:cubicBezTo>
                    <a:pt x="5676" y="7264"/>
                    <a:pt x="5697" y="7274"/>
                    <a:pt x="5717" y="7274"/>
                  </a:cubicBezTo>
                  <a:lnTo>
                    <a:pt x="6063" y="7300"/>
                  </a:lnTo>
                  <a:cubicBezTo>
                    <a:pt x="6106" y="7303"/>
                    <a:pt x="6140" y="7268"/>
                    <a:pt x="6140" y="7223"/>
                  </a:cubicBezTo>
                  <a:close/>
                  <a:moveTo>
                    <a:pt x="6132" y="8090"/>
                  </a:moveTo>
                  <a:lnTo>
                    <a:pt x="6142" y="7712"/>
                  </a:lnTo>
                  <a:cubicBezTo>
                    <a:pt x="6142" y="7691"/>
                    <a:pt x="6137" y="7669"/>
                    <a:pt x="6123" y="7654"/>
                  </a:cubicBezTo>
                  <a:cubicBezTo>
                    <a:pt x="6110" y="7638"/>
                    <a:pt x="6090" y="7626"/>
                    <a:pt x="6070" y="7626"/>
                  </a:cubicBezTo>
                  <a:lnTo>
                    <a:pt x="5724" y="7602"/>
                  </a:lnTo>
                  <a:cubicBezTo>
                    <a:pt x="5682" y="7598"/>
                    <a:pt x="5648" y="7634"/>
                    <a:pt x="5648" y="7679"/>
                  </a:cubicBezTo>
                  <a:lnTo>
                    <a:pt x="5638" y="8056"/>
                  </a:lnTo>
                  <a:cubicBezTo>
                    <a:pt x="5638" y="8077"/>
                    <a:pt x="5645" y="8099"/>
                    <a:pt x="5658" y="8116"/>
                  </a:cubicBezTo>
                  <a:cubicBezTo>
                    <a:pt x="5672" y="8132"/>
                    <a:pt x="5689" y="8142"/>
                    <a:pt x="5709" y="8142"/>
                  </a:cubicBezTo>
                  <a:lnTo>
                    <a:pt x="6056" y="8167"/>
                  </a:lnTo>
                  <a:cubicBezTo>
                    <a:pt x="6097" y="8169"/>
                    <a:pt x="6132" y="8135"/>
                    <a:pt x="6132" y="8090"/>
                  </a:cubicBezTo>
                  <a:close/>
                  <a:moveTo>
                    <a:pt x="6119" y="9011"/>
                  </a:moveTo>
                  <a:lnTo>
                    <a:pt x="6130" y="8633"/>
                  </a:lnTo>
                  <a:cubicBezTo>
                    <a:pt x="6130" y="8611"/>
                    <a:pt x="6123" y="8590"/>
                    <a:pt x="6110" y="8574"/>
                  </a:cubicBezTo>
                  <a:cubicBezTo>
                    <a:pt x="6096" y="8557"/>
                    <a:pt x="6077" y="8547"/>
                    <a:pt x="6059" y="8547"/>
                  </a:cubicBezTo>
                  <a:lnTo>
                    <a:pt x="5711" y="8521"/>
                  </a:lnTo>
                  <a:cubicBezTo>
                    <a:pt x="5669" y="8518"/>
                    <a:pt x="5636" y="8554"/>
                    <a:pt x="5636" y="8598"/>
                  </a:cubicBezTo>
                  <a:lnTo>
                    <a:pt x="5625" y="8976"/>
                  </a:lnTo>
                  <a:cubicBezTo>
                    <a:pt x="5625" y="8998"/>
                    <a:pt x="5632" y="9019"/>
                    <a:pt x="5645" y="9035"/>
                  </a:cubicBezTo>
                  <a:cubicBezTo>
                    <a:pt x="5659" y="9051"/>
                    <a:pt x="5676" y="9062"/>
                    <a:pt x="5697" y="9062"/>
                  </a:cubicBezTo>
                  <a:lnTo>
                    <a:pt x="6044" y="9087"/>
                  </a:lnTo>
                  <a:cubicBezTo>
                    <a:pt x="6083" y="9091"/>
                    <a:pt x="6117" y="9055"/>
                    <a:pt x="6119" y="9011"/>
                  </a:cubicBezTo>
                  <a:close/>
                  <a:moveTo>
                    <a:pt x="6109" y="9894"/>
                  </a:moveTo>
                  <a:lnTo>
                    <a:pt x="6119" y="9516"/>
                  </a:lnTo>
                  <a:cubicBezTo>
                    <a:pt x="6119" y="9495"/>
                    <a:pt x="6112" y="9473"/>
                    <a:pt x="6099" y="9457"/>
                  </a:cubicBezTo>
                  <a:cubicBezTo>
                    <a:pt x="6084" y="9442"/>
                    <a:pt x="6067" y="9430"/>
                    <a:pt x="6047" y="9430"/>
                  </a:cubicBezTo>
                  <a:lnTo>
                    <a:pt x="5701" y="9406"/>
                  </a:lnTo>
                  <a:cubicBezTo>
                    <a:pt x="5659" y="9401"/>
                    <a:pt x="5625" y="9437"/>
                    <a:pt x="5625" y="9483"/>
                  </a:cubicBezTo>
                  <a:lnTo>
                    <a:pt x="5615" y="9860"/>
                  </a:lnTo>
                  <a:cubicBezTo>
                    <a:pt x="5615" y="9881"/>
                    <a:pt x="5622" y="9903"/>
                    <a:pt x="5634" y="9920"/>
                  </a:cubicBezTo>
                  <a:cubicBezTo>
                    <a:pt x="5646" y="9935"/>
                    <a:pt x="5666" y="9945"/>
                    <a:pt x="5687" y="9945"/>
                  </a:cubicBezTo>
                  <a:lnTo>
                    <a:pt x="6033" y="9971"/>
                  </a:lnTo>
                  <a:cubicBezTo>
                    <a:pt x="6074" y="9974"/>
                    <a:pt x="6109" y="9941"/>
                    <a:pt x="6109" y="9894"/>
                  </a:cubicBezTo>
                  <a:close/>
                  <a:moveTo>
                    <a:pt x="6102" y="10650"/>
                  </a:moveTo>
                  <a:lnTo>
                    <a:pt x="6112" y="10272"/>
                  </a:lnTo>
                  <a:cubicBezTo>
                    <a:pt x="6112" y="10250"/>
                    <a:pt x="6105" y="10229"/>
                    <a:pt x="6092" y="10213"/>
                  </a:cubicBezTo>
                  <a:cubicBezTo>
                    <a:pt x="6080" y="10196"/>
                    <a:pt x="6060" y="10186"/>
                    <a:pt x="6042" y="10185"/>
                  </a:cubicBezTo>
                  <a:lnTo>
                    <a:pt x="5695" y="10159"/>
                  </a:lnTo>
                  <a:cubicBezTo>
                    <a:pt x="5654" y="10157"/>
                    <a:pt x="5619" y="10192"/>
                    <a:pt x="5619" y="10236"/>
                  </a:cubicBezTo>
                  <a:lnTo>
                    <a:pt x="5609" y="10614"/>
                  </a:lnTo>
                  <a:cubicBezTo>
                    <a:pt x="5609" y="10635"/>
                    <a:pt x="5616" y="10657"/>
                    <a:pt x="5629" y="10673"/>
                  </a:cubicBezTo>
                  <a:cubicBezTo>
                    <a:pt x="5644" y="10688"/>
                    <a:pt x="5661" y="10700"/>
                    <a:pt x="5681" y="10700"/>
                  </a:cubicBezTo>
                  <a:lnTo>
                    <a:pt x="6030" y="10724"/>
                  </a:lnTo>
                  <a:cubicBezTo>
                    <a:pt x="6066" y="10729"/>
                    <a:pt x="6099" y="10694"/>
                    <a:pt x="6102" y="10650"/>
                  </a:cubicBezTo>
                  <a:close/>
                  <a:moveTo>
                    <a:pt x="6090" y="11533"/>
                  </a:moveTo>
                  <a:lnTo>
                    <a:pt x="6102" y="11155"/>
                  </a:lnTo>
                  <a:cubicBezTo>
                    <a:pt x="6102" y="11134"/>
                    <a:pt x="6095" y="11112"/>
                    <a:pt x="6082" y="11096"/>
                  </a:cubicBezTo>
                  <a:cubicBezTo>
                    <a:pt x="6069" y="11081"/>
                    <a:pt x="6049" y="11069"/>
                    <a:pt x="6032" y="11068"/>
                  </a:cubicBezTo>
                  <a:lnTo>
                    <a:pt x="5684" y="11043"/>
                  </a:lnTo>
                  <a:cubicBezTo>
                    <a:pt x="5644" y="11039"/>
                    <a:pt x="5609" y="11075"/>
                    <a:pt x="5609" y="11119"/>
                  </a:cubicBezTo>
                  <a:lnTo>
                    <a:pt x="5598" y="11497"/>
                  </a:lnTo>
                  <a:cubicBezTo>
                    <a:pt x="5598" y="11519"/>
                    <a:pt x="5605" y="11540"/>
                    <a:pt x="5618" y="11556"/>
                  </a:cubicBezTo>
                  <a:cubicBezTo>
                    <a:pt x="5632" y="11573"/>
                    <a:pt x="5651" y="11582"/>
                    <a:pt x="5669" y="11583"/>
                  </a:cubicBezTo>
                  <a:lnTo>
                    <a:pt x="6017" y="11609"/>
                  </a:lnTo>
                  <a:cubicBezTo>
                    <a:pt x="6054" y="11612"/>
                    <a:pt x="6089" y="11577"/>
                    <a:pt x="6090" y="11533"/>
                  </a:cubicBezTo>
                  <a:close/>
                  <a:moveTo>
                    <a:pt x="6067" y="12415"/>
                  </a:moveTo>
                  <a:lnTo>
                    <a:pt x="6077" y="12038"/>
                  </a:lnTo>
                  <a:cubicBezTo>
                    <a:pt x="6077" y="12017"/>
                    <a:pt x="6070" y="11995"/>
                    <a:pt x="6059" y="11978"/>
                  </a:cubicBezTo>
                  <a:cubicBezTo>
                    <a:pt x="6044" y="11962"/>
                    <a:pt x="6026" y="11952"/>
                    <a:pt x="6006" y="11950"/>
                  </a:cubicBezTo>
                  <a:lnTo>
                    <a:pt x="5659" y="11925"/>
                  </a:lnTo>
                  <a:cubicBezTo>
                    <a:pt x="5618" y="11921"/>
                    <a:pt x="5583" y="11957"/>
                    <a:pt x="5583" y="12003"/>
                  </a:cubicBezTo>
                  <a:lnTo>
                    <a:pt x="5573" y="12379"/>
                  </a:lnTo>
                  <a:cubicBezTo>
                    <a:pt x="5573" y="12401"/>
                    <a:pt x="5581" y="12422"/>
                    <a:pt x="5593" y="12439"/>
                  </a:cubicBezTo>
                  <a:cubicBezTo>
                    <a:pt x="5605" y="12455"/>
                    <a:pt x="5625" y="12465"/>
                    <a:pt x="5645" y="12465"/>
                  </a:cubicBezTo>
                  <a:lnTo>
                    <a:pt x="5991" y="12491"/>
                  </a:lnTo>
                  <a:cubicBezTo>
                    <a:pt x="6032" y="12496"/>
                    <a:pt x="6066" y="12461"/>
                    <a:pt x="6067" y="12415"/>
                  </a:cubicBezTo>
                  <a:close/>
                  <a:moveTo>
                    <a:pt x="6059" y="13284"/>
                  </a:moveTo>
                  <a:lnTo>
                    <a:pt x="6069" y="12906"/>
                  </a:lnTo>
                  <a:cubicBezTo>
                    <a:pt x="6069" y="12884"/>
                    <a:pt x="6062" y="12863"/>
                    <a:pt x="6049" y="12847"/>
                  </a:cubicBezTo>
                  <a:cubicBezTo>
                    <a:pt x="6036" y="12830"/>
                    <a:pt x="6017" y="12820"/>
                    <a:pt x="5997" y="12820"/>
                  </a:cubicBezTo>
                  <a:lnTo>
                    <a:pt x="5651" y="12794"/>
                  </a:lnTo>
                  <a:cubicBezTo>
                    <a:pt x="5609" y="12791"/>
                    <a:pt x="5575" y="12827"/>
                    <a:pt x="5575" y="12872"/>
                  </a:cubicBezTo>
                  <a:lnTo>
                    <a:pt x="5565" y="13249"/>
                  </a:lnTo>
                  <a:cubicBezTo>
                    <a:pt x="5565" y="13271"/>
                    <a:pt x="5571" y="13292"/>
                    <a:pt x="5583" y="13308"/>
                  </a:cubicBezTo>
                  <a:cubicBezTo>
                    <a:pt x="5596" y="13324"/>
                    <a:pt x="5616" y="13335"/>
                    <a:pt x="5636" y="13335"/>
                  </a:cubicBezTo>
                  <a:lnTo>
                    <a:pt x="5983" y="13360"/>
                  </a:lnTo>
                  <a:cubicBezTo>
                    <a:pt x="6024" y="13363"/>
                    <a:pt x="6056" y="13328"/>
                    <a:pt x="6059" y="13284"/>
                  </a:cubicBezTo>
                  <a:close/>
                  <a:moveTo>
                    <a:pt x="6046" y="14203"/>
                  </a:moveTo>
                  <a:lnTo>
                    <a:pt x="6056" y="13825"/>
                  </a:lnTo>
                  <a:cubicBezTo>
                    <a:pt x="6056" y="13803"/>
                    <a:pt x="6052" y="13782"/>
                    <a:pt x="6037" y="13766"/>
                  </a:cubicBezTo>
                  <a:cubicBezTo>
                    <a:pt x="6023" y="13750"/>
                    <a:pt x="6004" y="13739"/>
                    <a:pt x="5984" y="13738"/>
                  </a:cubicBezTo>
                  <a:lnTo>
                    <a:pt x="5638" y="13715"/>
                  </a:lnTo>
                  <a:cubicBezTo>
                    <a:pt x="5596" y="13710"/>
                    <a:pt x="5562" y="13746"/>
                    <a:pt x="5562" y="13791"/>
                  </a:cubicBezTo>
                  <a:lnTo>
                    <a:pt x="5552" y="14168"/>
                  </a:lnTo>
                  <a:cubicBezTo>
                    <a:pt x="5552" y="14190"/>
                    <a:pt x="5559" y="14211"/>
                    <a:pt x="5572" y="14229"/>
                  </a:cubicBezTo>
                  <a:cubicBezTo>
                    <a:pt x="5583" y="14244"/>
                    <a:pt x="5603" y="14254"/>
                    <a:pt x="5624" y="14257"/>
                  </a:cubicBezTo>
                  <a:lnTo>
                    <a:pt x="5970" y="14282"/>
                  </a:lnTo>
                  <a:cubicBezTo>
                    <a:pt x="6010" y="14282"/>
                    <a:pt x="6044" y="14247"/>
                    <a:pt x="6046" y="14203"/>
                  </a:cubicBezTo>
                  <a:close/>
                  <a:moveTo>
                    <a:pt x="6047" y="14710"/>
                  </a:moveTo>
                  <a:cubicBezTo>
                    <a:pt x="6047" y="14688"/>
                    <a:pt x="6040" y="14667"/>
                    <a:pt x="6027" y="14651"/>
                  </a:cubicBezTo>
                  <a:cubicBezTo>
                    <a:pt x="6013" y="14634"/>
                    <a:pt x="5996" y="14624"/>
                    <a:pt x="5976" y="14624"/>
                  </a:cubicBezTo>
                  <a:lnTo>
                    <a:pt x="5629" y="14598"/>
                  </a:lnTo>
                  <a:cubicBezTo>
                    <a:pt x="5588" y="14595"/>
                    <a:pt x="5553" y="14631"/>
                    <a:pt x="5553" y="14675"/>
                  </a:cubicBezTo>
                  <a:lnTo>
                    <a:pt x="5543" y="15053"/>
                  </a:lnTo>
                  <a:cubicBezTo>
                    <a:pt x="5543" y="15075"/>
                    <a:pt x="5551" y="15096"/>
                    <a:pt x="5562" y="15112"/>
                  </a:cubicBezTo>
                  <a:cubicBezTo>
                    <a:pt x="5575" y="15128"/>
                    <a:pt x="5595" y="15139"/>
                    <a:pt x="5615" y="15139"/>
                  </a:cubicBezTo>
                  <a:lnTo>
                    <a:pt x="5961" y="15163"/>
                  </a:lnTo>
                  <a:cubicBezTo>
                    <a:pt x="6003" y="15166"/>
                    <a:pt x="6037" y="15132"/>
                    <a:pt x="6037" y="1508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138"/>
            <p:cNvSpPr/>
            <p:nvPr/>
          </p:nvSpPr>
          <p:spPr>
            <a:xfrm>
              <a:off x="5827400" y="3038750"/>
              <a:ext cx="99875" cy="150400"/>
            </a:xfrm>
            <a:custGeom>
              <a:rect b="b" l="l" r="r" t="t"/>
              <a:pathLst>
                <a:path extrusionOk="0" h="6016" w="3995">
                  <a:moveTo>
                    <a:pt x="669" y="1"/>
                  </a:moveTo>
                  <a:cubicBezTo>
                    <a:pt x="362" y="1"/>
                    <a:pt x="106" y="376"/>
                    <a:pt x="96" y="855"/>
                  </a:cubicBezTo>
                  <a:lnTo>
                    <a:pt x="6" y="4943"/>
                  </a:lnTo>
                  <a:cubicBezTo>
                    <a:pt x="0" y="5179"/>
                    <a:pt x="58" y="5409"/>
                    <a:pt x="162" y="5580"/>
                  </a:cubicBezTo>
                  <a:cubicBezTo>
                    <a:pt x="265" y="5752"/>
                    <a:pt x="413" y="5854"/>
                    <a:pt x="564" y="5864"/>
                  </a:cubicBezTo>
                  <a:lnTo>
                    <a:pt x="3303" y="6015"/>
                  </a:lnTo>
                  <a:cubicBezTo>
                    <a:pt x="3309" y="6016"/>
                    <a:pt x="3316" y="6016"/>
                    <a:pt x="3322" y="6016"/>
                  </a:cubicBezTo>
                  <a:cubicBezTo>
                    <a:pt x="3631" y="6016"/>
                    <a:pt x="3890" y="5641"/>
                    <a:pt x="3900" y="5159"/>
                  </a:cubicBezTo>
                  <a:lnTo>
                    <a:pt x="3990" y="1072"/>
                  </a:lnTo>
                  <a:cubicBezTo>
                    <a:pt x="3994" y="836"/>
                    <a:pt x="3940" y="607"/>
                    <a:pt x="3834" y="435"/>
                  </a:cubicBezTo>
                  <a:cubicBezTo>
                    <a:pt x="3729" y="264"/>
                    <a:pt x="3585" y="162"/>
                    <a:pt x="3432" y="153"/>
                  </a:cubicBezTo>
                  <a:lnTo>
                    <a:pt x="693" y="2"/>
                  </a:lnTo>
                  <a:cubicBezTo>
                    <a:pt x="685" y="1"/>
                    <a:pt x="677" y="1"/>
                    <a:pt x="66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138"/>
            <p:cNvSpPr/>
            <p:nvPr/>
          </p:nvSpPr>
          <p:spPr>
            <a:xfrm>
              <a:off x="5825250" y="3203600"/>
              <a:ext cx="99875" cy="150450"/>
            </a:xfrm>
            <a:custGeom>
              <a:rect b="b" l="l" r="r" t="t"/>
              <a:pathLst>
                <a:path extrusionOk="0" h="6018" w="3995">
                  <a:moveTo>
                    <a:pt x="671" y="1"/>
                  </a:moveTo>
                  <a:cubicBezTo>
                    <a:pt x="363" y="1"/>
                    <a:pt x="106" y="378"/>
                    <a:pt x="96" y="856"/>
                  </a:cubicBezTo>
                  <a:lnTo>
                    <a:pt x="6" y="4946"/>
                  </a:lnTo>
                  <a:cubicBezTo>
                    <a:pt x="0" y="5182"/>
                    <a:pt x="56" y="5411"/>
                    <a:pt x="162" y="5583"/>
                  </a:cubicBezTo>
                  <a:cubicBezTo>
                    <a:pt x="265" y="5755"/>
                    <a:pt x="411" y="5856"/>
                    <a:pt x="564" y="5865"/>
                  </a:cubicBezTo>
                  <a:lnTo>
                    <a:pt x="3303" y="6017"/>
                  </a:lnTo>
                  <a:cubicBezTo>
                    <a:pt x="3310" y="6017"/>
                    <a:pt x="3317" y="6017"/>
                    <a:pt x="3324" y="6017"/>
                  </a:cubicBezTo>
                  <a:cubicBezTo>
                    <a:pt x="3632" y="6017"/>
                    <a:pt x="3890" y="5641"/>
                    <a:pt x="3900" y="5162"/>
                  </a:cubicBezTo>
                  <a:lnTo>
                    <a:pt x="3990" y="1073"/>
                  </a:lnTo>
                  <a:cubicBezTo>
                    <a:pt x="3994" y="837"/>
                    <a:pt x="3940" y="610"/>
                    <a:pt x="3834" y="436"/>
                  </a:cubicBezTo>
                  <a:cubicBezTo>
                    <a:pt x="3730" y="265"/>
                    <a:pt x="3585" y="162"/>
                    <a:pt x="3432" y="153"/>
                  </a:cubicBezTo>
                  <a:lnTo>
                    <a:pt x="693" y="1"/>
                  </a:lnTo>
                  <a:cubicBezTo>
                    <a:pt x="686" y="1"/>
                    <a:pt x="678" y="1"/>
                    <a:pt x="67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138"/>
            <p:cNvSpPr/>
            <p:nvPr/>
          </p:nvSpPr>
          <p:spPr>
            <a:xfrm>
              <a:off x="5822575" y="3366625"/>
              <a:ext cx="99925" cy="150425"/>
            </a:xfrm>
            <a:custGeom>
              <a:rect b="b" l="l" r="r" t="t"/>
              <a:pathLst>
                <a:path extrusionOk="0" h="6017" w="3997">
                  <a:moveTo>
                    <a:pt x="675" y="0"/>
                  </a:moveTo>
                  <a:cubicBezTo>
                    <a:pt x="365" y="0"/>
                    <a:pt x="107" y="376"/>
                    <a:pt x="97" y="856"/>
                  </a:cubicBezTo>
                  <a:lnTo>
                    <a:pt x="6" y="4945"/>
                  </a:lnTo>
                  <a:cubicBezTo>
                    <a:pt x="0" y="5182"/>
                    <a:pt x="57" y="5411"/>
                    <a:pt x="162" y="5582"/>
                  </a:cubicBezTo>
                  <a:cubicBezTo>
                    <a:pt x="265" y="5754"/>
                    <a:pt x="411" y="5856"/>
                    <a:pt x="564" y="5864"/>
                  </a:cubicBezTo>
                  <a:lnTo>
                    <a:pt x="3303" y="6016"/>
                  </a:lnTo>
                  <a:cubicBezTo>
                    <a:pt x="3310" y="6017"/>
                    <a:pt x="3317" y="6017"/>
                    <a:pt x="3325" y="6017"/>
                  </a:cubicBezTo>
                  <a:cubicBezTo>
                    <a:pt x="3633" y="6017"/>
                    <a:pt x="3890" y="5640"/>
                    <a:pt x="3900" y="5162"/>
                  </a:cubicBezTo>
                  <a:lnTo>
                    <a:pt x="3991" y="1073"/>
                  </a:lnTo>
                  <a:cubicBezTo>
                    <a:pt x="3997" y="835"/>
                    <a:pt x="3941" y="608"/>
                    <a:pt x="3835" y="436"/>
                  </a:cubicBezTo>
                  <a:cubicBezTo>
                    <a:pt x="3732" y="263"/>
                    <a:pt x="3586" y="161"/>
                    <a:pt x="3433" y="153"/>
                  </a:cubicBezTo>
                  <a:lnTo>
                    <a:pt x="694" y="1"/>
                  </a:lnTo>
                  <a:cubicBezTo>
                    <a:pt x="688" y="1"/>
                    <a:pt x="682" y="0"/>
                    <a:pt x="6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2" name="Google Shape;1102;p138"/>
          <p:cNvGrpSpPr/>
          <p:nvPr/>
        </p:nvGrpSpPr>
        <p:grpSpPr>
          <a:xfrm>
            <a:off x="4928200" y="2093875"/>
            <a:ext cx="338500" cy="515525"/>
            <a:chOff x="1514325" y="1004350"/>
            <a:chExt cx="338500" cy="515525"/>
          </a:xfrm>
        </p:grpSpPr>
        <p:sp>
          <p:nvSpPr>
            <p:cNvPr id="1103" name="Google Shape;1103;p138"/>
            <p:cNvSpPr/>
            <p:nvPr/>
          </p:nvSpPr>
          <p:spPr>
            <a:xfrm>
              <a:off x="1514325" y="1004350"/>
              <a:ext cx="338500" cy="514300"/>
            </a:xfrm>
            <a:custGeom>
              <a:rect b="b" l="l" r="r" t="t"/>
              <a:pathLst>
                <a:path extrusionOk="0" h="20572" w="13540">
                  <a:moveTo>
                    <a:pt x="5904" y="1"/>
                  </a:moveTo>
                  <a:lnTo>
                    <a:pt x="5904" y="1"/>
                  </a:lnTo>
                  <a:cubicBezTo>
                    <a:pt x="1" y="3129"/>
                    <a:pt x="7091" y="17099"/>
                    <a:pt x="6106" y="20038"/>
                  </a:cubicBezTo>
                  <a:lnTo>
                    <a:pt x="10216" y="20572"/>
                  </a:lnTo>
                  <a:cubicBezTo>
                    <a:pt x="13540" y="19974"/>
                    <a:pt x="3211" y="4280"/>
                    <a:pt x="8846" y="386"/>
                  </a:cubicBezTo>
                  <a:lnTo>
                    <a:pt x="590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138"/>
            <p:cNvSpPr/>
            <p:nvPr/>
          </p:nvSpPr>
          <p:spPr>
            <a:xfrm>
              <a:off x="1607025" y="1317750"/>
              <a:ext cx="163400" cy="202125"/>
            </a:xfrm>
            <a:custGeom>
              <a:rect b="b" l="l" r="r" t="t"/>
              <a:pathLst>
                <a:path extrusionOk="0" h="8085" w="6536">
                  <a:moveTo>
                    <a:pt x="4948" y="1"/>
                  </a:moveTo>
                  <a:lnTo>
                    <a:pt x="4331" y="85"/>
                  </a:lnTo>
                  <a:lnTo>
                    <a:pt x="4197" y="863"/>
                  </a:lnTo>
                  <a:lnTo>
                    <a:pt x="1173" y="1149"/>
                  </a:lnTo>
                  <a:lnTo>
                    <a:pt x="1214" y="553"/>
                  </a:lnTo>
                  <a:lnTo>
                    <a:pt x="1214" y="553"/>
                  </a:lnTo>
                  <a:lnTo>
                    <a:pt x="571" y="599"/>
                  </a:lnTo>
                  <a:cubicBezTo>
                    <a:pt x="0" y="4436"/>
                    <a:pt x="782" y="7227"/>
                    <a:pt x="2392" y="7724"/>
                  </a:cubicBezTo>
                  <a:lnTo>
                    <a:pt x="6535" y="8085"/>
                  </a:lnTo>
                  <a:cubicBezTo>
                    <a:pt x="5267" y="7665"/>
                    <a:pt x="4628" y="5458"/>
                    <a:pt x="494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138"/>
            <p:cNvSpPr/>
            <p:nvPr/>
          </p:nvSpPr>
          <p:spPr>
            <a:xfrm>
              <a:off x="1613325" y="1362025"/>
              <a:ext cx="125250" cy="146050"/>
            </a:xfrm>
            <a:custGeom>
              <a:rect b="b" l="l" r="r" t="t"/>
              <a:pathLst>
                <a:path extrusionOk="0" h="5842" w="5010">
                  <a:moveTo>
                    <a:pt x="3868" y="1"/>
                  </a:moveTo>
                  <a:lnTo>
                    <a:pt x="802" y="152"/>
                  </a:lnTo>
                  <a:cubicBezTo>
                    <a:pt x="802" y="152"/>
                    <a:pt x="0" y="3350"/>
                    <a:pt x="2146" y="5732"/>
                  </a:cubicBezTo>
                  <a:lnTo>
                    <a:pt x="5009" y="5841"/>
                  </a:lnTo>
                  <a:cubicBezTo>
                    <a:pt x="5009" y="5841"/>
                    <a:pt x="3306" y="4467"/>
                    <a:pt x="38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138"/>
            <p:cNvSpPr/>
            <p:nvPr/>
          </p:nvSpPr>
          <p:spPr>
            <a:xfrm>
              <a:off x="1630250" y="1441825"/>
              <a:ext cx="89550" cy="11850"/>
            </a:xfrm>
            <a:custGeom>
              <a:rect b="b" l="l" r="r" t="t"/>
              <a:pathLst>
                <a:path extrusionOk="0" h="474" w="3582">
                  <a:moveTo>
                    <a:pt x="0" y="1"/>
                  </a:moveTo>
                  <a:lnTo>
                    <a:pt x="158" y="415"/>
                  </a:lnTo>
                  <a:lnTo>
                    <a:pt x="3582" y="473"/>
                  </a:lnTo>
                  <a:lnTo>
                    <a:pt x="3582" y="473"/>
                  </a:lnTo>
                  <a:lnTo>
                    <a:pt x="3443" y="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138"/>
            <p:cNvSpPr/>
            <p:nvPr/>
          </p:nvSpPr>
          <p:spPr>
            <a:xfrm>
              <a:off x="1626200" y="1461975"/>
              <a:ext cx="144175" cy="57900"/>
            </a:xfrm>
            <a:custGeom>
              <a:rect b="b" l="l" r="r" t="t"/>
              <a:pathLst>
                <a:path extrusionOk="0" h="2316" w="5767">
                  <a:moveTo>
                    <a:pt x="0" y="1"/>
                  </a:moveTo>
                  <a:lnTo>
                    <a:pt x="0" y="1"/>
                  </a:lnTo>
                  <a:cubicBezTo>
                    <a:pt x="343" y="1042"/>
                    <a:pt x="899" y="1732"/>
                    <a:pt x="1624" y="1955"/>
                  </a:cubicBezTo>
                  <a:lnTo>
                    <a:pt x="5767" y="2316"/>
                  </a:lnTo>
                  <a:cubicBezTo>
                    <a:pt x="5374" y="2185"/>
                    <a:pt x="5044" y="1885"/>
                    <a:pt x="4782" y="1371"/>
                  </a:cubicBezTo>
                  <a:cubicBezTo>
                    <a:pt x="3541" y="963"/>
                    <a:pt x="1454" y="533"/>
                    <a:pt x="0" y="1"/>
                  </a:cubicBez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8" name="Google Shape;1108;p138"/>
          <p:cNvGrpSpPr/>
          <p:nvPr/>
        </p:nvGrpSpPr>
        <p:grpSpPr>
          <a:xfrm>
            <a:off x="6397950" y="3713913"/>
            <a:ext cx="430550" cy="271450"/>
            <a:chOff x="1515225" y="1844850"/>
            <a:chExt cx="430550" cy="271450"/>
          </a:xfrm>
        </p:grpSpPr>
        <p:sp>
          <p:nvSpPr>
            <p:cNvPr id="1109" name="Google Shape;1109;p138"/>
            <p:cNvSpPr/>
            <p:nvPr/>
          </p:nvSpPr>
          <p:spPr>
            <a:xfrm>
              <a:off x="1541850" y="1879600"/>
              <a:ext cx="403925" cy="236700"/>
            </a:xfrm>
            <a:custGeom>
              <a:rect b="b" l="l" r="r" t="t"/>
              <a:pathLst>
                <a:path extrusionOk="0" h="9468" w="16157">
                  <a:moveTo>
                    <a:pt x="14565" y="0"/>
                  </a:moveTo>
                  <a:cubicBezTo>
                    <a:pt x="14372" y="2548"/>
                    <a:pt x="7386" y="5001"/>
                    <a:pt x="0" y="5444"/>
                  </a:cubicBezTo>
                  <a:lnTo>
                    <a:pt x="136" y="6014"/>
                  </a:lnTo>
                  <a:lnTo>
                    <a:pt x="1201" y="5935"/>
                  </a:lnTo>
                  <a:lnTo>
                    <a:pt x="1698" y="8748"/>
                  </a:lnTo>
                  <a:lnTo>
                    <a:pt x="888" y="8866"/>
                  </a:lnTo>
                  <a:lnTo>
                    <a:pt x="974" y="9467"/>
                  </a:lnTo>
                  <a:cubicBezTo>
                    <a:pt x="6949" y="9373"/>
                    <a:pt x="16157" y="6200"/>
                    <a:pt x="15653" y="3845"/>
                  </a:cubicBezTo>
                  <a:lnTo>
                    <a:pt x="145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138"/>
            <p:cNvSpPr/>
            <p:nvPr/>
          </p:nvSpPr>
          <p:spPr>
            <a:xfrm>
              <a:off x="1515250" y="1844850"/>
              <a:ext cx="418825" cy="172950"/>
            </a:xfrm>
            <a:custGeom>
              <a:rect b="b" l="l" r="r" t="t"/>
              <a:pathLst>
                <a:path extrusionOk="0" h="6918" w="16753">
                  <a:moveTo>
                    <a:pt x="11170" y="0"/>
                  </a:moveTo>
                  <a:cubicBezTo>
                    <a:pt x="7723" y="0"/>
                    <a:pt x="3110" y="938"/>
                    <a:pt x="1" y="2533"/>
                  </a:cubicBezTo>
                  <a:lnTo>
                    <a:pt x="211" y="3160"/>
                  </a:lnTo>
                  <a:lnTo>
                    <a:pt x="986" y="2889"/>
                  </a:lnTo>
                  <a:lnTo>
                    <a:pt x="1879" y="5868"/>
                  </a:lnTo>
                  <a:lnTo>
                    <a:pt x="898" y="6296"/>
                  </a:lnTo>
                  <a:lnTo>
                    <a:pt x="1044" y="6918"/>
                  </a:lnTo>
                  <a:cubicBezTo>
                    <a:pt x="5200" y="5028"/>
                    <a:pt x="9666" y="3941"/>
                    <a:pt x="12808" y="3941"/>
                  </a:cubicBezTo>
                  <a:cubicBezTo>
                    <a:pt x="14774" y="3941"/>
                    <a:pt x="16222" y="4367"/>
                    <a:pt x="16753" y="5287"/>
                  </a:cubicBezTo>
                  <a:lnTo>
                    <a:pt x="15802" y="1552"/>
                  </a:lnTo>
                  <a:cubicBezTo>
                    <a:pt x="15516" y="483"/>
                    <a:pt x="13643" y="0"/>
                    <a:pt x="111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138"/>
            <p:cNvSpPr/>
            <p:nvPr/>
          </p:nvSpPr>
          <p:spPr>
            <a:xfrm>
              <a:off x="1557550" y="1861000"/>
              <a:ext cx="359375" cy="122525"/>
            </a:xfrm>
            <a:custGeom>
              <a:rect b="b" l="l" r="r" t="t"/>
              <a:pathLst>
                <a:path extrusionOk="0" h="4901" w="14375">
                  <a:moveTo>
                    <a:pt x="9117" y="1"/>
                  </a:moveTo>
                  <a:cubicBezTo>
                    <a:pt x="4427" y="1"/>
                    <a:pt x="1" y="1925"/>
                    <a:pt x="1" y="1925"/>
                  </a:cubicBezTo>
                  <a:lnTo>
                    <a:pt x="838" y="4900"/>
                  </a:lnTo>
                  <a:cubicBezTo>
                    <a:pt x="5396" y="3120"/>
                    <a:pt x="8603" y="2633"/>
                    <a:pt x="10747" y="2633"/>
                  </a:cubicBezTo>
                  <a:cubicBezTo>
                    <a:pt x="13335" y="2633"/>
                    <a:pt x="14375" y="3343"/>
                    <a:pt x="14375" y="3343"/>
                  </a:cubicBezTo>
                  <a:lnTo>
                    <a:pt x="13718" y="776"/>
                  </a:lnTo>
                  <a:cubicBezTo>
                    <a:pt x="12256" y="212"/>
                    <a:pt x="10672" y="1"/>
                    <a:pt x="91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138"/>
            <p:cNvSpPr/>
            <p:nvPr/>
          </p:nvSpPr>
          <p:spPr>
            <a:xfrm>
              <a:off x="1641550" y="1873200"/>
              <a:ext cx="36400" cy="86075"/>
            </a:xfrm>
            <a:custGeom>
              <a:rect b="b" l="l" r="r" t="t"/>
              <a:pathLst>
                <a:path extrusionOk="0" h="3443" w="1456">
                  <a:moveTo>
                    <a:pt x="381" y="0"/>
                  </a:moveTo>
                  <a:lnTo>
                    <a:pt x="1" y="132"/>
                  </a:lnTo>
                  <a:lnTo>
                    <a:pt x="981" y="3442"/>
                  </a:lnTo>
                  <a:lnTo>
                    <a:pt x="1455" y="3443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p138"/>
            <p:cNvSpPr/>
            <p:nvPr/>
          </p:nvSpPr>
          <p:spPr>
            <a:xfrm>
              <a:off x="1729600" y="1853050"/>
              <a:ext cx="36375" cy="86100"/>
            </a:xfrm>
            <a:custGeom>
              <a:rect b="b" l="l" r="r" t="t"/>
              <a:pathLst>
                <a:path extrusionOk="0" h="3444" w="1455">
                  <a:moveTo>
                    <a:pt x="381" y="0"/>
                  </a:moveTo>
                  <a:lnTo>
                    <a:pt x="0" y="135"/>
                  </a:lnTo>
                  <a:lnTo>
                    <a:pt x="981" y="3443"/>
                  </a:lnTo>
                  <a:lnTo>
                    <a:pt x="1455" y="3443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138"/>
            <p:cNvSpPr/>
            <p:nvPr/>
          </p:nvSpPr>
          <p:spPr>
            <a:xfrm>
              <a:off x="1818925" y="1851225"/>
              <a:ext cx="36425" cy="86075"/>
            </a:xfrm>
            <a:custGeom>
              <a:rect b="b" l="l" r="r" t="t"/>
              <a:pathLst>
                <a:path extrusionOk="0" h="3443" w="1457">
                  <a:moveTo>
                    <a:pt x="383" y="0"/>
                  </a:moveTo>
                  <a:lnTo>
                    <a:pt x="0" y="133"/>
                  </a:lnTo>
                  <a:lnTo>
                    <a:pt x="984" y="3442"/>
                  </a:lnTo>
                  <a:lnTo>
                    <a:pt x="1456" y="3443"/>
                  </a:lnTo>
                  <a:lnTo>
                    <a:pt x="3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138"/>
            <p:cNvSpPr/>
            <p:nvPr/>
          </p:nvSpPr>
          <p:spPr>
            <a:xfrm>
              <a:off x="1515225" y="1869925"/>
              <a:ext cx="102375" cy="147875"/>
            </a:xfrm>
            <a:custGeom>
              <a:rect b="b" l="l" r="r" t="t"/>
              <a:pathLst>
                <a:path extrusionOk="0" h="5915" w="4095">
                  <a:moveTo>
                    <a:pt x="4094" y="1"/>
                  </a:moveTo>
                  <a:cubicBezTo>
                    <a:pt x="2610" y="403"/>
                    <a:pt x="1194" y="918"/>
                    <a:pt x="0" y="1530"/>
                  </a:cubicBezTo>
                  <a:lnTo>
                    <a:pt x="209" y="2157"/>
                  </a:lnTo>
                  <a:lnTo>
                    <a:pt x="985" y="1886"/>
                  </a:lnTo>
                  <a:lnTo>
                    <a:pt x="1877" y="4865"/>
                  </a:lnTo>
                  <a:lnTo>
                    <a:pt x="896" y="5293"/>
                  </a:lnTo>
                  <a:lnTo>
                    <a:pt x="1045" y="5915"/>
                  </a:lnTo>
                  <a:cubicBezTo>
                    <a:pt x="1990" y="5485"/>
                    <a:pt x="2951" y="5099"/>
                    <a:pt x="3908" y="4755"/>
                  </a:cubicBezTo>
                  <a:lnTo>
                    <a:pt x="4094" y="1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138"/>
            <p:cNvSpPr/>
            <p:nvPr/>
          </p:nvSpPr>
          <p:spPr>
            <a:xfrm>
              <a:off x="1557550" y="1905050"/>
              <a:ext cx="13100" cy="45825"/>
            </a:xfrm>
            <a:custGeom>
              <a:rect b="b" l="l" r="r" t="t"/>
              <a:pathLst>
                <a:path extrusionOk="0" h="1833" w="524">
                  <a:moveTo>
                    <a:pt x="523" y="0"/>
                  </a:moveTo>
                  <a:lnTo>
                    <a:pt x="1" y="161"/>
                  </a:lnTo>
                  <a:lnTo>
                    <a:pt x="473" y="1833"/>
                  </a:lnTo>
                  <a:lnTo>
                    <a:pt x="523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7" name="Google Shape;1117;p138"/>
          <p:cNvGrpSpPr/>
          <p:nvPr/>
        </p:nvGrpSpPr>
        <p:grpSpPr>
          <a:xfrm>
            <a:off x="6828498" y="2350540"/>
            <a:ext cx="140368" cy="135321"/>
            <a:chOff x="2187475" y="2899500"/>
            <a:chExt cx="62575" cy="60325"/>
          </a:xfrm>
        </p:grpSpPr>
        <p:sp>
          <p:nvSpPr>
            <p:cNvPr id="1118" name="Google Shape;1118;p138"/>
            <p:cNvSpPr/>
            <p:nvPr/>
          </p:nvSpPr>
          <p:spPr>
            <a:xfrm>
              <a:off x="2193350" y="2907200"/>
              <a:ext cx="56700" cy="52625"/>
            </a:xfrm>
            <a:custGeom>
              <a:rect b="b" l="l" r="r" t="t"/>
              <a:pathLst>
                <a:path extrusionOk="0" h="2105" w="2268">
                  <a:moveTo>
                    <a:pt x="1496" y="0"/>
                  </a:moveTo>
                  <a:cubicBezTo>
                    <a:pt x="1265" y="0"/>
                    <a:pt x="1139" y="241"/>
                    <a:pt x="942" y="634"/>
                  </a:cubicBezTo>
                  <a:cubicBezTo>
                    <a:pt x="687" y="1145"/>
                    <a:pt x="0" y="1441"/>
                    <a:pt x="570" y="1931"/>
                  </a:cubicBezTo>
                  <a:cubicBezTo>
                    <a:pt x="713" y="2053"/>
                    <a:pt x="866" y="2105"/>
                    <a:pt x="1018" y="2105"/>
                  </a:cubicBezTo>
                  <a:cubicBezTo>
                    <a:pt x="1425" y="2105"/>
                    <a:pt x="1825" y="1736"/>
                    <a:pt x="2011" y="1364"/>
                  </a:cubicBezTo>
                  <a:cubicBezTo>
                    <a:pt x="2268" y="852"/>
                    <a:pt x="2147" y="273"/>
                    <a:pt x="1742" y="70"/>
                  </a:cubicBezTo>
                  <a:cubicBezTo>
                    <a:pt x="1647" y="23"/>
                    <a:pt x="1567" y="0"/>
                    <a:pt x="149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138"/>
            <p:cNvSpPr/>
            <p:nvPr/>
          </p:nvSpPr>
          <p:spPr>
            <a:xfrm>
              <a:off x="2202100" y="2917325"/>
              <a:ext cx="30350" cy="29600"/>
            </a:xfrm>
            <a:custGeom>
              <a:rect b="b" l="l" r="r" t="t"/>
              <a:pathLst>
                <a:path extrusionOk="0" h="1184" w="1214">
                  <a:moveTo>
                    <a:pt x="967" y="0"/>
                  </a:moveTo>
                  <a:cubicBezTo>
                    <a:pt x="860" y="0"/>
                    <a:pt x="791" y="135"/>
                    <a:pt x="675" y="364"/>
                  </a:cubicBezTo>
                  <a:cubicBezTo>
                    <a:pt x="535" y="643"/>
                    <a:pt x="1" y="839"/>
                    <a:pt x="369" y="1140"/>
                  </a:cubicBezTo>
                  <a:cubicBezTo>
                    <a:pt x="407" y="1170"/>
                    <a:pt x="449" y="1184"/>
                    <a:pt x="494" y="1184"/>
                  </a:cubicBezTo>
                  <a:cubicBezTo>
                    <a:pt x="700" y="1184"/>
                    <a:pt x="958" y="898"/>
                    <a:pt x="1072" y="669"/>
                  </a:cubicBezTo>
                  <a:cubicBezTo>
                    <a:pt x="1213" y="388"/>
                    <a:pt x="1200" y="99"/>
                    <a:pt x="1046" y="21"/>
                  </a:cubicBezTo>
                  <a:cubicBezTo>
                    <a:pt x="1017" y="7"/>
                    <a:pt x="991" y="0"/>
                    <a:pt x="9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138"/>
            <p:cNvSpPr/>
            <p:nvPr/>
          </p:nvSpPr>
          <p:spPr>
            <a:xfrm>
              <a:off x="2222175" y="2929125"/>
              <a:ext cx="13950" cy="14950"/>
            </a:xfrm>
            <a:custGeom>
              <a:rect b="b" l="l" r="r" t="t"/>
              <a:pathLst>
                <a:path extrusionOk="0" h="598" w="558">
                  <a:moveTo>
                    <a:pt x="147" y="1"/>
                  </a:moveTo>
                  <a:cubicBezTo>
                    <a:pt x="0" y="1"/>
                    <a:pt x="25" y="201"/>
                    <a:pt x="41" y="337"/>
                  </a:cubicBezTo>
                  <a:cubicBezTo>
                    <a:pt x="59" y="480"/>
                    <a:pt x="53" y="598"/>
                    <a:pt x="236" y="598"/>
                  </a:cubicBezTo>
                  <a:cubicBezTo>
                    <a:pt x="257" y="598"/>
                    <a:pt x="279" y="596"/>
                    <a:pt x="304" y="593"/>
                  </a:cubicBezTo>
                  <a:cubicBezTo>
                    <a:pt x="558" y="560"/>
                    <a:pt x="447" y="414"/>
                    <a:pt x="427" y="257"/>
                  </a:cubicBezTo>
                  <a:cubicBezTo>
                    <a:pt x="409" y="96"/>
                    <a:pt x="319" y="49"/>
                    <a:pt x="231" y="18"/>
                  </a:cubicBezTo>
                  <a:cubicBezTo>
                    <a:pt x="198" y="6"/>
                    <a:pt x="170" y="1"/>
                    <a:pt x="1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138"/>
            <p:cNvSpPr/>
            <p:nvPr/>
          </p:nvSpPr>
          <p:spPr>
            <a:xfrm>
              <a:off x="2220175" y="2922475"/>
              <a:ext cx="26800" cy="19625"/>
            </a:xfrm>
            <a:custGeom>
              <a:rect b="b" l="l" r="r" t="t"/>
              <a:pathLst>
                <a:path extrusionOk="0" h="785" w="1072">
                  <a:moveTo>
                    <a:pt x="812" y="0"/>
                  </a:moveTo>
                  <a:cubicBezTo>
                    <a:pt x="736" y="0"/>
                    <a:pt x="649" y="63"/>
                    <a:pt x="527" y="155"/>
                  </a:cubicBezTo>
                  <a:cubicBezTo>
                    <a:pt x="327" y="307"/>
                    <a:pt x="1" y="289"/>
                    <a:pt x="130" y="593"/>
                  </a:cubicBezTo>
                  <a:cubicBezTo>
                    <a:pt x="187" y="731"/>
                    <a:pt x="304" y="784"/>
                    <a:pt x="430" y="784"/>
                  </a:cubicBezTo>
                  <a:cubicBezTo>
                    <a:pt x="561" y="784"/>
                    <a:pt x="704" y="728"/>
                    <a:pt x="805" y="650"/>
                  </a:cubicBezTo>
                  <a:cubicBezTo>
                    <a:pt x="1006" y="498"/>
                    <a:pt x="1071" y="248"/>
                    <a:pt x="953" y="89"/>
                  </a:cubicBezTo>
                  <a:cubicBezTo>
                    <a:pt x="905" y="27"/>
                    <a:pt x="861" y="0"/>
                    <a:pt x="8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138"/>
            <p:cNvSpPr/>
            <p:nvPr/>
          </p:nvSpPr>
          <p:spPr>
            <a:xfrm>
              <a:off x="2187475" y="2928625"/>
              <a:ext cx="26800" cy="19625"/>
            </a:xfrm>
            <a:custGeom>
              <a:rect b="b" l="l" r="r" t="t"/>
              <a:pathLst>
                <a:path extrusionOk="0" h="785" w="1072">
                  <a:moveTo>
                    <a:pt x="811" y="1"/>
                  </a:moveTo>
                  <a:cubicBezTo>
                    <a:pt x="736" y="1"/>
                    <a:pt x="650" y="64"/>
                    <a:pt x="528" y="156"/>
                  </a:cubicBezTo>
                  <a:cubicBezTo>
                    <a:pt x="328" y="308"/>
                    <a:pt x="0" y="291"/>
                    <a:pt x="129" y="594"/>
                  </a:cubicBezTo>
                  <a:cubicBezTo>
                    <a:pt x="187" y="732"/>
                    <a:pt x="303" y="784"/>
                    <a:pt x="429" y="784"/>
                  </a:cubicBezTo>
                  <a:cubicBezTo>
                    <a:pt x="560" y="784"/>
                    <a:pt x="703" y="728"/>
                    <a:pt x="805" y="652"/>
                  </a:cubicBezTo>
                  <a:cubicBezTo>
                    <a:pt x="1008" y="501"/>
                    <a:pt x="1071" y="249"/>
                    <a:pt x="952" y="91"/>
                  </a:cubicBezTo>
                  <a:cubicBezTo>
                    <a:pt x="905" y="28"/>
                    <a:pt x="860" y="1"/>
                    <a:pt x="81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138"/>
            <p:cNvSpPr/>
            <p:nvPr/>
          </p:nvSpPr>
          <p:spPr>
            <a:xfrm>
              <a:off x="2218600" y="2899500"/>
              <a:ext cx="15450" cy="17050"/>
            </a:xfrm>
            <a:custGeom>
              <a:rect b="b" l="l" r="r" t="t"/>
              <a:pathLst>
                <a:path extrusionOk="0" h="682" w="618">
                  <a:moveTo>
                    <a:pt x="349" y="1"/>
                  </a:moveTo>
                  <a:cubicBezTo>
                    <a:pt x="246" y="1"/>
                    <a:pt x="230" y="88"/>
                    <a:pt x="204" y="243"/>
                  </a:cubicBezTo>
                  <a:cubicBezTo>
                    <a:pt x="175" y="420"/>
                    <a:pt x="1" y="570"/>
                    <a:pt x="215" y="663"/>
                  </a:cubicBezTo>
                  <a:cubicBezTo>
                    <a:pt x="246" y="676"/>
                    <a:pt x="275" y="682"/>
                    <a:pt x="303" y="682"/>
                  </a:cubicBezTo>
                  <a:cubicBezTo>
                    <a:pt x="455" y="682"/>
                    <a:pt x="565" y="510"/>
                    <a:pt x="589" y="362"/>
                  </a:cubicBezTo>
                  <a:cubicBezTo>
                    <a:pt x="618" y="186"/>
                    <a:pt x="529" y="27"/>
                    <a:pt x="389" y="4"/>
                  </a:cubicBezTo>
                  <a:cubicBezTo>
                    <a:pt x="374" y="2"/>
                    <a:pt x="361" y="1"/>
                    <a:pt x="34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4" name="Google Shape;1124;p138"/>
          <p:cNvGrpSpPr/>
          <p:nvPr/>
        </p:nvGrpSpPr>
        <p:grpSpPr>
          <a:xfrm>
            <a:off x="6521032" y="2945243"/>
            <a:ext cx="92925" cy="59613"/>
            <a:chOff x="2528075" y="2862400"/>
            <a:chExt cx="41425" cy="26575"/>
          </a:xfrm>
        </p:grpSpPr>
        <p:sp>
          <p:nvSpPr>
            <p:cNvPr id="1125" name="Google Shape;1125;p138"/>
            <p:cNvSpPr/>
            <p:nvPr/>
          </p:nvSpPr>
          <p:spPr>
            <a:xfrm>
              <a:off x="2528075" y="2862675"/>
              <a:ext cx="41425" cy="26300"/>
            </a:xfrm>
            <a:custGeom>
              <a:rect b="b" l="l" r="r" t="t"/>
              <a:pathLst>
                <a:path extrusionOk="0" h="1052" w="1657">
                  <a:moveTo>
                    <a:pt x="1224" y="0"/>
                  </a:moveTo>
                  <a:cubicBezTo>
                    <a:pt x="1044" y="0"/>
                    <a:pt x="819" y="171"/>
                    <a:pt x="576" y="212"/>
                  </a:cubicBezTo>
                  <a:cubicBezTo>
                    <a:pt x="193" y="278"/>
                    <a:pt x="0" y="316"/>
                    <a:pt x="42" y="617"/>
                  </a:cubicBezTo>
                  <a:cubicBezTo>
                    <a:pt x="78" y="874"/>
                    <a:pt x="339" y="1051"/>
                    <a:pt x="656" y="1051"/>
                  </a:cubicBezTo>
                  <a:cubicBezTo>
                    <a:pt x="706" y="1051"/>
                    <a:pt x="757" y="1047"/>
                    <a:pt x="809" y="1038"/>
                  </a:cubicBezTo>
                  <a:cubicBezTo>
                    <a:pt x="1191" y="972"/>
                    <a:pt x="1656" y="647"/>
                    <a:pt x="1485" y="225"/>
                  </a:cubicBezTo>
                  <a:cubicBezTo>
                    <a:pt x="1416" y="56"/>
                    <a:pt x="1327" y="0"/>
                    <a:pt x="12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138"/>
            <p:cNvSpPr/>
            <p:nvPr/>
          </p:nvSpPr>
          <p:spPr>
            <a:xfrm>
              <a:off x="2531850" y="2862400"/>
              <a:ext cx="18500" cy="10750"/>
            </a:xfrm>
            <a:custGeom>
              <a:rect b="b" l="l" r="r" t="t"/>
              <a:pathLst>
                <a:path extrusionOk="0" h="430" w="740">
                  <a:moveTo>
                    <a:pt x="579" y="0"/>
                  </a:moveTo>
                  <a:cubicBezTo>
                    <a:pt x="513" y="0"/>
                    <a:pt x="432" y="22"/>
                    <a:pt x="353" y="22"/>
                  </a:cubicBezTo>
                  <a:cubicBezTo>
                    <a:pt x="340" y="22"/>
                    <a:pt x="327" y="21"/>
                    <a:pt x="314" y="20"/>
                  </a:cubicBezTo>
                  <a:cubicBezTo>
                    <a:pt x="261" y="14"/>
                    <a:pt x="215" y="9"/>
                    <a:pt x="177" y="9"/>
                  </a:cubicBezTo>
                  <a:cubicBezTo>
                    <a:pt x="87" y="9"/>
                    <a:pt x="37" y="35"/>
                    <a:pt x="24" y="136"/>
                  </a:cubicBezTo>
                  <a:cubicBezTo>
                    <a:pt x="1" y="276"/>
                    <a:pt x="131" y="408"/>
                    <a:pt x="310" y="426"/>
                  </a:cubicBezTo>
                  <a:cubicBezTo>
                    <a:pt x="327" y="428"/>
                    <a:pt x="344" y="429"/>
                    <a:pt x="362" y="429"/>
                  </a:cubicBezTo>
                  <a:cubicBezTo>
                    <a:pt x="534" y="429"/>
                    <a:pt x="739" y="339"/>
                    <a:pt x="720" y="143"/>
                  </a:cubicBezTo>
                  <a:cubicBezTo>
                    <a:pt x="708" y="27"/>
                    <a:pt x="653" y="0"/>
                    <a:pt x="5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138"/>
            <p:cNvSpPr/>
            <p:nvPr/>
          </p:nvSpPr>
          <p:spPr>
            <a:xfrm>
              <a:off x="2535150" y="2866000"/>
              <a:ext cx="20425" cy="11425"/>
            </a:xfrm>
            <a:custGeom>
              <a:rect b="b" l="l" r="r" t="t"/>
              <a:pathLst>
                <a:path extrusionOk="0" h="457" w="817">
                  <a:moveTo>
                    <a:pt x="585" y="1"/>
                  </a:moveTo>
                  <a:cubicBezTo>
                    <a:pt x="532" y="1"/>
                    <a:pt x="471" y="25"/>
                    <a:pt x="401" y="47"/>
                  </a:cubicBezTo>
                  <a:cubicBezTo>
                    <a:pt x="244" y="99"/>
                    <a:pt x="1" y="176"/>
                    <a:pt x="175" y="360"/>
                  </a:cubicBezTo>
                  <a:cubicBezTo>
                    <a:pt x="223" y="410"/>
                    <a:pt x="281" y="457"/>
                    <a:pt x="372" y="457"/>
                  </a:cubicBezTo>
                  <a:cubicBezTo>
                    <a:pt x="403" y="457"/>
                    <a:pt x="439" y="451"/>
                    <a:pt x="479" y="438"/>
                  </a:cubicBezTo>
                  <a:cubicBezTo>
                    <a:pt x="636" y="388"/>
                    <a:pt x="817" y="427"/>
                    <a:pt x="746" y="179"/>
                  </a:cubicBezTo>
                  <a:cubicBezTo>
                    <a:pt x="706" y="41"/>
                    <a:pt x="652" y="1"/>
                    <a:pt x="58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8" name="Google Shape;1128;p138"/>
          <p:cNvGrpSpPr/>
          <p:nvPr/>
        </p:nvGrpSpPr>
        <p:grpSpPr>
          <a:xfrm>
            <a:off x="5266705" y="3287723"/>
            <a:ext cx="77054" cy="57706"/>
            <a:chOff x="2238900" y="3015075"/>
            <a:chExt cx="34350" cy="25725"/>
          </a:xfrm>
        </p:grpSpPr>
        <p:sp>
          <p:nvSpPr>
            <p:cNvPr id="1129" name="Google Shape;1129;p138"/>
            <p:cNvSpPr/>
            <p:nvPr/>
          </p:nvSpPr>
          <p:spPr>
            <a:xfrm>
              <a:off x="2238900" y="3015075"/>
              <a:ext cx="34350" cy="25725"/>
            </a:xfrm>
            <a:custGeom>
              <a:rect b="b" l="l" r="r" t="t"/>
              <a:pathLst>
                <a:path extrusionOk="0" h="1029" w="1374">
                  <a:moveTo>
                    <a:pt x="1026" y="0"/>
                  </a:moveTo>
                  <a:cubicBezTo>
                    <a:pt x="820" y="0"/>
                    <a:pt x="533" y="269"/>
                    <a:pt x="325" y="332"/>
                  </a:cubicBezTo>
                  <a:cubicBezTo>
                    <a:pt x="96" y="402"/>
                    <a:pt x="0" y="435"/>
                    <a:pt x="3" y="638"/>
                  </a:cubicBezTo>
                  <a:cubicBezTo>
                    <a:pt x="3" y="836"/>
                    <a:pt x="154" y="1004"/>
                    <a:pt x="387" y="1026"/>
                  </a:cubicBezTo>
                  <a:cubicBezTo>
                    <a:pt x="405" y="1028"/>
                    <a:pt x="425" y="1029"/>
                    <a:pt x="446" y="1029"/>
                  </a:cubicBezTo>
                  <a:cubicBezTo>
                    <a:pt x="781" y="1029"/>
                    <a:pt x="1373" y="787"/>
                    <a:pt x="1257" y="263"/>
                  </a:cubicBezTo>
                  <a:cubicBezTo>
                    <a:pt x="1214" y="68"/>
                    <a:pt x="1130" y="0"/>
                    <a:pt x="102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138"/>
            <p:cNvSpPr/>
            <p:nvPr/>
          </p:nvSpPr>
          <p:spPr>
            <a:xfrm>
              <a:off x="2240800" y="3017675"/>
              <a:ext cx="12275" cy="10175"/>
            </a:xfrm>
            <a:custGeom>
              <a:rect b="b" l="l" r="r" t="t"/>
              <a:pathLst>
                <a:path extrusionOk="0" h="407" w="491">
                  <a:moveTo>
                    <a:pt x="420" y="1"/>
                  </a:moveTo>
                  <a:cubicBezTo>
                    <a:pt x="360" y="1"/>
                    <a:pt x="267" y="59"/>
                    <a:pt x="196" y="62"/>
                  </a:cubicBezTo>
                  <a:cubicBezTo>
                    <a:pt x="92" y="66"/>
                    <a:pt x="42" y="72"/>
                    <a:pt x="20" y="183"/>
                  </a:cubicBezTo>
                  <a:cubicBezTo>
                    <a:pt x="0" y="291"/>
                    <a:pt x="56" y="387"/>
                    <a:pt x="153" y="404"/>
                  </a:cubicBezTo>
                  <a:cubicBezTo>
                    <a:pt x="164" y="405"/>
                    <a:pt x="175" y="406"/>
                    <a:pt x="186" y="406"/>
                  </a:cubicBezTo>
                  <a:cubicBezTo>
                    <a:pt x="302" y="406"/>
                    <a:pt x="468" y="321"/>
                    <a:pt x="483" y="130"/>
                  </a:cubicBezTo>
                  <a:cubicBezTo>
                    <a:pt x="490" y="30"/>
                    <a:pt x="463" y="1"/>
                    <a:pt x="42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138"/>
            <p:cNvSpPr/>
            <p:nvPr/>
          </p:nvSpPr>
          <p:spPr>
            <a:xfrm>
              <a:off x="2242400" y="3020850"/>
              <a:ext cx="13925" cy="10525"/>
            </a:xfrm>
            <a:custGeom>
              <a:rect b="b" l="l" r="r" t="t"/>
              <a:pathLst>
                <a:path extrusionOk="0" h="421" w="557">
                  <a:moveTo>
                    <a:pt x="436" y="1"/>
                  </a:moveTo>
                  <a:cubicBezTo>
                    <a:pt x="388" y="1"/>
                    <a:pt x="328" y="36"/>
                    <a:pt x="265" y="66"/>
                  </a:cubicBezTo>
                  <a:cubicBezTo>
                    <a:pt x="151" y="119"/>
                    <a:pt x="1" y="191"/>
                    <a:pt x="82" y="334"/>
                  </a:cubicBezTo>
                  <a:cubicBezTo>
                    <a:pt x="107" y="378"/>
                    <a:pt x="140" y="421"/>
                    <a:pt x="210" y="421"/>
                  </a:cubicBezTo>
                  <a:cubicBezTo>
                    <a:pt x="228" y="421"/>
                    <a:pt x="249" y="418"/>
                    <a:pt x="273" y="411"/>
                  </a:cubicBezTo>
                  <a:cubicBezTo>
                    <a:pt x="401" y="375"/>
                    <a:pt x="556" y="420"/>
                    <a:pt x="536" y="171"/>
                  </a:cubicBezTo>
                  <a:cubicBezTo>
                    <a:pt x="524" y="41"/>
                    <a:pt x="487" y="1"/>
                    <a:pt x="43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2" name="Google Shape;1132;p138"/>
          <p:cNvGrpSpPr/>
          <p:nvPr/>
        </p:nvGrpSpPr>
        <p:grpSpPr>
          <a:xfrm>
            <a:off x="8314698" y="2150800"/>
            <a:ext cx="109300" cy="87933"/>
            <a:chOff x="2316275" y="3034100"/>
            <a:chExt cx="48725" cy="39200"/>
          </a:xfrm>
        </p:grpSpPr>
        <p:sp>
          <p:nvSpPr>
            <p:cNvPr id="1133" name="Google Shape;1133;p138"/>
            <p:cNvSpPr/>
            <p:nvPr/>
          </p:nvSpPr>
          <p:spPr>
            <a:xfrm>
              <a:off x="2316275" y="3039775"/>
              <a:ext cx="48725" cy="33525"/>
            </a:xfrm>
            <a:custGeom>
              <a:rect b="b" l="l" r="r" t="t"/>
              <a:pathLst>
                <a:path extrusionOk="0" h="1341" w="1949">
                  <a:moveTo>
                    <a:pt x="1500" y="0"/>
                  </a:moveTo>
                  <a:cubicBezTo>
                    <a:pt x="1369" y="0"/>
                    <a:pt x="1207" y="92"/>
                    <a:pt x="984" y="220"/>
                  </a:cubicBezTo>
                  <a:cubicBezTo>
                    <a:pt x="589" y="450"/>
                    <a:pt x="0" y="347"/>
                    <a:pt x="166" y="924"/>
                  </a:cubicBezTo>
                  <a:cubicBezTo>
                    <a:pt x="253" y="1226"/>
                    <a:pt x="506" y="1340"/>
                    <a:pt x="781" y="1340"/>
                  </a:cubicBezTo>
                  <a:cubicBezTo>
                    <a:pt x="988" y="1340"/>
                    <a:pt x="1208" y="1275"/>
                    <a:pt x="1377" y="1177"/>
                  </a:cubicBezTo>
                  <a:cubicBezTo>
                    <a:pt x="1775" y="950"/>
                    <a:pt x="1949" y="509"/>
                    <a:pt x="1765" y="194"/>
                  </a:cubicBezTo>
                  <a:cubicBezTo>
                    <a:pt x="1686" y="56"/>
                    <a:pt x="1602" y="0"/>
                    <a:pt x="150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138"/>
            <p:cNvSpPr/>
            <p:nvPr/>
          </p:nvSpPr>
          <p:spPr>
            <a:xfrm>
              <a:off x="2328900" y="3034100"/>
              <a:ext cx="22575" cy="18050"/>
            </a:xfrm>
            <a:custGeom>
              <a:rect b="b" l="l" r="r" t="t"/>
              <a:pathLst>
                <a:path extrusionOk="0" h="722" w="903">
                  <a:moveTo>
                    <a:pt x="667" y="1"/>
                  </a:moveTo>
                  <a:cubicBezTo>
                    <a:pt x="597" y="1"/>
                    <a:pt x="530" y="69"/>
                    <a:pt x="430" y="170"/>
                  </a:cubicBezTo>
                  <a:cubicBezTo>
                    <a:pt x="281" y="326"/>
                    <a:pt x="1" y="357"/>
                    <a:pt x="154" y="597"/>
                  </a:cubicBezTo>
                  <a:cubicBezTo>
                    <a:pt x="209" y="686"/>
                    <a:pt x="291" y="721"/>
                    <a:pt x="377" y="721"/>
                  </a:cubicBezTo>
                  <a:cubicBezTo>
                    <a:pt x="505" y="721"/>
                    <a:pt x="646" y="645"/>
                    <a:pt x="735" y="554"/>
                  </a:cubicBezTo>
                  <a:cubicBezTo>
                    <a:pt x="884" y="398"/>
                    <a:pt x="903" y="176"/>
                    <a:pt x="781" y="59"/>
                  </a:cubicBezTo>
                  <a:cubicBezTo>
                    <a:pt x="739" y="19"/>
                    <a:pt x="703" y="1"/>
                    <a:pt x="66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138"/>
            <p:cNvSpPr/>
            <p:nvPr/>
          </p:nvSpPr>
          <p:spPr>
            <a:xfrm>
              <a:off x="2329525" y="3044575"/>
              <a:ext cx="19475" cy="15675"/>
            </a:xfrm>
            <a:custGeom>
              <a:rect b="b" l="l" r="r" t="t"/>
              <a:pathLst>
                <a:path extrusionOk="0" h="627" w="779">
                  <a:moveTo>
                    <a:pt x="622" y="1"/>
                  </a:moveTo>
                  <a:cubicBezTo>
                    <a:pt x="533" y="1"/>
                    <a:pt x="421" y="46"/>
                    <a:pt x="334" y="81"/>
                  </a:cubicBezTo>
                  <a:cubicBezTo>
                    <a:pt x="153" y="155"/>
                    <a:pt x="0" y="181"/>
                    <a:pt x="116" y="467"/>
                  </a:cubicBezTo>
                  <a:cubicBezTo>
                    <a:pt x="164" y="587"/>
                    <a:pt x="217" y="626"/>
                    <a:pt x="274" y="626"/>
                  </a:cubicBezTo>
                  <a:cubicBezTo>
                    <a:pt x="355" y="626"/>
                    <a:pt x="445" y="550"/>
                    <a:pt x="551" y="509"/>
                  </a:cubicBezTo>
                  <a:cubicBezTo>
                    <a:pt x="730" y="436"/>
                    <a:pt x="757" y="315"/>
                    <a:pt x="767" y="205"/>
                  </a:cubicBezTo>
                  <a:cubicBezTo>
                    <a:pt x="779" y="49"/>
                    <a:pt x="713" y="1"/>
                    <a:pt x="62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6" name="Google Shape;1136;p138"/>
          <p:cNvGrpSpPr/>
          <p:nvPr/>
        </p:nvGrpSpPr>
        <p:grpSpPr>
          <a:xfrm>
            <a:off x="5915761" y="3816053"/>
            <a:ext cx="85017" cy="67184"/>
            <a:chOff x="2258250" y="3250600"/>
            <a:chExt cx="37900" cy="29950"/>
          </a:xfrm>
        </p:grpSpPr>
        <p:sp>
          <p:nvSpPr>
            <p:cNvPr id="1137" name="Google Shape;1137;p138"/>
            <p:cNvSpPr/>
            <p:nvPr/>
          </p:nvSpPr>
          <p:spPr>
            <a:xfrm>
              <a:off x="2258250" y="3255700"/>
              <a:ext cx="37900" cy="24850"/>
            </a:xfrm>
            <a:custGeom>
              <a:rect b="b" l="l" r="r" t="t"/>
              <a:pathLst>
                <a:path extrusionOk="0" h="994" w="1516">
                  <a:moveTo>
                    <a:pt x="1189" y="43"/>
                  </a:moveTo>
                  <a:cubicBezTo>
                    <a:pt x="1092" y="43"/>
                    <a:pt x="969" y="74"/>
                    <a:pt x="813" y="115"/>
                  </a:cubicBezTo>
                  <a:cubicBezTo>
                    <a:pt x="447" y="211"/>
                    <a:pt x="1" y="0"/>
                    <a:pt x="7" y="495"/>
                  </a:cubicBezTo>
                  <a:cubicBezTo>
                    <a:pt x="11" y="850"/>
                    <a:pt x="339" y="994"/>
                    <a:pt x="656" y="994"/>
                  </a:cubicBezTo>
                  <a:cubicBezTo>
                    <a:pt x="746" y="994"/>
                    <a:pt x="835" y="982"/>
                    <a:pt x="916" y="961"/>
                  </a:cubicBezTo>
                  <a:cubicBezTo>
                    <a:pt x="1281" y="866"/>
                    <a:pt x="1515" y="554"/>
                    <a:pt x="1441" y="265"/>
                  </a:cubicBezTo>
                  <a:cubicBezTo>
                    <a:pt x="1397" y="99"/>
                    <a:pt x="1317" y="43"/>
                    <a:pt x="1189" y="4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138"/>
            <p:cNvSpPr/>
            <p:nvPr/>
          </p:nvSpPr>
          <p:spPr>
            <a:xfrm>
              <a:off x="2269600" y="3250600"/>
              <a:ext cx="18900" cy="13150"/>
            </a:xfrm>
            <a:custGeom>
              <a:rect b="b" l="l" r="r" t="t"/>
              <a:pathLst>
                <a:path extrusionOk="0" h="526" w="756">
                  <a:moveTo>
                    <a:pt x="581" y="1"/>
                  </a:moveTo>
                  <a:cubicBezTo>
                    <a:pt x="530" y="1"/>
                    <a:pt x="467" y="38"/>
                    <a:pt x="381" y="90"/>
                  </a:cubicBezTo>
                  <a:cubicBezTo>
                    <a:pt x="230" y="181"/>
                    <a:pt x="1" y="143"/>
                    <a:pt x="68" y="367"/>
                  </a:cubicBezTo>
                  <a:cubicBezTo>
                    <a:pt x="103" y="482"/>
                    <a:pt x="199" y="525"/>
                    <a:pt x="302" y="525"/>
                  </a:cubicBezTo>
                  <a:cubicBezTo>
                    <a:pt x="385" y="525"/>
                    <a:pt x="472" y="498"/>
                    <a:pt x="539" y="458"/>
                  </a:cubicBezTo>
                  <a:cubicBezTo>
                    <a:pt x="689" y="367"/>
                    <a:pt x="755" y="196"/>
                    <a:pt x="683" y="75"/>
                  </a:cubicBezTo>
                  <a:cubicBezTo>
                    <a:pt x="652" y="23"/>
                    <a:pt x="620" y="1"/>
                    <a:pt x="58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138"/>
            <p:cNvSpPr/>
            <p:nvPr/>
          </p:nvSpPr>
          <p:spPr>
            <a:xfrm>
              <a:off x="2268625" y="3258625"/>
              <a:ext cx="16700" cy="10975"/>
            </a:xfrm>
            <a:custGeom>
              <a:rect b="b" l="l" r="r" t="t"/>
              <a:pathLst>
                <a:path extrusionOk="0" h="439" w="668">
                  <a:moveTo>
                    <a:pt x="446" y="1"/>
                  </a:moveTo>
                  <a:cubicBezTo>
                    <a:pt x="394" y="1"/>
                    <a:pt x="338" y="7"/>
                    <a:pt x="290" y="13"/>
                  </a:cubicBezTo>
                  <a:cubicBezTo>
                    <a:pt x="131" y="33"/>
                    <a:pt x="1" y="21"/>
                    <a:pt x="32" y="273"/>
                  </a:cubicBezTo>
                  <a:cubicBezTo>
                    <a:pt x="48" y="404"/>
                    <a:pt x="95" y="439"/>
                    <a:pt x="158" y="439"/>
                  </a:cubicBezTo>
                  <a:cubicBezTo>
                    <a:pt x="217" y="439"/>
                    <a:pt x="292" y="409"/>
                    <a:pt x="369" y="400"/>
                  </a:cubicBezTo>
                  <a:cubicBezTo>
                    <a:pt x="528" y="383"/>
                    <a:pt x="576" y="293"/>
                    <a:pt x="608" y="205"/>
                  </a:cubicBezTo>
                  <a:cubicBezTo>
                    <a:pt x="668" y="37"/>
                    <a:pt x="567" y="1"/>
                    <a:pt x="44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0" name="Google Shape;1140;p138"/>
          <p:cNvGrpSpPr/>
          <p:nvPr/>
        </p:nvGrpSpPr>
        <p:grpSpPr>
          <a:xfrm>
            <a:off x="5378627" y="1519868"/>
            <a:ext cx="130442" cy="110926"/>
            <a:chOff x="2144725" y="2788900"/>
            <a:chExt cx="58150" cy="49450"/>
          </a:xfrm>
        </p:grpSpPr>
        <p:sp>
          <p:nvSpPr>
            <p:cNvPr id="1141" name="Google Shape;1141;p138"/>
            <p:cNvSpPr/>
            <p:nvPr/>
          </p:nvSpPr>
          <p:spPr>
            <a:xfrm>
              <a:off x="2144725" y="2801500"/>
              <a:ext cx="58150" cy="36850"/>
            </a:xfrm>
            <a:custGeom>
              <a:rect b="b" l="l" r="r" t="t"/>
              <a:pathLst>
                <a:path extrusionOk="0" h="1474" w="2326">
                  <a:moveTo>
                    <a:pt x="1823" y="0"/>
                  </a:moveTo>
                  <a:cubicBezTo>
                    <a:pt x="1675" y="0"/>
                    <a:pt x="1482" y="57"/>
                    <a:pt x="1236" y="131"/>
                  </a:cubicBezTo>
                  <a:cubicBezTo>
                    <a:pt x="688" y="295"/>
                    <a:pt x="1" y="2"/>
                    <a:pt x="38" y="754"/>
                  </a:cubicBezTo>
                  <a:cubicBezTo>
                    <a:pt x="64" y="1270"/>
                    <a:pt x="532" y="1473"/>
                    <a:pt x="996" y="1473"/>
                  </a:cubicBezTo>
                  <a:cubicBezTo>
                    <a:pt x="1150" y="1473"/>
                    <a:pt x="1304" y="1450"/>
                    <a:pt x="1441" y="1409"/>
                  </a:cubicBezTo>
                  <a:cubicBezTo>
                    <a:pt x="1989" y="1245"/>
                    <a:pt x="2326" y="759"/>
                    <a:pt x="2196" y="324"/>
                  </a:cubicBezTo>
                  <a:cubicBezTo>
                    <a:pt x="2123" y="85"/>
                    <a:pt x="2006" y="0"/>
                    <a:pt x="182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p138"/>
            <p:cNvSpPr/>
            <p:nvPr/>
          </p:nvSpPr>
          <p:spPr>
            <a:xfrm>
              <a:off x="2154800" y="2806625"/>
              <a:ext cx="33650" cy="15775"/>
            </a:xfrm>
            <a:custGeom>
              <a:rect b="b" l="l" r="r" t="t"/>
              <a:pathLst>
                <a:path extrusionOk="0" h="631" w="1346">
                  <a:moveTo>
                    <a:pt x="1142" y="1"/>
                  </a:moveTo>
                  <a:cubicBezTo>
                    <a:pt x="1060" y="1"/>
                    <a:pt x="945" y="34"/>
                    <a:pt x="793" y="79"/>
                  </a:cubicBezTo>
                  <a:cubicBezTo>
                    <a:pt x="737" y="96"/>
                    <a:pt x="674" y="101"/>
                    <a:pt x="608" y="101"/>
                  </a:cubicBezTo>
                  <a:cubicBezTo>
                    <a:pt x="513" y="101"/>
                    <a:pt x="414" y="91"/>
                    <a:pt x="324" y="91"/>
                  </a:cubicBezTo>
                  <a:cubicBezTo>
                    <a:pt x="142" y="91"/>
                    <a:pt x="0" y="133"/>
                    <a:pt x="19" y="391"/>
                  </a:cubicBezTo>
                  <a:cubicBezTo>
                    <a:pt x="31" y="565"/>
                    <a:pt x="243" y="630"/>
                    <a:pt x="474" y="630"/>
                  </a:cubicBezTo>
                  <a:cubicBezTo>
                    <a:pt x="603" y="630"/>
                    <a:pt x="737" y="610"/>
                    <a:pt x="845" y="577"/>
                  </a:cubicBezTo>
                  <a:cubicBezTo>
                    <a:pt x="1144" y="487"/>
                    <a:pt x="1346" y="279"/>
                    <a:pt x="1296" y="113"/>
                  </a:cubicBezTo>
                  <a:cubicBezTo>
                    <a:pt x="1271" y="32"/>
                    <a:pt x="1222" y="1"/>
                    <a:pt x="114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138"/>
            <p:cNvSpPr/>
            <p:nvPr/>
          </p:nvSpPr>
          <p:spPr>
            <a:xfrm>
              <a:off x="2171750" y="2788900"/>
              <a:ext cx="27200" cy="17200"/>
            </a:xfrm>
            <a:custGeom>
              <a:rect b="b" l="l" r="r" t="t"/>
              <a:pathLst>
                <a:path extrusionOk="0" h="688" w="1088">
                  <a:moveTo>
                    <a:pt x="299" y="0"/>
                  </a:moveTo>
                  <a:cubicBezTo>
                    <a:pt x="231" y="0"/>
                    <a:pt x="171" y="37"/>
                    <a:pt x="122" y="148"/>
                  </a:cubicBezTo>
                  <a:cubicBezTo>
                    <a:pt x="1" y="424"/>
                    <a:pt x="299" y="638"/>
                    <a:pt x="546" y="679"/>
                  </a:cubicBezTo>
                  <a:cubicBezTo>
                    <a:pt x="578" y="685"/>
                    <a:pt x="610" y="687"/>
                    <a:pt x="640" y="687"/>
                  </a:cubicBezTo>
                  <a:cubicBezTo>
                    <a:pt x="850" y="687"/>
                    <a:pt x="1027" y="568"/>
                    <a:pt x="1054" y="399"/>
                  </a:cubicBezTo>
                  <a:cubicBezTo>
                    <a:pt x="1087" y="201"/>
                    <a:pt x="961" y="178"/>
                    <a:pt x="715" y="135"/>
                  </a:cubicBezTo>
                  <a:cubicBezTo>
                    <a:pt x="559" y="109"/>
                    <a:pt x="416" y="0"/>
                    <a:pt x="2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138"/>
            <p:cNvSpPr/>
            <p:nvPr/>
          </p:nvSpPr>
          <p:spPr>
            <a:xfrm>
              <a:off x="2164375" y="2814600"/>
              <a:ext cx="15750" cy="15575"/>
            </a:xfrm>
            <a:custGeom>
              <a:rect b="b" l="l" r="r" t="t"/>
              <a:pathLst>
                <a:path extrusionOk="0" h="623" w="630">
                  <a:moveTo>
                    <a:pt x="443" y="0"/>
                  </a:moveTo>
                  <a:cubicBezTo>
                    <a:pt x="359" y="0"/>
                    <a:pt x="269" y="110"/>
                    <a:pt x="203" y="192"/>
                  </a:cubicBezTo>
                  <a:cubicBezTo>
                    <a:pt x="101" y="315"/>
                    <a:pt x="1" y="396"/>
                    <a:pt x="197" y="559"/>
                  </a:cubicBezTo>
                  <a:cubicBezTo>
                    <a:pt x="253" y="604"/>
                    <a:pt x="296" y="622"/>
                    <a:pt x="330" y="622"/>
                  </a:cubicBezTo>
                  <a:cubicBezTo>
                    <a:pt x="418" y="622"/>
                    <a:pt x="455" y="505"/>
                    <a:pt x="528" y="417"/>
                  </a:cubicBezTo>
                  <a:cubicBezTo>
                    <a:pt x="629" y="290"/>
                    <a:pt x="602" y="194"/>
                    <a:pt x="564" y="109"/>
                  </a:cubicBezTo>
                  <a:cubicBezTo>
                    <a:pt x="528" y="30"/>
                    <a:pt x="487" y="0"/>
                    <a:pt x="44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138"/>
            <p:cNvSpPr/>
            <p:nvPr/>
          </p:nvSpPr>
          <p:spPr>
            <a:xfrm>
              <a:off x="2171075" y="2805275"/>
              <a:ext cx="28575" cy="29275"/>
            </a:xfrm>
            <a:custGeom>
              <a:rect b="b" l="l" r="r" t="t"/>
              <a:pathLst>
                <a:path extrusionOk="0" h="1171" w="1143">
                  <a:moveTo>
                    <a:pt x="766" y="1"/>
                  </a:moveTo>
                  <a:cubicBezTo>
                    <a:pt x="626" y="1"/>
                    <a:pt x="648" y="312"/>
                    <a:pt x="502" y="573"/>
                  </a:cubicBezTo>
                  <a:cubicBezTo>
                    <a:pt x="331" y="873"/>
                    <a:pt x="1" y="986"/>
                    <a:pt x="237" y="1119"/>
                  </a:cubicBezTo>
                  <a:cubicBezTo>
                    <a:pt x="298" y="1154"/>
                    <a:pt x="366" y="1170"/>
                    <a:pt x="436" y="1170"/>
                  </a:cubicBezTo>
                  <a:cubicBezTo>
                    <a:pt x="634" y="1170"/>
                    <a:pt x="847" y="1038"/>
                    <a:pt x="973" y="816"/>
                  </a:cubicBezTo>
                  <a:cubicBezTo>
                    <a:pt x="1143" y="512"/>
                    <a:pt x="1089" y="160"/>
                    <a:pt x="851" y="29"/>
                  </a:cubicBezTo>
                  <a:cubicBezTo>
                    <a:pt x="817" y="9"/>
                    <a:pt x="789" y="1"/>
                    <a:pt x="76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6" name="Google Shape;1146;p138"/>
          <p:cNvGrpSpPr/>
          <p:nvPr/>
        </p:nvGrpSpPr>
        <p:grpSpPr>
          <a:xfrm>
            <a:off x="8035673" y="3122765"/>
            <a:ext cx="87317" cy="68810"/>
            <a:chOff x="2408175" y="2883975"/>
            <a:chExt cx="38925" cy="30675"/>
          </a:xfrm>
        </p:grpSpPr>
        <p:sp>
          <p:nvSpPr>
            <p:cNvPr id="1147" name="Google Shape;1147;p138"/>
            <p:cNvSpPr/>
            <p:nvPr/>
          </p:nvSpPr>
          <p:spPr>
            <a:xfrm>
              <a:off x="2408175" y="2889700"/>
              <a:ext cx="38925" cy="24950"/>
            </a:xfrm>
            <a:custGeom>
              <a:rect b="b" l="l" r="r" t="t"/>
              <a:pathLst>
                <a:path extrusionOk="0" h="998" w="1557">
                  <a:moveTo>
                    <a:pt x="1217" y="0"/>
                  </a:moveTo>
                  <a:cubicBezTo>
                    <a:pt x="1117" y="0"/>
                    <a:pt x="987" y="45"/>
                    <a:pt x="818" y="104"/>
                  </a:cubicBezTo>
                  <a:cubicBezTo>
                    <a:pt x="463" y="232"/>
                    <a:pt x="1" y="59"/>
                    <a:pt x="49" y="552"/>
                  </a:cubicBezTo>
                  <a:cubicBezTo>
                    <a:pt x="80" y="874"/>
                    <a:pt x="364" y="997"/>
                    <a:pt x="653" y="997"/>
                  </a:cubicBezTo>
                  <a:cubicBezTo>
                    <a:pt x="771" y="997"/>
                    <a:pt x="890" y="977"/>
                    <a:pt x="993" y="940"/>
                  </a:cubicBezTo>
                  <a:cubicBezTo>
                    <a:pt x="1349" y="817"/>
                    <a:pt x="1557" y="485"/>
                    <a:pt x="1456" y="203"/>
                  </a:cubicBezTo>
                  <a:cubicBezTo>
                    <a:pt x="1403" y="55"/>
                    <a:pt x="1328" y="0"/>
                    <a:pt x="12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138"/>
            <p:cNvSpPr/>
            <p:nvPr/>
          </p:nvSpPr>
          <p:spPr>
            <a:xfrm>
              <a:off x="2419275" y="2883975"/>
              <a:ext cx="19000" cy="13650"/>
            </a:xfrm>
            <a:custGeom>
              <a:rect b="b" l="l" r="r" t="t"/>
              <a:pathLst>
                <a:path extrusionOk="0" h="546" w="760">
                  <a:moveTo>
                    <a:pt x="576" y="0"/>
                  </a:moveTo>
                  <a:cubicBezTo>
                    <a:pt x="523" y="0"/>
                    <a:pt x="462" y="43"/>
                    <a:pt x="377" y="104"/>
                  </a:cubicBezTo>
                  <a:cubicBezTo>
                    <a:pt x="231" y="209"/>
                    <a:pt x="0" y="190"/>
                    <a:pt x="86" y="406"/>
                  </a:cubicBezTo>
                  <a:cubicBezTo>
                    <a:pt x="126" y="507"/>
                    <a:pt x="211" y="546"/>
                    <a:pt x="304" y="546"/>
                  </a:cubicBezTo>
                  <a:cubicBezTo>
                    <a:pt x="395" y="546"/>
                    <a:pt x="493" y="509"/>
                    <a:pt x="564" y="458"/>
                  </a:cubicBezTo>
                  <a:cubicBezTo>
                    <a:pt x="707" y="356"/>
                    <a:pt x="759" y="180"/>
                    <a:pt x="677" y="66"/>
                  </a:cubicBezTo>
                  <a:cubicBezTo>
                    <a:pt x="644" y="20"/>
                    <a:pt x="612" y="0"/>
                    <a:pt x="5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138"/>
            <p:cNvSpPr/>
            <p:nvPr/>
          </p:nvSpPr>
          <p:spPr>
            <a:xfrm>
              <a:off x="2418775" y="2892300"/>
              <a:ext cx="16550" cy="11600"/>
            </a:xfrm>
            <a:custGeom>
              <a:rect b="b" l="l" r="r" t="t"/>
              <a:pathLst>
                <a:path extrusionOk="0" h="464" w="662">
                  <a:moveTo>
                    <a:pt x="480" y="1"/>
                  </a:moveTo>
                  <a:cubicBezTo>
                    <a:pt x="418" y="1"/>
                    <a:pt x="346" y="15"/>
                    <a:pt x="287" y="28"/>
                  </a:cubicBezTo>
                  <a:cubicBezTo>
                    <a:pt x="129" y="59"/>
                    <a:pt x="0" y="58"/>
                    <a:pt x="50" y="308"/>
                  </a:cubicBezTo>
                  <a:cubicBezTo>
                    <a:pt x="76" y="429"/>
                    <a:pt x="121" y="463"/>
                    <a:pt x="178" y="463"/>
                  </a:cubicBezTo>
                  <a:cubicBezTo>
                    <a:pt x="240" y="463"/>
                    <a:pt x="316" y="423"/>
                    <a:pt x="397" y="407"/>
                  </a:cubicBezTo>
                  <a:cubicBezTo>
                    <a:pt x="556" y="374"/>
                    <a:pt x="597" y="281"/>
                    <a:pt x="620" y="192"/>
                  </a:cubicBezTo>
                  <a:cubicBezTo>
                    <a:pt x="661" y="40"/>
                    <a:pt x="583" y="1"/>
                    <a:pt x="4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138"/>
            <p:cNvSpPr/>
            <p:nvPr/>
          </p:nvSpPr>
          <p:spPr>
            <a:xfrm>
              <a:off x="2428725" y="2894000"/>
              <a:ext cx="16225" cy="17075"/>
            </a:xfrm>
            <a:custGeom>
              <a:rect b="b" l="l" r="r" t="t"/>
              <a:pathLst>
                <a:path extrusionOk="0" h="683" w="649">
                  <a:moveTo>
                    <a:pt x="497" y="0"/>
                  </a:moveTo>
                  <a:cubicBezTo>
                    <a:pt x="404" y="0"/>
                    <a:pt x="273" y="86"/>
                    <a:pt x="169" y="226"/>
                  </a:cubicBezTo>
                  <a:cubicBezTo>
                    <a:pt x="37" y="403"/>
                    <a:pt x="0" y="599"/>
                    <a:pt x="86" y="662"/>
                  </a:cubicBezTo>
                  <a:cubicBezTo>
                    <a:pt x="105" y="676"/>
                    <a:pt x="128" y="683"/>
                    <a:pt x="154" y="683"/>
                  </a:cubicBezTo>
                  <a:cubicBezTo>
                    <a:pt x="247" y="683"/>
                    <a:pt x="378" y="596"/>
                    <a:pt x="480" y="456"/>
                  </a:cubicBezTo>
                  <a:cubicBezTo>
                    <a:pt x="610" y="280"/>
                    <a:pt x="649" y="84"/>
                    <a:pt x="563" y="20"/>
                  </a:cubicBezTo>
                  <a:cubicBezTo>
                    <a:pt x="545" y="7"/>
                    <a:pt x="522" y="0"/>
                    <a:pt x="4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1" name="Google Shape;1151;p138"/>
          <p:cNvGrpSpPr/>
          <p:nvPr/>
        </p:nvGrpSpPr>
        <p:grpSpPr>
          <a:xfrm>
            <a:off x="7101673" y="3155202"/>
            <a:ext cx="163473" cy="132517"/>
            <a:chOff x="2395225" y="2936350"/>
            <a:chExt cx="72875" cy="59075"/>
          </a:xfrm>
        </p:grpSpPr>
        <p:sp>
          <p:nvSpPr>
            <p:cNvPr id="1152" name="Google Shape;1152;p138"/>
            <p:cNvSpPr/>
            <p:nvPr/>
          </p:nvSpPr>
          <p:spPr>
            <a:xfrm>
              <a:off x="2400225" y="2944375"/>
              <a:ext cx="58050" cy="51050"/>
            </a:xfrm>
            <a:custGeom>
              <a:rect b="b" l="l" r="r" t="t"/>
              <a:pathLst>
                <a:path extrusionOk="0" h="2042" w="2322">
                  <a:moveTo>
                    <a:pt x="1618" y="0"/>
                  </a:moveTo>
                  <a:cubicBezTo>
                    <a:pt x="1408" y="0"/>
                    <a:pt x="1258" y="219"/>
                    <a:pt x="1031" y="566"/>
                  </a:cubicBezTo>
                  <a:cubicBezTo>
                    <a:pt x="716" y="1044"/>
                    <a:pt x="1" y="1259"/>
                    <a:pt x="510" y="1811"/>
                  </a:cubicBezTo>
                  <a:cubicBezTo>
                    <a:pt x="661" y="1974"/>
                    <a:pt x="836" y="2041"/>
                    <a:pt x="1016" y="2041"/>
                  </a:cubicBezTo>
                  <a:cubicBezTo>
                    <a:pt x="1396" y="2041"/>
                    <a:pt x="1794" y="1742"/>
                    <a:pt x="2008" y="1416"/>
                  </a:cubicBezTo>
                  <a:cubicBezTo>
                    <a:pt x="2321" y="939"/>
                    <a:pt x="2270" y="351"/>
                    <a:pt x="1890" y="100"/>
                  </a:cubicBezTo>
                  <a:cubicBezTo>
                    <a:pt x="1786" y="32"/>
                    <a:pt x="1697" y="0"/>
                    <a:pt x="161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138"/>
            <p:cNvSpPr/>
            <p:nvPr/>
          </p:nvSpPr>
          <p:spPr>
            <a:xfrm>
              <a:off x="2409425" y="2953950"/>
              <a:ext cx="32050" cy="28100"/>
            </a:xfrm>
            <a:custGeom>
              <a:rect b="b" l="l" r="r" t="t"/>
              <a:pathLst>
                <a:path extrusionOk="0" h="1124" w="1282">
                  <a:moveTo>
                    <a:pt x="1047" y="0"/>
                  </a:moveTo>
                  <a:cubicBezTo>
                    <a:pt x="947" y="0"/>
                    <a:pt x="863" y="124"/>
                    <a:pt x="728" y="327"/>
                  </a:cubicBezTo>
                  <a:cubicBezTo>
                    <a:pt x="556" y="589"/>
                    <a:pt x="1" y="721"/>
                    <a:pt x="333" y="1063"/>
                  </a:cubicBezTo>
                  <a:cubicBezTo>
                    <a:pt x="373" y="1105"/>
                    <a:pt x="423" y="1123"/>
                    <a:pt x="479" y="1123"/>
                  </a:cubicBezTo>
                  <a:cubicBezTo>
                    <a:pt x="680" y="1123"/>
                    <a:pt x="951" y="882"/>
                    <a:pt x="1086" y="677"/>
                  </a:cubicBezTo>
                  <a:cubicBezTo>
                    <a:pt x="1260" y="416"/>
                    <a:pt x="1282" y="125"/>
                    <a:pt x="1136" y="31"/>
                  </a:cubicBezTo>
                  <a:cubicBezTo>
                    <a:pt x="1104" y="10"/>
                    <a:pt x="1075" y="0"/>
                    <a:pt x="104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138"/>
            <p:cNvSpPr/>
            <p:nvPr/>
          </p:nvSpPr>
          <p:spPr>
            <a:xfrm>
              <a:off x="2429950" y="2965650"/>
              <a:ext cx="12775" cy="15200"/>
            </a:xfrm>
            <a:custGeom>
              <a:rect b="b" l="l" r="r" t="t"/>
              <a:pathLst>
                <a:path extrusionOk="0" h="608" w="511">
                  <a:moveTo>
                    <a:pt x="150" y="0"/>
                  </a:moveTo>
                  <a:cubicBezTo>
                    <a:pt x="22" y="0"/>
                    <a:pt x="23" y="191"/>
                    <a:pt x="24" y="323"/>
                  </a:cubicBezTo>
                  <a:cubicBezTo>
                    <a:pt x="27" y="481"/>
                    <a:pt x="0" y="608"/>
                    <a:pt x="250" y="608"/>
                  </a:cubicBezTo>
                  <a:cubicBezTo>
                    <a:pt x="252" y="608"/>
                    <a:pt x="253" y="608"/>
                    <a:pt x="255" y="608"/>
                  </a:cubicBezTo>
                  <a:cubicBezTo>
                    <a:pt x="511" y="605"/>
                    <a:pt x="419" y="446"/>
                    <a:pt x="418" y="287"/>
                  </a:cubicBezTo>
                  <a:cubicBezTo>
                    <a:pt x="415" y="127"/>
                    <a:pt x="332" y="70"/>
                    <a:pt x="250" y="28"/>
                  </a:cubicBezTo>
                  <a:cubicBezTo>
                    <a:pt x="210" y="9"/>
                    <a:pt x="177" y="0"/>
                    <a:pt x="1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138"/>
            <p:cNvSpPr/>
            <p:nvPr/>
          </p:nvSpPr>
          <p:spPr>
            <a:xfrm>
              <a:off x="2429925" y="2953575"/>
              <a:ext cx="38175" cy="33875"/>
            </a:xfrm>
            <a:custGeom>
              <a:rect b="b" l="l" r="r" t="t"/>
              <a:pathLst>
                <a:path extrusionOk="0" h="1355" w="1527">
                  <a:moveTo>
                    <a:pt x="1053" y="1"/>
                  </a:moveTo>
                  <a:cubicBezTo>
                    <a:pt x="912" y="1"/>
                    <a:pt x="816" y="149"/>
                    <a:pt x="669" y="382"/>
                  </a:cubicBezTo>
                  <a:cubicBezTo>
                    <a:pt x="469" y="703"/>
                    <a:pt x="1" y="853"/>
                    <a:pt x="344" y="1211"/>
                  </a:cubicBezTo>
                  <a:cubicBezTo>
                    <a:pt x="442" y="1313"/>
                    <a:pt x="555" y="1355"/>
                    <a:pt x="670" y="1355"/>
                  </a:cubicBezTo>
                  <a:cubicBezTo>
                    <a:pt x="923" y="1355"/>
                    <a:pt x="1187" y="1149"/>
                    <a:pt x="1325" y="929"/>
                  </a:cubicBezTo>
                  <a:cubicBezTo>
                    <a:pt x="1527" y="610"/>
                    <a:pt x="1484" y="223"/>
                    <a:pt x="1231" y="63"/>
                  </a:cubicBezTo>
                  <a:cubicBezTo>
                    <a:pt x="1162" y="21"/>
                    <a:pt x="1105" y="1"/>
                    <a:pt x="10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138"/>
            <p:cNvSpPr/>
            <p:nvPr/>
          </p:nvSpPr>
          <p:spPr>
            <a:xfrm>
              <a:off x="2395225" y="2963025"/>
              <a:ext cx="26750" cy="18450"/>
            </a:xfrm>
            <a:custGeom>
              <a:rect b="b" l="l" r="r" t="t"/>
              <a:pathLst>
                <a:path extrusionOk="0" h="738" w="1070">
                  <a:moveTo>
                    <a:pt x="824" y="0"/>
                  </a:moveTo>
                  <a:cubicBezTo>
                    <a:pt x="752" y="0"/>
                    <a:pt x="663" y="51"/>
                    <a:pt x="540" y="122"/>
                  </a:cubicBezTo>
                  <a:cubicBezTo>
                    <a:pt x="324" y="249"/>
                    <a:pt x="0" y="193"/>
                    <a:pt x="93" y="510"/>
                  </a:cubicBezTo>
                  <a:cubicBezTo>
                    <a:pt x="142" y="675"/>
                    <a:pt x="280" y="738"/>
                    <a:pt x="430" y="738"/>
                  </a:cubicBezTo>
                  <a:cubicBezTo>
                    <a:pt x="544" y="738"/>
                    <a:pt x="666" y="702"/>
                    <a:pt x="759" y="647"/>
                  </a:cubicBezTo>
                  <a:cubicBezTo>
                    <a:pt x="975" y="520"/>
                    <a:pt x="1070" y="278"/>
                    <a:pt x="969" y="106"/>
                  </a:cubicBezTo>
                  <a:cubicBezTo>
                    <a:pt x="926" y="31"/>
                    <a:pt x="880" y="0"/>
                    <a:pt x="8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138"/>
            <p:cNvSpPr/>
            <p:nvPr/>
          </p:nvSpPr>
          <p:spPr>
            <a:xfrm>
              <a:off x="2428725" y="2936350"/>
              <a:ext cx="16475" cy="16875"/>
            </a:xfrm>
            <a:custGeom>
              <a:rect b="b" l="l" r="r" t="t"/>
              <a:pathLst>
                <a:path extrusionOk="0" h="675" w="659">
                  <a:moveTo>
                    <a:pt x="394" y="1"/>
                  </a:moveTo>
                  <a:cubicBezTo>
                    <a:pt x="308" y="1"/>
                    <a:pt x="283" y="84"/>
                    <a:pt x="242" y="227"/>
                  </a:cubicBezTo>
                  <a:cubicBezTo>
                    <a:pt x="193" y="397"/>
                    <a:pt x="0" y="527"/>
                    <a:pt x="202" y="643"/>
                  </a:cubicBezTo>
                  <a:cubicBezTo>
                    <a:pt x="240" y="665"/>
                    <a:pt x="276" y="674"/>
                    <a:pt x="312" y="674"/>
                  </a:cubicBezTo>
                  <a:cubicBezTo>
                    <a:pt x="452" y="674"/>
                    <a:pt x="570" y="525"/>
                    <a:pt x="609" y="390"/>
                  </a:cubicBezTo>
                  <a:cubicBezTo>
                    <a:pt x="659" y="220"/>
                    <a:pt x="589" y="49"/>
                    <a:pt x="453" y="11"/>
                  </a:cubicBezTo>
                  <a:cubicBezTo>
                    <a:pt x="430" y="4"/>
                    <a:pt x="411" y="1"/>
                    <a:pt x="39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138"/>
            <p:cNvSpPr/>
            <p:nvPr/>
          </p:nvSpPr>
          <p:spPr>
            <a:xfrm>
              <a:off x="2439850" y="2960550"/>
              <a:ext cx="15775" cy="15525"/>
            </a:xfrm>
            <a:custGeom>
              <a:rect b="b" l="l" r="r" t="t"/>
              <a:pathLst>
                <a:path extrusionOk="0" h="621" w="631">
                  <a:moveTo>
                    <a:pt x="447" y="1"/>
                  </a:moveTo>
                  <a:cubicBezTo>
                    <a:pt x="363" y="1"/>
                    <a:pt x="273" y="110"/>
                    <a:pt x="205" y="189"/>
                  </a:cubicBezTo>
                  <a:cubicBezTo>
                    <a:pt x="101" y="311"/>
                    <a:pt x="0" y="391"/>
                    <a:pt x="194" y="554"/>
                  </a:cubicBezTo>
                  <a:cubicBezTo>
                    <a:pt x="249" y="602"/>
                    <a:pt x="292" y="620"/>
                    <a:pt x="327" y="620"/>
                  </a:cubicBezTo>
                  <a:cubicBezTo>
                    <a:pt x="414" y="620"/>
                    <a:pt x="453" y="504"/>
                    <a:pt x="527" y="417"/>
                  </a:cubicBezTo>
                  <a:cubicBezTo>
                    <a:pt x="630" y="295"/>
                    <a:pt x="606" y="196"/>
                    <a:pt x="567" y="112"/>
                  </a:cubicBezTo>
                  <a:cubicBezTo>
                    <a:pt x="532" y="31"/>
                    <a:pt x="490" y="1"/>
                    <a:pt x="4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138"/>
            <p:cNvSpPr/>
            <p:nvPr/>
          </p:nvSpPr>
          <p:spPr>
            <a:xfrm>
              <a:off x="2447625" y="2957250"/>
              <a:ext cx="10075" cy="20025"/>
            </a:xfrm>
            <a:custGeom>
              <a:rect b="b" l="l" r="r" t="t"/>
              <a:pathLst>
                <a:path extrusionOk="0" h="801" w="403">
                  <a:moveTo>
                    <a:pt x="190" y="1"/>
                  </a:moveTo>
                  <a:cubicBezTo>
                    <a:pt x="189" y="1"/>
                    <a:pt x="188" y="1"/>
                    <a:pt x="188" y="1"/>
                  </a:cubicBezTo>
                  <a:cubicBezTo>
                    <a:pt x="80" y="5"/>
                    <a:pt x="0" y="185"/>
                    <a:pt x="9" y="407"/>
                  </a:cubicBezTo>
                  <a:cubicBezTo>
                    <a:pt x="16" y="627"/>
                    <a:pt x="108" y="801"/>
                    <a:pt x="215" y="801"/>
                  </a:cubicBezTo>
                  <a:cubicBezTo>
                    <a:pt x="215" y="801"/>
                    <a:pt x="216" y="801"/>
                    <a:pt x="216" y="801"/>
                  </a:cubicBezTo>
                  <a:cubicBezTo>
                    <a:pt x="322" y="795"/>
                    <a:pt x="402" y="615"/>
                    <a:pt x="395" y="394"/>
                  </a:cubicBezTo>
                  <a:cubicBezTo>
                    <a:pt x="388" y="176"/>
                    <a:pt x="296" y="1"/>
                    <a:pt x="19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0" name="Google Shape;1160;p138"/>
          <p:cNvSpPr/>
          <p:nvPr/>
        </p:nvSpPr>
        <p:spPr>
          <a:xfrm>
            <a:off x="6135275" y="801931"/>
            <a:ext cx="171587" cy="159791"/>
          </a:xfrm>
          <a:custGeom>
            <a:rect b="b" l="l" r="r" t="t"/>
            <a:pathLst>
              <a:path extrusionOk="0" h="3495" w="3753">
                <a:moveTo>
                  <a:pt x="3086" y="0"/>
                </a:moveTo>
                <a:lnTo>
                  <a:pt x="1984" y="942"/>
                </a:lnTo>
                <a:lnTo>
                  <a:pt x="960" y="185"/>
                </a:lnTo>
                <a:lnTo>
                  <a:pt x="960" y="185"/>
                </a:lnTo>
                <a:lnTo>
                  <a:pt x="1368" y="1344"/>
                </a:lnTo>
                <a:lnTo>
                  <a:pt x="1" y="2517"/>
                </a:lnTo>
                <a:lnTo>
                  <a:pt x="1616" y="2193"/>
                </a:lnTo>
                <a:lnTo>
                  <a:pt x="2135" y="3494"/>
                </a:lnTo>
                <a:lnTo>
                  <a:pt x="2316" y="2258"/>
                </a:lnTo>
                <a:lnTo>
                  <a:pt x="3753" y="2366"/>
                </a:lnTo>
                <a:lnTo>
                  <a:pt x="3753" y="2366"/>
                </a:lnTo>
                <a:lnTo>
                  <a:pt x="2518" y="1399"/>
                </a:lnTo>
                <a:lnTo>
                  <a:pt x="3086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1" name="Google Shape;1161;p138"/>
          <p:cNvSpPr/>
          <p:nvPr/>
        </p:nvSpPr>
        <p:spPr>
          <a:xfrm>
            <a:off x="7270080" y="1256738"/>
            <a:ext cx="161712" cy="174376"/>
          </a:xfrm>
          <a:custGeom>
            <a:rect b="b" l="l" r="r" t="t"/>
            <a:pathLst>
              <a:path extrusionOk="0" h="3814" w="3537">
                <a:moveTo>
                  <a:pt x="1657" y="0"/>
                </a:moveTo>
                <a:lnTo>
                  <a:pt x="1270" y="1397"/>
                </a:lnTo>
                <a:lnTo>
                  <a:pt x="0" y="1344"/>
                </a:lnTo>
                <a:lnTo>
                  <a:pt x="0" y="1344"/>
                </a:lnTo>
                <a:lnTo>
                  <a:pt x="988" y="2076"/>
                </a:lnTo>
                <a:lnTo>
                  <a:pt x="512" y="3814"/>
                </a:lnTo>
                <a:lnTo>
                  <a:pt x="1668" y="2640"/>
                </a:lnTo>
                <a:lnTo>
                  <a:pt x="2829" y="3427"/>
                </a:lnTo>
                <a:lnTo>
                  <a:pt x="2284" y="2299"/>
                </a:lnTo>
                <a:lnTo>
                  <a:pt x="3536" y="1586"/>
                </a:lnTo>
                <a:lnTo>
                  <a:pt x="1970" y="1476"/>
                </a:lnTo>
                <a:lnTo>
                  <a:pt x="1657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62" name="Google Shape;1162;p138"/>
          <p:cNvGrpSpPr/>
          <p:nvPr/>
        </p:nvGrpSpPr>
        <p:grpSpPr>
          <a:xfrm>
            <a:off x="5833199" y="1431122"/>
            <a:ext cx="1082266" cy="1178283"/>
            <a:chOff x="5285775" y="565887"/>
            <a:chExt cx="1600274" cy="1742248"/>
          </a:xfrm>
        </p:grpSpPr>
        <p:sp>
          <p:nvSpPr>
            <p:cNvPr id="1163" name="Google Shape;1163;p138"/>
            <p:cNvSpPr/>
            <p:nvPr/>
          </p:nvSpPr>
          <p:spPr>
            <a:xfrm>
              <a:off x="5896782" y="878905"/>
              <a:ext cx="874913" cy="325237"/>
            </a:xfrm>
            <a:custGeom>
              <a:rect b="b" l="l" r="r" t="t"/>
              <a:pathLst>
                <a:path extrusionOk="0" h="2662" w="7161">
                  <a:moveTo>
                    <a:pt x="36" y="1"/>
                  </a:moveTo>
                  <a:lnTo>
                    <a:pt x="0" y="102"/>
                  </a:lnTo>
                  <a:lnTo>
                    <a:pt x="7124" y="2662"/>
                  </a:lnTo>
                  <a:lnTo>
                    <a:pt x="7161" y="2559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rgbClr val="8EA7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p138"/>
            <p:cNvSpPr/>
            <p:nvPr/>
          </p:nvSpPr>
          <p:spPr>
            <a:xfrm>
              <a:off x="6021769" y="940971"/>
              <a:ext cx="53025" cy="108371"/>
            </a:xfrm>
            <a:custGeom>
              <a:rect b="b" l="l" r="r" t="t"/>
              <a:pathLst>
                <a:path extrusionOk="0" h="887" w="434">
                  <a:moveTo>
                    <a:pt x="347" y="1"/>
                  </a:moveTo>
                  <a:lnTo>
                    <a:pt x="1" y="848"/>
                  </a:lnTo>
                  <a:lnTo>
                    <a:pt x="87" y="887"/>
                  </a:lnTo>
                  <a:lnTo>
                    <a:pt x="433" y="38"/>
                  </a:lnTo>
                  <a:lnTo>
                    <a:pt x="347" y="1"/>
                  </a:lnTo>
                  <a:close/>
                </a:path>
              </a:pathLst>
            </a:custGeom>
            <a:solidFill>
              <a:srgbClr val="8EA7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5" name="Google Shape;1165;p138"/>
            <p:cNvSpPr/>
            <p:nvPr/>
          </p:nvSpPr>
          <p:spPr>
            <a:xfrm>
              <a:off x="6250973" y="604495"/>
              <a:ext cx="140382" cy="101652"/>
            </a:xfrm>
            <a:custGeom>
              <a:rect b="b" l="l" r="r" t="t"/>
              <a:pathLst>
                <a:path extrusionOk="0" h="832" w="1149">
                  <a:moveTo>
                    <a:pt x="305" y="1"/>
                  </a:moveTo>
                  <a:cubicBezTo>
                    <a:pt x="246" y="1"/>
                    <a:pt x="180" y="58"/>
                    <a:pt x="90" y="224"/>
                  </a:cubicBezTo>
                  <a:cubicBezTo>
                    <a:pt x="0" y="393"/>
                    <a:pt x="136" y="637"/>
                    <a:pt x="379" y="759"/>
                  </a:cubicBezTo>
                  <a:cubicBezTo>
                    <a:pt x="475" y="807"/>
                    <a:pt x="576" y="831"/>
                    <a:pt x="667" y="831"/>
                  </a:cubicBezTo>
                  <a:cubicBezTo>
                    <a:pt x="809" y="831"/>
                    <a:pt x="928" y="774"/>
                    <a:pt x="971" y="665"/>
                  </a:cubicBezTo>
                  <a:cubicBezTo>
                    <a:pt x="1148" y="202"/>
                    <a:pt x="885" y="364"/>
                    <a:pt x="641" y="242"/>
                  </a:cubicBezTo>
                  <a:cubicBezTo>
                    <a:pt x="488" y="166"/>
                    <a:pt x="406" y="1"/>
                    <a:pt x="30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p138"/>
            <p:cNvSpPr/>
            <p:nvPr/>
          </p:nvSpPr>
          <p:spPr>
            <a:xfrm>
              <a:off x="6739070" y="1105421"/>
              <a:ext cx="88823" cy="123399"/>
            </a:xfrm>
            <a:custGeom>
              <a:rect b="b" l="l" r="r" t="t"/>
              <a:pathLst>
                <a:path extrusionOk="0" h="1010" w="727">
                  <a:moveTo>
                    <a:pt x="350" y="0"/>
                  </a:moveTo>
                  <a:cubicBezTo>
                    <a:pt x="159" y="0"/>
                    <a:pt x="3" y="200"/>
                    <a:pt x="2" y="453"/>
                  </a:cubicBezTo>
                  <a:cubicBezTo>
                    <a:pt x="1" y="692"/>
                    <a:pt x="108" y="1010"/>
                    <a:pt x="368" y="1010"/>
                  </a:cubicBezTo>
                  <a:cubicBezTo>
                    <a:pt x="388" y="1010"/>
                    <a:pt x="408" y="1008"/>
                    <a:pt x="430" y="1004"/>
                  </a:cubicBezTo>
                  <a:cubicBezTo>
                    <a:pt x="726" y="952"/>
                    <a:pt x="569" y="750"/>
                    <a:pt x="569" y="493"/>
                  </a:cubicBezTo>
                  <a:cubicBezTo>
                    <a:pt x="572" y="237"/>
                    <a:pt x="553" y="6"/>
                    <a:pt x="358" y="0"/>
                  </a:cubicBezTo>
                  <a:cubicBezTo>
                    <a:pt x="356" y="0"/>
                    <a:pt x="353" y="0"/>
                    <a:pt x="350" y="0"/>
                  </a:cubicBezTo>
                  <a:close/>
                </a:path>
              </a:pathLst>
            </a:custGeom>
            <a:solidFill>
              <a:srgbClr val="FFCD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p138"/>
            <p:cNvSpPr/>
            <p:nvPr/>
          </p:nvSpPr>
          <p:spPr>
            <a:xfrm>
              <a:off x="5697878" y="607427"/>
              <a:ext cx="695679" cy="735875"/>
            </a:xfrm>
            <a:custGeom>
              <a:rect b="b" l="l" r="r" t="t"/>
              <a:pathLst>
                <a:path extrusionOk="0" h="6023" w="5694">
                  <a:moveTo>
                    <a:pt x="3732" y="1"/>
                  </a:moveTo>
                  <a:cubicBezTo>
                    <a:pt x="2549" y="1"/>
                    <a:pt x="1180" y="1122"/>
                    <a:pt x="622" y="2602"/>
                  </a:cubicBezTo>
                  <a:cubicBezTo>
                    <a:pt x="1" y="4248"/>
                    <a:pt x="619" y="5717"/>
                    <a:pt x="1902" y="5975"/>
                  </a:cubicBezTo>
                  <a:cubicBezTo>
                    <a:pt x="2060" y="6006"/>
                    <a:pt x="2235" y="6022"/>
                    <a:pt x="2421" y="6022"/>
                  </a:cubicBezTo>
                  <a:cubicBezTo>
                    <a:pt x="3751" y="6022"/>
                    <a:pt x="5629" y="5220"/>
                    <a:pt x="5661" y="3757"/>
                  </a:cubicBezTo>
                  <a:cubicBezTo>
                    <a:pt x="5694" y="2241"/>
                    <a:pt x="5307" y="268"/>
                    <a:pt x="4058" y="31"/>
                  </a:cubicBezTo>
                  <a:cubicBezTo>
                    <a:pt x="3951" y="11"/>
                    <a:pt x="3842" y="1"/>
                    <a:pt x="373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138"/>
            <p:cNvSpPr/>
            <p:nvPr/>
          </p:nvSpPr>
          <p:spPr>
            <a:xfrm>
              <a:off x="5860984" y="629908"/>
              <a:ext cx="229449" cy="283574"/>
            </a:xfrm>
            <a:custGeom>
              <a:rect b="b" l="l" r="r" t="t"/>
              <a:pathLst>
                <a:path extrusionOk="0" h="2321" w="1878">
                  <a:moveTo>
                    <a:pt x="1326" y="1"/>
                  </a:moveTo>
                  <a:cubicBezTo>
                    <a:pt x="940" y="1"/>
                    <a:pt x="373" y="454"/>
                    <a:pt x="245" y="849"/>
                  </a:cubicBezTo>
                  <a:cubicBezTo>
                    <a:pt x="1" y="1282"/>
                    <a:pt x="259" y="2320"/>
                    <a:pt x="722" y="2320"/>
                  </a:cubicBezTo>
                  <a:cubicBezTo>
                    <a:pt x="933" y="2320"/>
                    <a:pt x="1186" y="2105"/>
                    <a:pt x="1454" y="1517"/>
                  </a:cubicBezTo>
                  <a:cubicBezTo>
                    <a:pt x="1877" y="377"/>
                    <a:pt x="1678" y="1"/>
                    <a:pt x="13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138"/>
            <p:cNvSpPr/>
            <p:nvPr/>
          </p:nvSpPr>
          <p:spPr>
            <a:xfrm>
              <a:off x="5783646" y="601441"/>
              <a:ext cx="141237" cy="229083"/>
            </a:xfrm>
            <a:custGeom>
              <a:rect b="b" l="l" r="r" t="t"/>
              <a:pathLst>
                <a:path extrusionOk="0" h="1875" w="1156">
                  <a:moveTo>
                    <a:pt x="946" y="0"/>
                  </a:moveTo>
                  <a:cubicBezTo>
                    <a:pt x="736" y="0"/>
                    <a:pt x="334" y="482"/>
                    <a:pt x="196" y="827"/>
                  </a:cubicBezTo>
                  <a:cubicBezTo>
                    <a:pt x="1" y="1178"/>
                    <a:pt x="28" y="1875"/>
                    <a:pt x="284" y="1875"/>
                  </a:cubicBezTo>
                  <a:cubicBezTo>
                    <a:pt x="418" y="1875"/>
                    <a:pt x="615" y="1684"/>
                    <a:pt x="876" y="1151"/>
                  </a:cubicBezTo>
                  <a:cubicBezTo>
                    <a:pt x="1155" y="288"/>
                    <a:pt x="1108" y="0"/>
                    <a:pt x="94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138"/>
            <p:cNvSpPr/>
            <p:nvPr/>
          </p:nvSpPr>
          <p:spPr>
            <a:xfrm>
              <a:off x="5788778" y="651411"/>
              <a:ext cx="1063555" cy="876135"/>
            </a:xfrm>
            <a:custGeom>
              <a:rect b="b" l="l" r="r" t="t"/>
              <a:pathLst>
                <a:path extrusionOk="0" h="7171" w="8705">
                  <a:moveTo>
                    <a:pt x="5473" y="1"/>
                  </a:moveTo>
                  <a:cubicBezTo>
                    <a:pt x="4177" y="1"/>
                    <a:pt x="2682" y="725"/>
                    <a:pt x="1626" y="1479"/>
                  </a:cubicBezTo>
                  <a:cubicBezTo>
                    <a:pt x="1" y="2641"/>
                    <a:pt x="1422" y="5493"/>
                    <a:pt x="2888" y="6565"/>
                  </a:cubicBezTo>
                  <a:cubicBezTo>
                    <a:pt x="3442" y="6970"/>
                    <a:pt x="4085" y="7170"/>
                    <a:pt x="4731" y="7170"/>
                  </a:cubicBezTo>
                  <a:cubicBezTo>
                    <a:pt x="5819" y="7170"/>
                    <a:pt x="6917" y="6604"/>
                    <a:pt x="7614" y="5500"/>
                  </a:cubicBezTo>
                  <a:cubicBezTo>
                    <a:pt x="8705" y="3775"/>
                    <a:pt x="8380" y="1419"/>
                    <a:pt x="6915" y="410"/>
                  </a:cubicBezTo>
                  <a:cubicBezTo>
                    <a:pt x="6497" y="121"/>
                    <a:pt x="6001" y="1"/>
                    <a:pt x="54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138"/>
            <p:cNvSpPr/>
            <p:nvPr/>
          </p:nvSpPr>
          <p:spPr>
            <a:xfrm>
              <a:off x="5788778" y="696739"/>
              <a:ext cx="1049505" cy="802584"/>
            </a:xfrm>
            <a:custGeom>
              <a:rect b="b" l="l" r="r" t="t"/>
              <a:pathLst>
                <a:path extrusionOk="0" h="6569" w="8590">
                  <a:moveTo>
                    <a:pt x="4404" y="0"/>
                  </a:moveTo>
                  <a:cubicBezTo>
                    <a:pt x="3575" y="0"/>
                    <a:pt x="2639" y="316"/>
                    <a:pt x="1626" y="1108"/>
                  </a:cubicBezTo>
                  <a:cubicBezTo>
                    <a:pt x="1" y="2270"/>
                    <a:pt x="1422" y="5122"/>
                    <a:pt x="2888" y="6194"/>
                  </a:cubicBezTo>
                  <a:cubicBezTo>
                    <a:pt x="3246" y="6456"/>
                    <a:pt x="3676" y="6568"/>
                    <a:pt x="4134" y="6568"/>
                  </a:cubicBezTo>
                  <a:cubicBezTo>
                    <a:pt x="5575" y="6568"/>
                    <a:pt x="7295" y="5460"/>
                    <a:pt x="7952" y="4458"/>
                  </a:cubicBezTo>
                  <a:cubicBezTo>
                    <a:pt x="8590" y="3228"/>
                    <a:pt x="7051" y="0"/>
                    <a:pt x="440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138"/>
            <p:cNvSpPr/>
            <p:nvPr/>
          </p:nvSpPr>
          <p:spPr>
            <a:xfrm>
              <a:off x="6656723" y="895643"/>
              <a:ext cx="87235" cy="56813"/>
            </a:xfrm>
            <a:custGeom>
              <a:rect b="b" l="l" r="r" t="t"/>
              <a:pathLst>
                <a:path extrusionOk="0" h="465" w="714">
                  <a:moveTo>
                    <a:pt x="37" y="1"/>
                  </a:moveTo>
                  <a:cubicBezTo>
                    <a:pt x="5" y="25"/>
                    <a:pt x="0" y="75"/>
                    <a:pt x="46" y="183"/>
                  </a:cubicBezTo>
                  <a:cubicBezTo>
                    <a:pt x="133" y="385"/>
                    <a:pt x="308" y="464"/>
                    <a:pt x="448" y="464"/>
                  </a:cubicBezTo>
                  <a:cubicBezTo>
                    <a:pt x="490" y="464"/>
                    <a:pt x="529" y="457"/>
                    <a:pt x="561" y="443"/>
                  </a:cubicBezTo>
                  <a:cubicBezTo>
                    <a:pt x="676" y="393"/>
                    <a:pt x="713" y="257"/>
                    <a:pt x="663" y="117"/>
                  </a:cubicBezTo>
                  <a:lnTo>
                    <a:pt x="663" y="117"/>
                  </a:lnTo>
                  <a:cubicBezTo>
                    <a:pt x="647" y="177"/>
                    <a:pt x="609" y="224"/>
                    <a:pt x="548" y="250"/>
                  </a:cubicBezTo>
                  <a:cubicBezTo>
                    <a:pt x="516" y="264"/>
                    <a:pt x="477" y="272"/>
                    <a:pt x="434" y="272"/>
                  </a:cubicBezTo>
                  <a:cubicBezTo>
                    <a:pt x="297" y="272"/>
                    <a:pt x="126" y="194"/>
                    <a:pt x="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138"/>
            <p:cNvSpPr/>
            <p:nvPr/>
          </p:nvSpPr>
          <p:spPr>
            <a:xfrm>
              <a:off x="6001121" y="691852"/>
              <a:ext cx="260482" cy="226884"/>
            </a:xfrm>
            <a:custGeom>
              <a:rect b="b" l="l" r="r" t="t"/>
              <a:pathLst>
                <a:path extrusionOk="0" h="1857" w="2132">
                  <a:moveTo>
                    <a:pt x="1523" y="1"/>
                  </a:moveTo>
                  <a:cubicBezTo>
                    <a:pt x="1119" y="1"/>
                    <a:pt x="532" y="487"/>
                    <a:pt x="344" y="939"/>
                  </a:cubicBezTo>
                  <a:cubicBezTo>
                    <a:pt x="1" y="1580"/>
                    <a:pt x="1638" y="1856"/>
                    <a:pt x="1638" y="1856"/>
                  </a:cubicBezTo>
                  <a:cubicBezTo>
                    <a:pt x="2132" y="460"/>
                    <a:pt x="1914" y="1"/>
                    <a:pt x="15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138"/>
            <p:cNvSpPr/>
            <p:nvPr/>
          </p:nvSpPr>
          <p:spPr>
            <a:xfrm>
              <a:off x="6366552" y="946469"/>
              <a:ext cx="217232" cy="191452"/>
            </a:xfrm>
            <a:custGeom>
              <a:rect b="b" l="l" r="r" t="t"/>
              <a:pathLst>
                <a:path extrusionOk="0" h="1567" w="1778">
                  <a:moveTo>
                    <a:pt x="1280" y="1"/>
                  </a:moveTo>
                  <a:cubicBezTo>
                    <a:pt x="819" y="1"/>
                    <a:pt x="0" y="588"/>
                    <a:pt x="0" y="588"/>
                  </a:cubicBezTo>
                  <a:lnTo>
                    <a:pt x="1181" y="1566"/>
                  </a:lnTo>
                  <a:cubicBezTo>
                    <a:pt x="1778" y="346"/>
                    <a:pt x="1634" y="1"/>
                    <a:pt x="12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p138"/>
            <p:cNvSpPr/>
            <p:nvPr/>
          </p:nvSpPr>
          <p:spPr>
            <a:xfrm>
              <a:off x="6664542" y="1220512"/>
              <a:ext cx="146246" cy="124743"/>
            </a:xfrm>
            <a:custGeom>
              <a:rect b="b" l="l" r="r" t="t"/>
              <a:pathLst>
                <a:path extrusionOk="0" h="1021" w="1197">
                  <a:moveTo>
                    <a:pt x="963" y="0"/>
                  </a:moveTo>
                  <a:cubicBezTo>
                    <a:pt x="732" y="0"/>
                    <a:pt x="278" y="290"/>
                    <a:pt x="155" y="470"/>
                  </a:cubicBezTo>
                  <a:cubicBezTo>
                    <a:pt x="1" y="699"/>
                    <a:pt x="618" y="1021"/>
                    <a:pt x="618" y="1021"/>
                  </a:cubicBezTo>
                  <a:cubicBezTo>
                    <a:pt x="1197" y="240"/>
                    <a:pt x="1172" y="0"/>
                    <a:pt x="9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138"/>
            <p:cNvSpPr/>
            <p:nvPr/>
          </p:nvSpPr>
          <p:spPr>
            <a:xfrm>
              <a:off x="6457819" y="1036758"/>
              <a:ext cx="312652" cy="243866"/>
            </a:xfrm>
            <a:custGeom>
              <a:rect b="b" l="l" r="r" t="t"/>
              <a:pathLst>
                <a:path extrusionOk="0" h="1996" w="2559">
                  <a:moveTo>
                    <a:pt x="1799" y="1"/>
                  </a:moveTo>
                  <a:cubicBezTo>
                    <a:pt x="1349" y="1"/>
                    <a:pt x="710" y="403"/>
                    <a:pt x="441" y="803"/>
                  </a:cubicBezTo>
                  <a:cubicBezTo>
                    <a:pt x="1" y="1373"/>
                    <a:pt x="1853" y="1994"/>
                    <a:pt x="1853" y="1995"/>
                  </a:cubicBezTo>
                  <a:cubicBezTo>
                    <a:pt x="2558" y="487"/>
                    <a:pt x="2293" y="1"/>
                    <a:pt x="17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p138"/>
            <p:cNvSpPr/>
            <p:nvPr/>
          </p:nvSpPr>
          <p:spPr>
            <a:xfrm>
              <a:off x="5295916" y="690019"/>
              <a:ext cx="1459777" cy="1610910"/>
            </a:xfrm>
            <a:custGeom>
              <a:rect b="b" l="l" r="r" t="t"/>
              <a:pathLst>
                <a:path extrusionOk="0" h="13185" w="11948">
                  <a:moveTo>
                    <a:pt x="4149" y="0"/>
                  </a:moveTo>
                  <a:lnTo>
                    <a:pt x="1" y="9018"/>
                  </a:lnTo>
                  <a:lnTo>
                    <a:pt x="5416" y="13185"/>
                  </a:lnTo>
                  <a:lnTo>
                    <a:pt x="11947" y="5394"/>
                  </a:lnTo>
                  <a:cubicBezTo>
                    <a:pt x="9982" y="3309"/>
                    <a:pt x="7406" y="1647"/>
                    <a:pt x="41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p138"/>
            <p:cNvSpPr/>
            <p:nvPr/>
          </p:nvSpPr>
          <p:spPr>
            <a:xfrm>
              <a:off x="5320107" y="718731"/>
              <a:ext cx="713394" cy="1179746"/>
            </a:xfrm>
            <a:custGeom>
              <a:rect b="b" l="l" r="r" t="t"/>
              <a:pathLst>
                <a:path extrusionOk="0" h="9656" w="5839">
                  <a:moveTo>
                    <a:pt x="4657" y="0"/>
                  </a:moveTo>
                  <a:lnTo>
                    <a:pt x="0" y="8950"/>
                  </a:lnTo>
                  <a:lnTo>
                    <a:pt x="958" y="9656"/>
                  </a:lnTo>
                  <a:lnTo>
                    <a:pt x="5838" y="685"/>
                  </a:lnTo>
                  <a:lnTo>
                    <a:pt x="465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9" name="Google Shape;1179;p138"/>
            <p:cNvSpPr/>
            <p:nvPr/>
          </p:nvSpPr>
          <p:spPr>
            <a:xfrm>
              <a:off x="5761410" y="1128879"/>
              <a:ext cx="938812" cy="1112060"/>
            </a:xfrm>
            <a:custGeom>
              <a:rect b="b" l="l" r="r" t="t"/>
              <a:pathLst>
                <a:path extrusionOk="0" h="9102" w="7684">
                  <a:moveTo>
                    <a:pt x="6306" y="0"/>
                  </a:moveTo>
                  <a:lnTo>
                    <a:pt x="0" y="8375"/>
                  </a:lnTo>
                  <a:lnTo>
                    <a:pt x="991" y="9102"/>
                  </a:lnTo>
                  <a:lnTo>
                    <a:pt x="7683" y="1243"/>
                  </a:lnTo>
                  <a:lnTo>
                    <a:pt x="630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138"/>
            <p:cNvSpPr/>
            <p:nvPr/>
          </p:nvSpPr>
          <p:spPr>
            <a:xfrm>
              <a:off x="5532572" y="896743"/>
              <a:ext cx="845957" cy="1166551"/>
            </a:xfrm>
            <a:custGeom>
              <a:rect b="b" l="l" r="r" t="t"/>
              <a:pathLst>
                <a:path extrusionOk="0" h="9548" w="6924">
                  <a:moveTo>
                    <a:pt x="5468" y="1"/>
                  </a:moveTo>
                  <a:lnTo>
                    <a:pt x="1" y="8832"/>
                  </a:lnTo>
                  <a:lnTo>
                    <a:pt x="974" y="9547"/>
                  </a:lnTo>
                  <a:lnTo>
                    <a:pt x="6924" y="1054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138"/>
            <p:cNvSpPr/>
            <p:nvPr/>
          </p:nvSpPr>
          <p:spPr>
            <a:xfrm>
              <a:off x="5286875" y="1744652"/>
              <a:ext cx="702398" cy="563483"/>
            </a:xfrm>
            <a:custGeom>
              <a:rect b="b" l="l" r="r" t="t"/>
              <a:pathLst>
                <a:path extrusionOk="0" h="4612" w="5749">
                  <a:moveTo>
                    <a:pt x="264" y="1"/>
                  </a:moveTo>
                  <a:lnTo>
                    <a:pt x="0" y="386"/>
                  </a:lnTo>
                  <a:lnTo>
                    <a:pt x="5490" y="4612"/>
                  </a:lnTo>
                  <a:lnTo>
                    <a:pt x="5748" y="4208"/>
                  </a:lnTo>
                  <a:lnTo>
                    <a:pt x="264" y="1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138"/>
            <p:cNvSpPr/>
            <p:nvPr/>
          </p:nvSpPr>
          <p:spPr>
            <a:xfrm>
              <a:off x="6145168" y="801567"/>
              <a:ext cx="309720" cy="236658"/>
            </a:xfrm>
            <a:custGeom>
              <a:rect b="b" l="l" r="r" t="t"/>
              <a:pathLst>
                <a:path extrusionOk="0" h="1937" w="2535">
                  <a:moveTo>
                    <a:pt x="1804" y="1"/>
                  </a:moveTo>
                  <a:cubicBezTo>
                    <a:pt x="1359" y="1"/>
                    <a:pt x="714" y="402"/>
                    <a:pt x="441" y="795"/>
                  </a:cubicBezTo>
                  <a:cubicBezTo>
                    <a:pt x="1" y="1354"/>
                    <a:pt x="1818" y="1936"/>
                    <a:pt x="1822" y="1936"/>
                  </a:cubicBezTo>
                  <a:cubicBezTo>
                    <a:pt x="1822" y="1936"/>
                    <a:pt x="1822" y="1936"/>
                    <a:pt x="1822" y="1936"/>
                  </a:cubicBezTo>
                  <a:cubicBezTo>
                    <a:pt x="2535" y="472"/>
                    <a:pt x="2287" y="1"/>
                    <a:pt x="18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138"/>
            <p:cNvSpPr/>
            <p:nvPr/>
          </p:nvSpPr>
          <p:spPr>
            <a:xfrm>
              <a:off x="5988537" y="689286"/>
              <a:ext cx="260360" cy="226761"/>
            </a:xfrm>
            <a:custGeom>
              <a:rect b="b" l="l" r="r" t="t"/>
              <a:pathLst>
                <a:path extrusionOk="0" h="1856" w="2131">
                  <a:moveTo>
                    <a:pt x="1522" y="1"/>
                  </a:moveTo>
                  <a:cubicBezTo>
                    <a:pt x="1119" y="1"/>
                    <a:pt x="531" y="487"/>
                    <a:pt x="344" y="938"/>
                  </a:cubicBezTo>
                  <a:cubicBezTo>
                    <a:pt x="1" y="1580"/>
                    <a:pt x="1637" y="1856"/>
                    <a:pt x="1637" y="1856"/>
                  </a:cubicBezTo>
                  <a:cubicBezTo>
                    <a:pt x="2131" y="460"/>
                    <a:pt x="1913" y="1"/>
                    <a:pt x="15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138"/>
            <p:cNvSpPr/>
            <p:nvPr/>
          </p:nvSpPr>
          <p:spPr>
            <a:xfrm>
              <a:off x="5849500" y="630152"/>
              <a:ext cx="229449" cy="283452"/>
            </a:xfrm>
            <a:custGeom>
              <a:rect b="b" l="l" r="r" t="t"/>
              <a:pathLst>
                <a:path extrusionOk="0" h="2320" w="1878">
                  <a:moveTo>
                    <a:pt x="1326" y="0"/>
                  </a:moveTo>
                  <a:cubicBezTo>
                    <a:pt x="940" y="0"/>
                    <a:pt x="372" y="453"/>
                    <a:pt x="244" y="848"/>
                  </a:cubicBezTo>
                  <a:cubicBezTo>
                    <a:pt x="0" y="1281"/>
                    <a:pt x="258" y="2320"/>
                    <a:pt x="721" y="2320"/>
                  </a:cubicBezTo>
                  <a:cubicBezTo>
                    <a:pt x="932" y="2320"/>
                    <a:pt x="1185" y="2104"/>
                    <a:pt x="1454" y="1517"/>
                  </a:cubicBezTo>
                  <a:cubicBezTo>
                    <a:pt x="1878" y="377"/>
                    <a:pt x="1678" y="0"/>
                    <a:pt x="13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138"/>
            <p:cNvSpPr/>
            <p:nvPr/>
          </p:nvSpPr>
          <p:spPr>
            <a:xfrm>
              <a:off x="5771062" y="603029"/>
              <a:ext cx="140993" cy="229205"/>
            </a:xfrm>
            <a:custGeom>
              <a:rect b="b" l="l" r="r" t="t"/>
              <a:pathLst>
                <a:path extrusionOk="0" h="1876" w="1154">
                  <a:moveTo>
                    <a:pt x="944" y="0"/>
                  </a:moveTo>
                  <a:cubicBezTo>
                    <a:pt x="735" y="0"/>
                    <a:pt x="333" y="482"/>
                    <a:pt x="195" y="827"/>
                  </a:cubicBezTo>
                  <a:cubicBezTo>
                    <a:pt x="0" y="1178"/>
                    <a:pt x="26" y="1876"/>
                    <a:pt x="282" y="1876"/>
                  </a:cubicBezTo>
                  <a:cubicBezTo>
                    <a:pt x="416" y="1876"/>
                    <a:pt x="613" y="1684"/>
                    <a:pt x="875" y="1151"/>
                  </a:cubicBezTo>
                  <a:cubicBezTo>
                    <a:pt x="1154" y="288"/>
                    <a:pt x="1107" y="0"/>
                    <a:pt x="9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138"/>
            <p:cNvSpPr/>
            <p:nvPr/>
          </p:nvSpPr>
          <p:spPr>
            <a:xfrm>
              <a:off x="5295916" y="601563"/>
              <a:ext cx="1144437" cy="1460632"/>
            </a:xfrm>
            <a:custGeom>
              <a:rect b="b" l="l" r="r" t="t"/>
              <a:pathLst>
                <a:path extrusionOk="0" h="11955" w="9367">
                  <a:moveTo>
                    <a:pt x="4838" y="1"/>
                  </a:moveTo>
                  <a:cubicBezTo>
                    <a:pt x="4623" y="1"/>
                    <a:pt x="4224" y="494"/>
                    <a:pt x="4085" y="840"/>
                  </a:cubicBezTo>
                  <a:cubicBezTo>
                    <a:pt x="4054" y="899"/>
                    <a:pt x="4026" y="968"/>
                    <a:pt x="4006" y="1042"/>
                  </a:cubicBezTo>
                  <a:lnTo>
                    <a:pt x="1" y="9742"/>
                  </a:lnTo>
                  <a:lnTo>
                    <a:pt x="2792" y="11955"/>
                  </a:lnTo>
                  <a:lnTo>
                    <a:pt x="8729" y="3434"/>
                  </a:lnTo>
                  <a:cubicBezTo>
                    <a:pt x="9366" y="2074"/>
                    <a:pt x="9151" y="1631"/>
                    <a:pt x="8713" y="1631"/>
                  </a:cubicBezTo>
                  <a:cubicBezTo>
                    <a:pt x="8299" y="1631"/>
                    <a:pt x="7686" y="2026"/>
                    <a:pt x="7405" y="2417"/>
                  </a:cubicBezTo>
                  <a:lnTo>
                    <a:pt x="7399" y="2425"/>
                  </a:lnTo>
                  <a:cubicBezTo>
                    <a:pt x="7398" y="2429"/>
                    <a:pt x="7396" y="2431"/>
                    <a:pt x="7395" y="2435"/>
                  </a:cubicBezTo>
                  <a:cubicBezTo>
                    <a:pt x="7378" y="2457"/>
                    <a:pt x="7366" y="2478"/>
                    <a:pt x="7355" y="2497"/>
                  </a:cubicBezTo>
                  <a:lnTo>
                    <a:pt x="7339" y="2487"/>
                  </a:lnTo>
                  <a:cubicBezTo>
                    <a:pt x="7794" y="1158"/>
                    <a:pt x="7577" y="718"/>
                    <a:pt x="7194" y="718"/>
                  </a:cubicBezTo>
                  <a:cubicBezTo>
                    <a:pt x="6804" y="718"/>
                    <a:pt x="6243" y="1171"/>
                    <a:pt x="6036" y="1608"/>
                  </a:cubicBezTo>
                  <a:cubicBezTo>
                    <a:pt x="6392" y="578"/>
                    <a:pt x="6195" y="233"/>
                    <a:pt x="5859" y="233"/>
                  </a:cubicBezTo>
                  <a:cubicBezTo>
                    <a:pt x="5546" y="233"/>
                    <a:pt x="5112" y="532"/>
                    <a:pt x="4891" y="856"/>
                  </a:cubicBezTo>
                  <a:cubicBezTo>
                    <a:pt x="5044" y="222"/>
                    <a:pt x="4982" y="1"/>
                    <a:pt x="4838" y="1"/>
                  </a:cubicBez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138"/>
            <p:cNvSpPr/>
            <p:nvPr/>
          </p:nvSpPr>
          <p:spPr>
            <a:xfrm>
              <a:off x="5296160" y="1238716"/>
              <a:ext cx="341364" cy="774972"/>
            </a:xfrm>
            <a:custGeom>
              <a:rect b="b" l="l" r="r" t="t"/>
              <a:pathLst>
                <a:path extrusionOk="0" h="6343" w="2794">
                  <a:moveTo>
                    <a:pt x="1976" y="0"/>
                  </a:moveTo>
                  <a:lnTo>
                    <a:pt x="0" y="4527"/>
                  </a:lnTo>
                  <a:cubicBezTo>
                    <a:pt x="0" y="4527"/>
                    <a:pt x="2297" y="6342"/>
                    <a:pt x="2415" y="6342"/>
                  </a:cubicBezTo>
                  <a:cubicBezTo>
                    <a:pt x="2418" y="6342"/>
                    <a:pt x="2419" y="6341"/>
                    <a:pt x="2420" y="6339"/>
                  </a:cubicBezTo>
                  <a:cubicBezTo>
                    <a:pt x="2422" y="6242"/>
                    <a:pt x="2793" y="175"/>
                    <a:pt x="2793" y="175"/>
                  </a:cubicBezTo>
                  <a:lnTo>
                    <a:pt x="1976" y="0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138"/>
            <p:cNvSpPr/>
            <p:nvPr/>
          </p:nvSpPr>
          <p:spPr>
            <a:xfrm>
              <a:off x="5285775" y="1777884"/>
              <a:ext cx="683827" cy="528296"/>
            </a:xfrm>
            <a:custGeom>
              <a:rect b="b" l="l" r="r" t="t"/>
              <a:pathLst>
                <a:path extrusionOk="0" h="4324" w="5597">
                  <a:moveTo>
                    <a:pt x="87" y="1"/>
                  </a:moveTo>
                  <a:lnTo>
                    <a:pt x="1" y="129"/>
                  </a:lnTo>
                  <a:lnTo>
                    <a:pt x="5511" y="4324"/>
                  </a:lnTo>
                  <a:lnTo>
                    <a:pt x="5597" y="4188"/>
                  </a:lnTo>
                  <a:lnTo>
                    <a:pt x="87" y="1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138"/>
            <p:cNvSpPr/>
            <p:nvPr/>
          </p:nvSpPr>
          <p:spPr>
            <a:xfrm>
              <a:off x="6707915" y="817083"/>
              <a:ext cx="110815" cy="99086"/>
            </a:xfrm>
            <a:custGeom>
              <a:rect b="b" l="l" r="r" t="t"/>
              <a:pathLst>
                <a:path extrusionOk="0" h="811" w="907">
                  <a:moveTo>
                    <a:pt x="356" y="1"/>
                  </a:moveTo>
                  <a:cubicBezTo>
                    <a:pt x="270" y="1"/>
                    <a:pt x="190" y="31"/>
                    <a:pt x="132" y="94"/>
                  </a:cubicBezTo>
                  <a:cubicBezTo>
                    <a:pt x="1" y="237"/>
                    <a:pt x="38" y="492"/>
                    <a:pt x="217" y="665"/>
                  </a:cubicBezTo>
                  <a:cubicBezTo>
                    <a:pt x="316" y="761"/>
                    <a:pt x="439" y="810"/>
                    <a:pt x="550" y="810"/>
                  </a:cubicBezTo>
                  <a:cubicBezTo>
                    <a:pt x="638" y="810"/>
                    <a:pt x="719" y="780"/>
                    <a:pt x="777" y="717"/>
                  </a:cubicBezTo>
                  <a:cubicBezTo>
                    <a:pt x="907" y="574"/>
                    <a:pt x="867" y="319"/>
                    <a:pt x="688" y="147"/>
                  </a:cubicBezTo>
                  <a:cubicBezTo>
                    <a:pt x="589" y="51"/>
                    <a:pt x="467" y="1"/>
                    <a:pt x="3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138"/>
            <p:cNvSpPr/>
            <p:nvPr/>
          </p:nvSpPr>
          <p:spPr>
            <a:xfrm>
              <a:off x="6668574" y="758683"/>
              <a:ext cx="110326" cy="98597"/>
            </a:xfrm>
            <a:custGeom>
              <a:rect b="b" l="l" r="r" t="t"/>
              <a:pathLst>
                <a:path extrusionOk="0" h="807" w="903">
                  <a:moveTo>
                    <a:pt x="356" y="1"/>
                  </a:moveTo>
                  <a:cubicBezTo>
                    <a:pt x="269" y="1"/>
                    <a:pt x="190" y="31"/>
                    <a:pt x="132" y="93"/>
                  </a:cubicBezTo>
                  <a:cubicBezTo>
                    <a:pt x="1" y="234"/>
                    <a:pt x="39" y="489"/>
                    <a:pt x="215" y="661"/>
                  </a:cubicBezTo>
                  <a:cubicBezTo>
                    <a:pt x="314" y="757"/>
                    <a:pt x="437" y="807"/>
                    <a:pt x="547" y="807"/>
                  </a:cubicBezTo>
                  <a:cubicBezTo>
                    <a:pt x="635" y="807"/>
                    <a:pt x="715" y="776"/>
                    <a:pt x="772" y="713"/>
                  </a:cubicBezTo>
                  <a:cubicBezTo>
                    <a:pt x="902" y="569"/>
                    <a:pt x="864" y="315"/>
                    <a:pt x="686" y="144"/>
                  </a:cubicBezTo>
                  <a:cubicBezTo>
                    <a:pt x="587" y="50"/>
                    <a:pt x="466" y="1"/>
                    <a:pt x="3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138"/>
            <p:cNvSpPr/>
            <p:nvPr/>
          </p:nvSpPr>
          <p:spPr>
            <a:xfrm>
              <a:off x="6619947" y="650800"/>
              <a:ext cx="120100" cy="104584"/>
            </a:xfrm>
            <a:custGeom>
              <a:rect b="b" l="l" r="r" t="t"/>
              <a:pathLst>
                <a:path extrusionOk="0" h="856" w="983">
                  <a:moveTo>
                    <a:pt x="376" y="1"/>
                  </a:moveTo>
                  <a:cubicBezTo>
                    <a:pt x="338" y="1"/>
                    <a:pt x="294" y="15"/>
                    <a:pt x="241" y="49"/>
                  </a:cubicBezTo>
                  <a:cubicBezTo>
                    <a:pt x="1" y="207"/>
                    <a:pt x="124" y="542"/>
                    <a:pt x="298" y="709"/>
                  </a:cubicBezTo>
                  <a:cubicBezTo>
                    <a:pt x="398" y="806"/>
                    <a:pt x="520" y="855"/>
                    <a:pt x="631" y="855"/>
                  </a:cubicBezTo>
                  <a:cubicBezTo>
                    <a:pt x="717" y="855"/>
                    <a:pt x="797" y="825"/>
                    <a:pt x="854" y="764"/>
                  </a:cubicBezTo>
                  <a:cubicBezTo>
                    <a:pt x="983" y="622"/>
                    <a:pt x="897" y="535"/>
                    <a:pt x="719" y="364"/>
                  </a:cubicBezTo>
                  <a:cubicBezTo>
                    <a:pt x="580" y="230"/>
                    <a:pt x="526" y="1"/>
                    <a:pt x="3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138"/>
            <p:cNvSpPr/>
            <p:nvPr/>
          </p:nvSpPr>
          <p:spPr>
            <a:xfrm>
              <a:off x="6467837" y="821360"/>
              <a:ext cx="95421" cy="106172"/>
            </a:xfrm>
            <a:custGeom>
              <a:rect b="b" l="l" r="r" t="t"/>
              <a:pathLst>
                <a:path extrusionOk="0" h="869" w="781">
                  <a:moveTo>
                    <a:pt x="381" y="0"/>
                  </a:moveTo>
                  <a:cubicBezTo>
                    <a:pt x="343" y="0"/>
                    <a:pt x="299" y="16"/>
                    <a:pt x="245" y="51"/>
                  </a:cubicBezTo>
                  <a:cubicBezTo>
                    <a:pt x="0" y="210"/>
                    <a:pt x="123" y="550"/>
                    <a:pt x="298" y="722"/>
                  </a:cubicBezTo>
                  <a:cubicBezTo>
                    <a:pt x="397" y="818"/>
                    <a:pt x="518" y="869"/>
                    <a:pt x="629" y="869"/>
                  </a:cubicBezTo>
                  <a:cubicBezTo>
                    <a:pt x="683" y="869"/>
                    <a:pt x="735" y="857"/>
                    <a:pt x="780" y="832"/>
                  </a:cubicBezTo>
                  <a:cubicBezTo>
                    <a:pt x="694" y="817"/>
                    <a:pt x="604" y="771"/>
                    <a:pt x="527" y="695"/>
                  </a:cubicBezTo>
                  <a:cubicBezTo>
                    <a:pt x="354" y="524"/>
                    <a:pt x="232" y="192"/>
                    <a:pt x="465" y="29"/>
                  </a:cubicBezTo>
                  <a:cubicBezTo>
                    <a:pt x="441" y="11"/>
                    <a:pt x="413" y="0"/>
                    <a:pt x="38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138"/>
            <p:cNvSpPr/>
            <p:nvPr/>
          </p:nvSpPr>
          <p:spPr>
            <a:xfrm>
              <a:off x="6654646" y="666683"/>
              <a:ext cx="63044" cy="57912"/>
            </a:xfrm>
            <a:custGeom>
              <a:rect b="b" l="l" r="r" t="t"/>
              <a:pathLst>
                <a:path extrusionOk="0" h="474" w="516">
                  <a:moveTo>
                    <a:pt x="171" y="1"/>
                  </a:moveTo>
                  <a:cubicBezTo>
                    <a:pt x="150" y="1"/>
                    <a:pt x="125" y="9"/>
                    <a:pt x="96" y="30"/>
                  </a:cubicBezTo>
                  <a:cubicBezTo>
                    <a:pt x="0" y="94"/>
                    <a:pt x="106" y="285"/>
                    <a:pt x="203" y="378"/>
                  </a:cubicBezTo>
                  <a:cubicBezTo>
                    <a:pt x="267" y="439"/>
                    <a:pt x="340" y="473"/>
                    <a:pt x="397" y="473"/>
                  </a:cubicBezTo>
                  <a:cubicBezTo>
                    <a:pt x="425" y="473"/>
                    <a:pt x="449" y="465"/>
                    <a:pt x="465" y="448"/>
                  </a:cubicBezTo>
                  <a:cubicBezTo>
                    <a:pt x="515" y="393"/>
                    <a:pt x="468" y="345"/>
                    <a:pt x="371" y="252"/>
                  </a:cubicBezTo>
                  <a:cubicBezTo>
                    <a:pt x="292" y="175"/>
                    <a:pt x="267" y="1"/>
                    <a:pt x="17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138"/>
            <p:cNvSpPr/>
            <p:nvPr/>
          </p:nvSpPr>
          <p:spPr>
            <a:xfrm>
              <a:off x="6711458" y="681100"/>
              <a:ext cx="39952" cy="50215"/>
            </a:xfrm>
            <a:custGeom>
              <a:rect b="b" l="l" r="r" t="t"/>
              <a:pathLst>
                <a:path extrusionOk="0" h="411" w="327">
                  <a:moveTo>
                    <a:pt x="160" y="1"/>
                  </a:moveTo>
                  <a:cubicBezTo>
                    <a:pt x="154" y="1"/>
                    <a:pt x="148" y="1"/>
                    <a:pt x="141" y="2"/>
                  </a:cubicBezTo>
                  <a:cubicBezTo>
                    <a:pt x="15" y="16"/>
                    <a:pt x="0" y="169"/>
                    <a:pt x="39" y="272"/>
                  </a:cubicBezTo>
                  <a:cubicBezTo>
                    <a:pt x="70" y="356"/>
                    <a:pt x="139" y="410"/>
                    <a:pt x="206" y="410"/>
                  </a:cubicBezTo>
                  <a:cubicBezTo>
                    <a:pt x="220" y="410"/>
                    <a:pt x="234" y="408"/>
                    <a:pt x="248" y="403"/>
                  </a:cubicBezTo>
                  <a:cubicBezTo>
                    <a:pt x="327" y="373"/>
                    <a:pt x="308" y="323"/>
                    <a:pt x="271" y="219"/>
                  </a:cubicBezTo>
                  <a:cubicBezTo>
                    <a:pt x="236" y="124"/>
                    <a:pt x="274" y="1"/>
                    <a:pt x="1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138"/>
            <p:cNvSpPr/>
            <p:nvPr/>
          </p:nvSpPr>
          <p:spPr>
            <a:xfrm>
              <a:off x="6826304" y="1098579"/>
              <a:ext cx="44961" cy="36409"/>
            </a:xfrm>
            <a:custGeom>
              <a:rect b="b" l="l" r="r" t="t"/>
              <a:pathLst>
                <a:path extrusionOk="0" h="298" w="368">
                  <a:moveTo>
                    <a:pt x="129" y="1"/>
                  </a:moveTo>
                  <a:cubicBezTo>
                    <a:pt x="114" y="1"/>
                    <a:pt x="97" y="8"/>
                    <a:pt x="77" y="26"/>
                  </a:cubicBezTo>
                  <a:cubicBezTo>
                    <a:pt x="1" y="95"/>
                    <a:pt x="61" y="210"/>
                    <a:pt x="132" y="262"/>
                  </a:cubicBezTo>
                  <a:cubicBezTo>
                    <a:pt x="165" y="286"/>
                    <a:pt x="201" y="297"/>
                    <a:pt x="235" y="297"/>
                  </a:cubicBezTo>
                  <a:cubicBezTo>
                    <a:pt x="273" y="297"/>
                    <a:pt x="309" y="282"/>
                    <a:pt x="330" y="251"/>
                  </a:cubicBezTo>
                  <a:cubicBezTo>
                    <a:pt x="367" y="194"/>
                    <a:pt x="333" y="167"/>
                    <a:pt x="261" y="115"/>
                  </a:cubicBezTo>
                  <a:cubicBezTo>
                    <a:pt x="207" y="76"/>
                    <a:pt x="177" y="1"/>
                    <a:pt x="1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138"/>
            <p:cNvSpPr/>
            <p:nvPr/>
          </p:nvSpPr>
          <p:spPr>
            <a:xfrm>
              <a:off x="6429840" y="589467"/>
              <a:ext cx="39341" cy="49848"/>
            </a:xfrm>
            <a:custGeom>
              <a:rect b="b" l="l" r="r" t="t"/>
              <a:pathLst>
                <a:path extrusionOk="0" h="408" w="322">
                  <a:moveTo>
                    <a:pt x="162" y="1"/>
                  </a:moveTo>
                  <a:cubicBezTo>
                    <a:pt x="156" y="1"/>
                    <a:pt x="149" y="1"/>
                    <a:pt x="142" y="2"/>
                  </a:cubicBezTo>
                  <a:cubicBezTo>
                    <a:pt x="16" y="16"/>
                    <a:pt x="1" y="168"/>
                    <a:pt x="36" y="268"/>
                  </a:cubicBezTo>
                  <a:cubicBezTo>
                    <a:pt x="66" y="353"/>
                    <a:pt x="135" y="407"/>
                    <a:pt x="201" y="407"/>
                  </a:cubicBezTo>
                  <a:cubicBezTo>
                    <a:pt x="215" y="407"/>
                    <a:pt x="229" y="405"/>
                    <a:pt x="242" y="400"/>
                  </a:cubicBezTo>
                  <a:cubicBezTo>
                    <a:pt x="321" y="371"/>
                    <a:pt x="303" y="318"/>
                    <a:pt x="267" y="218"/>
                  </a:cubicBezTo>
                  <a:cubicBezTo>
                    <a:pt x="233" y="123"/>
                    <a:pt x="274" y="1"/>
                    <a:pt x="1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138"/>
            <p:cNvSpPr/>
            <p:nvPr/>
          </p:nvSpPr>
          <p:spPr>
            <a:xfrm>
              <a:off x="6214320" y="568209"/>
              <a:ext cx="38975" cy="49360"/>
            </a:xfrm>
            <a:custGeom>
              <a:rect b="b" l="l" r="r" t="t"/>
              <a:pathLst>
                <a:path extrusionOk="0" h="404" w="319">
                  <a:moveTo>
                    <a:pt x="164" y="0"/>
                  </a:moveTo>
                  <a:cubicBezTo>
                    <a:pt x="158" y="0"/>
                    <a:pt x="151" y="0"/>
                    <a:pt x="144" y="1"/>
                  </a:cubicBezTo>
                  <a:cubicBezTo>
                    <a:pt x="18" y="13"/>
                    <a:pt x="1" y="167"/>
                    <a:pt x="37" y="267"/>
                  </a:cubicBezTo>
                  <a:cubicBezTo>
                    <a:pt x="65" y="349"/>
                    <a:pt x="132" y="403"/>
                    <a:pt x="199" y="403"/>
                  </a:cubicBezTo>
                  <a:cubicBezTo>
                    <a:pt x="213" y="403"/>
                    <a:pt x="226" y="401"/>
                    <a:pt x="240" y="396"/>
                  </a:cubicBezTo>
                  <a:cubicBezTo>
                    <a:pt x="319" y="368"/>
                    <a:pt x="303" y="316"/>
                    <a:pt x="267" y="216"/>
                  </a:cubicBezTo>
                  <a:cubicBezTo>
                    <a:pt x="233" y="121"/>
                    <a:pt x="275" y="0"/>
                    <a:pt x="16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p138"/>
            <p:cNvSpPr/>
            <p:nvPr/>
          </p:nvSpPr>
          <p:spPr>
            <a:xfrm>
              <a:off x="6479688" y="608771"/>
              <a:ext cx="137938" cy="97498"/>
            </a:xfrm>
            <a:custGeom>
              <a:rect b="b" l="l" r="r" t="t"/>
              <a:pathLst>
                <a:path extrusionOk="0" h="798" w="1129">
                  <a:moveTo>
                    <a:pt x="278" y="1"/>
                  </a:moveTo>
                  <a:cubicBezTo>
                    <a:pt x="216" y="1"/>
                    <a:pt x="154" y="61"/>
                    <a:pt x="76" y="243"/>
                  </a:cubicBezTo>
                  <a:cubicBezTo>
                    <a:pt x="0" y="421"/>
                    <a:pt x="162" y="651"/>
                    <a:pt x="416" y="750"/>
                  </a:cubicBezTo>
                  <a:cubicBezTo>
                    <a:pt x="498" y="782"/>
                    <a:pt x="582" y="797"/>
                    <a:pt x="660" y="797"/>
                  </a:cubicBezTo>
                  <a:cubicBezTo>
                    <a:pt x="826" y="797"/>
                    <a:pt x="966" y="728"/>
                    <a:pt x="1000" y="601"/>
                  </a:cubicBezTo>
                  <a:cubicBezTo>
                    <a:pt x="1129" y="124"/>
                    <a:pt x="884" y="309"/>
                    <a:pt x="629" y="210"/>
                  </a:cubicBezTo>
                  <a:cubicBezTo>
                    <a:pt x="473" y="151"/>
                    <a:pt x="376" y="1"/>
                    <a:pt x="2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p138"/>
            <p:cNvSpPr/>
            <p:nvPr/>
          </p:nvSpPr>
          <p:spPr>
            <a:xfrm>
              <a:off x="6153109" y="565887"/>
              <a:ext cx="137572" cy="96765"/>
            </a:xfrm>
            <a:custGeom>
              <a:rect b="b" l="l" r="r" t="t"/>
              <a:pathLst>
                <a:path extrusionOk="0" h="792" w="1126">
                  <a:moveTo>
                    <a:pt x="281" y="0"/>
                  </a:moveTo>
                  <a:cubicBezTo>
                    <a:pt x="219" y="0"/>
                    <a:pt x="157" y="61"/>
                    <a:pt x="78" y="242"/>
                  </a:cubicBezTo>
                  <a:cubicBezTo>
                    <a:pt x="1" y="418"/>
                    <a:pt x="157" y="646"/>
                    <a:pt x="409" y="744"/>
                  </a:cubicBezTo>
                  <a:cubicBezTo>
                    <a:pt x="489" y="776"/>
                    <a:pt x="572" y="791"/>
                    <a:pt x="650" y="791"/>
                  </a:cubicBezTo>
                  <a:cubicBezTo>
                    <a:pt x="814" y="791"/>
                    <a:pt x="954" y="722"/>
                    <a:pt x="990" y="596"/>
                  </a:cubicBezTo>
                  <a:cubicBezTo>
                    <a:pt x="1126" y="122"/>
                    <a:pt x="878" y="306"/>
                    <a:pt x="626" y="209"/>
                  </a:cubicBezTo>
                  <a:cubicBezTo>
                    <a:pt x="472" y="150"/>
                    <a:pt x="377" y="0"/>
                    <a:pt x="28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p138"/>
            <p:cNvSpPr/>
            <p:nvPr/>
          </p:nvSpPr>
          <p:spPr>
            <a:xfrm>
              <a:off x="6065386" y="582992"/>
              <a:ext cx="89800" cy="61577"/>
            </a:xfrm>
            <a:custGeom>
              <a:rect b="b" l="l" r="r" t="t"/>
              <a:pathLst>
                <a:path extrusionOk="0" h="504" w="735">
                  <a:moveTo>
                    <a:pt x="584" y="1"/>
                  </a:moveTo>
                  <a:cubicBezTo>
                    <a:pt x="525" y="1"/>
                    <a:pt x="452" y="73"/>
                    <a:pt x="347" y="92"/>
                  </a:cubicBezTo>
                  <a:cubicBezTo>
                    <a:pt x="327" y="96"/>
                    <a:pt x="307" y="97"/>
                    <a:pt x="288" y="97"/>
                  </a:cubicBezTo>
                  <a:cubicBezTo>
                    <a:pt x="225" y="97"/>
                    <a:pt x="166" y="82"/>
                    <a:pt x="120" y="82"/>
                  </a:cubicBezTo>
                  <a:cubicBezTo>
                    <a:pt x="44" y="82"/>
                    <a:pt x="0" y="120"/>
                    <a:pt x="22" y="317"/>
                  </a:cubicBezTo>
                  <a:cubicBezTo>
                    <a:pt x="34" y="429"/>
                    <a:pt x="163" y="503"/>
                    <a:pt x="317" y="503"/>
                  </a:cubicBezTo>
                  <a:cubicBezTo>
                    <a:pt x="345" y="503"/>
                    <a:pt x="373" y="501"/>
                    <a:pt x="402" y="496"/>
                  </a:cubicBezTo>
                  <a:cubicBezTo>
                    <a:pt x="590" y="461"/>
                    <a:pt x="735" y="321"/>
                    <a:pt x="702" y="191"/>
                  </a:cubicBezTo>
                  <a:cubicBezTo>
                    <a:pt x="665" y="44"/>
                    <a:pt x="629" y="1"/>
                    <a:pt x="58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138"/>
            <p:cNvSpPr/>
            <p:nvPr/>
          </p:nvSpPr>
          <p:spPr>
            <a:xfrm>
              <a:off x="6779144" y="918490"/>
              <a:ext cx="85280" cy="92488"/>
            </a:xfrm>
            <a:custGeom>
              <a:rect b="b" l="l" r="r" t="t"/>
              <a:pathLst>
                <a:path extrusionOk="0" h="757" w="698">
                  <a:moveTo>
                    <a:pt x="312" y="0"/>
                  </a:moveTo>
                  <a:cubicBezTo>
                    <a:pt x="286" y="0"/>
                    <a:pt x="257" y="2"/>
                    <a:pt x="222" y="6"/>
                  </a:cubicBezTo>
                  <a:cubicBezTo>
                    <a:pt x="82" y="22"/>
                    <a:pt x="0" y="213"/>
                    <a:pt x="33" y="418"/>
                  </a:cubicBezTo>
                  <a:cubicBezTo>
                    <a:pt x="66" y="605"/>
                    <a:pt x="186" y="757"/>
                    <a:pt x="310" y="757"/>
                  </a:cubicBezTo>
                  <a:cubicBezTo>
                    <a:pt x="323" y="757"/>
                    <a:pt x="335" y="755"/>
                    <a:pt x="348" y="752"/>
                  </a:cubicBezTo>
                  <a:cubicBezTo>
                    <a:pt x="697" y="661"/>
                    <a:pt x="488" y="567"/>
                    <a:pt x="453" y="362"/>
                  </a:cubicBezTo>
                  <a:cubicBezTo>
                    <a:pt x="420" y="175"/>
                    <a:pt x="561" y="0"/>
                    <a:pt x="3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p138"/>
            <p:cNvSpPr/>
            <p:nvPr/>
          </p:nvSpPr>
          <p:spPr>
            <a:xfrm>
              <a:off x="6774379" y="1016110"/>
              <a:ext cx="111670" cy="101041"/>
            </a:xfrm>
            <a:custGeom>
              <a:rect b="b" l="l" r="r" t="t"/>
              <a:pathLst>
                <a:path extrusionOk="0" h="827" w="914">
                  <a:moveTo>
                    <a:pt x="358" y="1"/>
                  </a:moveTo>
                  <a:cubicBezTo>
                    <a:pt x="271" y="1"/>
                    <a:pt x="190" y="32"/>
                    <a:pt x="132" y="96"/>
                  </a:cubicBezTo>
                  <a:cubicBezTo>
                    <a:pt x="1" y="240"/>
                    <a:pt x="41" y="502"/>
                    <a:pt x="220" y="677"/>
                  </a:cubicBezTo>
                  <a:cubicBezTo>
                    <a:pt x="320" y="776"/>
                    <a:pt x="443" y="827"/>
                    <a:pt x="556" y="827"/>
                  </a:cubicBezTo>
                  <a:cubicBezTo>
                    <a:pt x="644" y="827"/>
                    <a:pt x="725" y="795"/>
                    <a:pt x="784" y="731"/>
                  </a:cubicBezTo>
                  <a:cubicBezTo>
                    <a:pt x="914" y="584"/>
                    <a:pt x="874" y="325"/>
                    <a:pt x="693" y="149"/>
                  </a:cubicBezTo>
                  <a:cubicBezTo>
                    <a:pt x="593" y="51"/>
                    <a:pt x="470" y="1"/>
                    <a:pt x="3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p138"/>
            <p:cNvSpPr/>
            <p:nvPr/>
          </p:nvSpPr>
          <p:spPr>
            <a:xfrm>
              <a:off x="6464416" y="651411"/>
              <a:ext cx="421512" cy="512168"/>
            </a:xfrm>
            <a:custGeom>
              <a:rect b="b" l="l" r="r" t="t"/>
              <a:pathLst>
                <a:path extrusionOk="0" h="4192" w="3450">
                  <a:moveTo>
                    <a:pt x="1645" y="1"/>
                  </a:moveTo>
                  <a:cubicBezTo>
                    <a:pt x="1608" y="1"/>
                    <a:pt x="1564" y="15"/>
                    <a:pt x="1511" y="49"/>
                  </a:cubicBezTo>
                  <a:cubicBezTo>
                    <a:pt x="1375" y="138"/>
                    <a:pt x="1354" y="282"/>
                    <a:pt x="1392" y="421"/>
                  </a:cubicBezTo>
                  <a:cubicBezTo>
                    <a:pt x="1390" y="418"/>
                    <a:pt x="1385" y="417"/>
                    <a:pt x="1382" y="412"/>
                  </a:cubicBezTo>
                  <a:cubicBezTo>
                    <a:pt x="1325" y="374"/>
                    <a:pt x="1268" y="338"/>
                    <a:pt x="1206" y="305"/>
                  </a:cubicBezTo>
                  <a:lnTo>
                    <a:pt x="1206" y="305"/>
                  </a:lnTo>
                  <a:cubicBezTo>
                    <a:pt x="1" y="362"/>
                    <a:pt x="2470" y="2986"/>
                    <a:pt x="2812" y="4192"/>
                  </a:cubicBezTo>
                  <a:cubicBezTo>
                    <a:pt x="2817" y="3991"/>
                    <a:pt x="2802" y="3812"/>
                    <a:pt x="2701" y="3746"/>
                  </a:cubicBezTo>
                  <a:cubicBezTo>
                    <a:pt x="2707" y="3703"/>
                    <a:pt x="2709" y="3661"/>
                    <a:pt x="2714" y="3618"/>
                  </a:cubicBezTo>
                  <a:cubicBezTo>
                    <a:pt x="2727" y="3633"/>
                    <a:pt x="2741" y="3648"/>
                    <a:pt x="2755" y="3662"/>
                  </a:cubicBezTo>
                  <a:cubicBezTo>
                    <a:pt x="2831" y="3738"/>
                    <a:pt x="2921" y="3784"/>
                    <a:pt x="3009" y="3804"/>
                  </a:cubicBezTo>
                  <a:cubicBezTo>
                    <a:pt x="3021" y="3849"/>
                    <a:pt x="3056" y="3894"/>
                    <a:pt x="3093" y="3921"/>
                  </a:cubicBezTo>
                  <a:cubicBezTo>
                    <a:pt x="3126" y="3946"/>
                    <a:pt x="3163" y="3958"/>
                    <a:pt x="3197" y="3958"/>
                  </a:cubicBezTo>
                  <a:cubicBezTo>
                    <a:pt x="3235" y="3958"/>
                    <a:pt x="3269" y="3942"/>
                    <a:pt x="3289" y="3911"/>
                  </a:cubicBezTo>
                  <a:cubicBezTo>
                    <a:pt x="3325" y="3855"/>
                    <a:pt x="3295" y="3829"/>
                    <a:pt x="3232" y="3782"/>
                  </a:cubicBezTo>
                  <a:cubicBezTo>
                    <a:pt x="3265" y="3766"/>
                    <a:pt x="3293" y="3745"/>
                    <a:pt x="3318" y="3718"/>
                  </a:cubicBezTo>
                  <a:cubicBezTo>
                    <a:pt x="3450" y="3572"/>
                    <a:pt x="3409" y="3311"/>
                    <a:pt x="3229" y="3137"/>
                  </a:cubicBezTo>
                  <a:cubicBezTo>
                    <a:pt x="3128" y="3039"/>
                    <a:pt x="3006" y="2988"/>
                    <a:pt x="2894" y="2988"/>
                  </a:cubicBezTo>
                  <a:cubicBezTo>
                    <a:pt x="2832" y="2988"/>
                    <a:pt x="2774" y="3003"/>
                    <a:pt x="2724" y="3035"/>
                  </a:cubicBezTo>
                  <a:cubicBezTo>
                    <a:pt x="2721" y="2971"/>
                    <a:pt x="2715" y="2906"/>
                    <a:pt x="2709" y="2842"/>
                  </a:cubicBezTo>
                  <a:lnTo>
                    <a:pt x="2709" y="2842"/>
                  </a:lnTo>
                  <a:cubicBezTo>
                    <a:pt x="2761" y="2906"/>
                    <a:pt x="2824" y="2946"/>
                    <a:pt x="2888" y="2946"/>
                  </a:cubicBezTo>
                  <a:cubicBezTo>
                    <a:pt x="2900" y="2946"/>
                    <a:pt x="2912" y="2945"/>
                    <a:pt x="2924" y="2942"/>
                  </a:cubicBezTo>
                  <a:cubicBezTo>
                    <a:pt x="3273" y="2852"/>
                    <a:pt x="3064" y="2757"/>
                    <a:pt x="3029" y="2551"/>
                  </a:cubicBezTo>
                  <a:cubicBezTo>
                    <a:pt x="2996" y="2364"/>
                    <a:pt x="3138" y="2189"/>
                    <a:pt x="2886" y="2189"/>
                  </a:cubicBezTo>
                  <a:cubicBezTo>
                    <a:pt x="2861" y="2189"/>
                    <a:pt x="2832" y="2191"/>
                    <a:pt x="2798" y="2195"/>
                  </a:cubicBezTo>
                  <a:cubicBezTo>
                    <a:pt x="2722" y="2203"/>
                    <a:pt x="2664" y="2265"/>
                    <a:pt x="2631" y="2351"/>
                  </a:cubicBezTo>
                  <a:cubicBezTo>
                    <a:pt x="2616" y="2289"/>
                    <a:pt x="2602" y="2228"/>
                    <a:pt x="2585" y="2167"/>
                  </a:cubicBezTo>
                  <a:cubicBezTo>
                    <a:pt x="2656" y="2159"/>
                    <a:pt x="2719" y="2130"/>
                    <a:pt x="2767" y="2077"/>
                  </a:cubicBezTo>
                  <a:cubicBezTo>
                    <a:pt x="2898" y="1934"/>
                    <a:pt x="2858" y="1678"/>
                    <a:pt x="2679" y="1506"/>
                  </a:cubicBezTo>
                  <a:cubicBezTo>
                    <a:pt x="2629" y="1457"/>
                    <a:pt x="2576" y="1422"/>
                    <a:pt x="2519" y="1399"/>
                  </a:cubicBezTo>
                  <a:cubicBezTo>
                    <a:pt x="2523" y="1274"/>
                    <a:pt x="2466" y="1134"/>
                    <a:pt x="2356" y="1028"/>
                  </a:cubicBezTo>
                  <a:cubicBezTo>
                    <a:pt x="2255" y="933"/>
                    <a:pt x="2133" y="883"/>
                    <a:pt x="2022" y="883"/>
                  </a:cubicBezTo>
                  <a:cubicBezTo>
                    <a:pt x="1986" y="883"/>
                    <a:pt x="1951" y="889"/>
                    <a:pt x="1919" y="899"/>
                  </a:cubicBezTo>
                  <a:cubicBezTo>
                    <a:pt x="1906" y="885"/>
                    <a:pt x="1893" y="869"/>
                    <a:pt x="1882" y="855"/>
                  </a:cubicBezTo>
                  <a:lnTo>
                    <a:pt x="1882" y="855"/>
                  </a:lnTo>
                  <a:cubicBezTo>
                    <a:pt x="1888" y="855"/>
                    <a:pt x="1894" y="855"/>
                    <a:pt x="1900" y="855"/>
                  </a:cubicBezTo>
                  <a:cubicBezTo>
                    <a:pt x="1986" y="855"/>
                    <a:pt x="2066" y="826"/>
                    <a:pt x="2122" y="763"/>
                  </a:cubicBezTo>
                  <a:cubicBezTo>
                    <a:pt x="2161" y="723"/>
                    <a:pt x="2178" y="687"/>
                    <a:pt x="2183" y="651"/>
                  </a:cubicBezTo>
                  <a:cubicBezTo>
                    <a:pt x="2197" y="656"/>
                    <a:pt x="2212" y="658"/>
                    <a:pt x="2227" y="658"/>
                  </a:cubicBezTo>
                  <a:cubicBezTo>
                    <a:pt x="2240" y="658"/>
                    <a:pt x="2253" y="656"/>
                    <a:pt x="2266" y="651"/>
                  </a:cubicBezTo>
                  <a:cubicBezTo>
                    <a:pt x="2344" y="620"/>
                    <a:pt x="2327" y="570"/>
                    <a:pt x="2290" y="468"/>
                  </a:cubicBezTo>
                  <a:cubicBezTo>
                    <a:pt x="2253" y="373"/>
                    <a:pt x="2293" y="248"/>
                    <a:pt x="2178" y="248"/>
                  </a:cubicBezTo>
                  <a:cubicBezTo>
                    <a:pt x="2172" y="248"/>
                    <a:pt x="2165" y="248"/>
                    <a:pt x="2158" y="249"/>
                  </a:cubicBezTo>
                  <a:cubicBezTo>
                    <a:pt x="2072" y="259"/>
                    <a:pt x="2039" y="334"/>
                    <a:pt x="2039" y="412"/>
                  </a:cubicBezTo>
                  <a:cubicBezTo>
                    <a:pt x="2022" y="397"/>
                    <a:pt x="2007" y="382"/>
                    <a:pt x="1989" y="364"/>
                  </a:cubicBezTo>
                  <a:cubicBezTo>
                    <a:pt x="1849" y="230"/>
                    <a:pt x="1796" y="1"/>
                    <a:pt x="1645" y="1"/>
                  </a:cubicBez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p138"/>
            <p:cNvSpPr/>
            <p:nvPr/>
          </p:nvSpPr>
          <p:spPr>
            <a:xfrm>
              <a:off x="6369851" y="606694"/>
              <a:ext cx="107150" cy="85646"/>
            </a:xfrm>
            <a:custGeom>
              <a:rect b="b" l="l" r="r" t="t"/>
              <a:pathLst>
                <a:path extrusionOk="0" h="701" w="877">
                  <a:moveTo>
                    <a:pt x="430" y="1"/>
                  </a:moveTo>
                  <a:cubicBezTo>
                    <a:pt x="203" y="1"/>
                    <a:pt x="16" y="145"/>
                    <a:pt x="8" y="332"/>
                  </a:cubicBezTo>
                  <a:cubicBezTo>
                    <a:pt x="0" y="525"/>
                    <a:pt x="187" y="690"/>
                    <a:pt x="424" y="700"/>
                  </a:cubicBezTo>
                  <a:cubicBezTo>
                    <a:pt x="433" y="700"/>
                    <a:pt x="441" y="700"/>
                    <a:pt x="450" y="700"/>
                  </a:cubicBezTo>
                  <a:cubicBezTo>
                    <a:pt x="678" y="700"/>
                    <a:pt x="864" y="555"/>
                    <a:pt x="869" y="368"/>
                  </a:cubicBezTo>
                  <a:cubicBezTo>
                    <a:pt x="877" y="174"/>
                    <a:pt x="690" y="11"/>
                    <a:pt x="453" y="1"/>
                  </a:cubicBezTo>
                  <a:cubicBezTo>
                    <a:pt x="445" y="1"/>
                    <a:pt x="438" y="1"/>
                    <a:pt x="4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138"/>
            <p:cNvSpPr/>
            <p:nvPr/>
          </p:nvSpPr>
          <p:spPr>
            <a:xfrm>
              <a:off x="6241810" y="636139"/>
              <a:ext cx="89800" cy="60967"/>
            </a:xfrm>
            <a:custGeom>
              <a:rect b="b" l="l" r="r" t="t"/>
              <a:pathLst>
                <a:path extrusionOk="0" h="499" w="735">
                  <a:moveTo>
                    <a:pt x="451" y="0"/>
                  </a:moveTo>
                  <a:cubicBezTo>
                    <a:pt x="425" y="0"/>
                    <a:pt x="398" y="3"/>
                    <a:pt x="369" y="8"/>
                  </a:cubicBezTo>
                  <a:cubicBezTo>
                    <a:pt x="134" y="49"/>
                    <a:pt x="1" y="258"/>
                    <a:pt x="22" y="387"/>
                  </a:cubicBezTo>
                  <a:cubicBezTo>
                    <a:pt x="35" y="470"/>
                    <a:pt x="107" y="499"/>
                    <a:pt x="220" y="499"/>
                  </a:cubicBezTo>
                  <a:cubicBezTo>
                    <a:pt x="283" y="499"/>
                    <a:pt x="358" y="490"/>
                    <a:pt x="443" y="476"/>
                  </a:cubicBezTo>
                  <a:cubicBezTo>
                    <a:pt x="679" y="433"/>
                    <a:pt x="735" y="356"/>
                    <a:pt x="714" y="227"/>
                  </a:cubicBezTo>
                  <a:cubicBezTo>
                    <a:pt x="695" y="114"/>
                    <a:pt x="626" y="0"/>
                    <a:pt x="4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138"/>
            <p:cNvSpPr/>
            <p:nvPr/>
          </p:nvSpPr>
          <p:spPr>
            <a:xfrm>
              <a:off x="6376449" y="692951"/>
              <a:ext cx="107883" cy="86502"/>
            </a:xfrm>
            <a:custGeom>
              <a:rect b="b" l="l" r="r" t="t"/>
              <a:pathLst>
                <a:path extrusionOk="0" h="708" w="883">
                  <a:moveTo>
                    <a:pt x="434" y="0"/>
                  </a:moveTo>
                  <a:cubicBezTo>
                    <a:pt x="206" y="0"/>
                    <a:pt x="16" y="147"/>
                    <a:pt x="8" y="336"/>
                  </a:cubicBezTo>
                  <a:cubicBezTo>
                    <a:pt x="1" y="530"/>
                    <a:pt x="187" y="698"/>
                    <a:pt x="427" y="707"/>
                  </a:cubicBezTo>
                  <a:cubicBezTo>
                    <a:pt x="435" y="707"/>
                    <a:pt x="443" y="707"/>
                    <a:pt x="450" y="707"/>
                  </a:cubicBezTo>
                  <a:cubicBezTo>
                    <a:pt x="682" y="707"/>
                    <a:pt x="870" y="560"/>
                    <a:pt x="876" y="372"/>
                  </a:cubicBezTo>
                  <a:cubicBezTo>
                    <a:pt x="883" y="177"/>
                    <a:pt x="695" y="12"/>
                    <a:pt x="456" y="1"/>
                  </a:cubicBezTo>
                  <a:cubicBezTo>
                    <a:pt x="449" y="0"/>
                    <a:pt x="441" y="0"/>
                    <a:pt x="4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138"/>
            <p:cNvSpPr/>
            <p:nvPr/>
          </p:nvSpPr>
          <p:spPr>
            <a:xfrm>
              <a:off x="6392820" y="710789"/>
              <a:ext cx="60722" cy="36531"/>
            </a:xfrm>
            <a:custGeom>
              <a:rect b="b" l="l" r="r" t="t"/>
              <a:pathLst>
                <a:path extrusionOk="0" h="299" w="497">
                  <a:moveTo>
                    <a:pt x="109" y="3"/>
                  </a:moveTo>
                  <a:cubicBezTo>
                    <a:pt x="46" y="3"/>
                    <a:pt x="7" y="18"/>
                    <a:pt x="4" y="90"/>
                  </a:cubicBezTo>
                  <a:cubicBezTo>
                    <a:pt x="0" y="198"/>
                    <a:pt x="107" y="294"/>
                    <a:pt x="241" y="299"/>
                  </a:cubicBezTo>
                  <a:cubicBezTo>
                    <a:pt x="244" y="299"/>
                    <a:pt x="247" y="299"/>
                    <a:pt x="251" y="299"/>
                  </a:cubicBezTo>
                  <a:cubicBezTo>
                    <a:pt x="383" y="299"/>
                    <a:pt x="490" y="216"/>
                    <a:pt x="494" y="110"/>
                  </a:cubicBezTo>
                  <a:cubicBezTo>
                    <a:pt x="497" y="1"/>
                    <a:pt x="366" y="15"/>
                    <a:pt x="232" y="9"/>
                  </a:cubicBezTo>
                  <a:cubicBezTo>
                    <a:pt x="185" y="7"/>
                    <a:pt x="143" y="3"/>
                    <a:pt x="109" y="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138"/>
            <p:cNvSpPr/>
            <p:nvPr/>
          </p:nvSpPr>
          <p:spPr>
            <a:xfrm>
              <a:off x="6506567" y="640660"/>
              <a:ext cx="58034" cy="31155"/>
            </a:xfrm>
            <a:custGeom>
              <a:rect b="b" l="l" r="r" t="t"/>
              <a:pathLst>
                <a:path extrusionOk="0" h="255" w="475">
                  <a:moveTo>
                    <a:pt x="141" y="1"/>
                  </a:moveTo>
                  <a:cubicBezTo>
                    <a:pt x="78" y="1"/>
                    <a:pt x="31" y="20"/>
                    <a:pt x="20" y="55"/>
                  </a:cubicBezTo>
                  <a:cubicBezTo>
                    <a:pt x="1" y="114"/>
                    <a:pt x="84" y="193"/>
                    <a:pt x="206" y="234"/>
                  </a:cubicBezTo>
                  <a:cubicBezTo>
                    <a:pt x="251" y="248"/>
                    <a:pt x="295" y="255"/>
                    <a:pt x="333" y="255"/>
                  </a:cubicBezTo>
                  <a:cubicBezTo>
                    <a:pt x="398" y="255"/>
                    <a:pt x="446" y="236"/>
                    <a:pt x="458" y="200"/>
                  </a:cubicBezTo>
                  <a:cubicBezTo>
                    <a:pt x="475" y="142"/>
                    <a:pt x="393" y="62"/>
                    <a:pt x="272" y="24"/>
                  </a:cubicBezTo>
                  <a:cubicBezTo>
                    <a:pt x="225" y="8"/>
                    <a:pt x="180" y="1"/>
                    <a:pt x="14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138"/>
            <p:cNvSpPr/>
            <p:nvPr/>
          </p:nvSpPr>
          <p:spPr>
            <a:xfrm>
              <a:off x="6527826" y="633696"/>
              <a:ext cx="33721" cy="21381"/>
            </a:xfrm>
            <a:custGeom>
              <a:rect b="b" l="l" r="r" t="t"/>
              <a:pathLst>
                <a:path extrusionOk="0" h="175" w="276">
                  <a:moveTo>
                    <a:pt x="100" y="0"/>
                  </a:moveTo>
                  <a:cubicBezTo>
                    <a:pt x="57" y="0"/>
                    <a:pt x="23" y="17"/>
                    <a:pt x="13" y="46"/>
                  </a:cubicBezTo>
                  <a:cubicBezTo>
                    <a:pt x="0" y="89"/>
                    <a:pt x="43" y="141"/>
                    <a:pt x="113" y="164"/>
                  </a:cubicBezTo>
                  <a:cubicBezTo>
                    <a:pt x="135" y="171"/>
                    <a:pt x="156" y="175"/>
                    <a:pt x="175" y="175"/>
                  </a:cubicBezTo>
                  <a:cubicBezTo>
                    <a:pt x="219" y="175"/>
                    <a:pt x="253" y="157"/>
                    <a:pt x="262" y="128"/>
                  </a:cubicBezTo>
                  <a:cubicBezTo>
                    <a:pt x="275" y="85"/>
                    <a:pt x="232" y="33"/>
                    <a:pt x="162" y="11"/>
                  </a:cubicBezTo>
                  <a:cubicBezTo>
                    <a:pt x="141" y="3"/>
                    <a:pt x="120" y="0"/>
                    <a:pt x="1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138"/>
            <p:cNvSpPr/>
            <p:nvPr/>
          </p:nvSpPr>
          <p:spPr>
            <a:xfrm>
              <a:off x="6432161" y="699427"/>
              <a:ext cx="33599" cy="21503"/>
            </a:xfrm>
            <a:custGeom>
              <a:rect b="b" l="l" r="r" t="t"/>
              <a:pathLst>
                <a:path extrusionOk="0" h="176" w="275">
                  <a:moveTo>
                    <a:pt x="102" y="0"/>
                  </a:moveTo>
                  <a:cubicBezTo>
                    <a:pt x="59" y="0"/>
                    <a:pt x="24" y="17"/>
                    <a:pt x="14" y="47"/>
                  </a:cubicBezTo>
                  <a:cubicBezTo>
                    <a:pt x="0" y="90"/>
                    <a:pt x="44" y="144"/>
                    <a:pt x="113" y="165"/>
                  </a:cubicBezTo>
                  <a:cubicBezTo>
                    <a:pt x="135" y="173"/>
                    <a:pt x="156" y="176"/>
                    <a:pt x="175" y="176"/>
                  </a:cubicBezTo>
                  <a:cubicBezTo>
                    <a:pt x="218" y="176"/>
                    <a:pt x="253" y="159"/>
                    <a:pt x="261" y="130"/>
                  </a:cubicBezTo>
                  <a:cubicBezTo>
                    <a:pt x="275" y="87"/>
                    <a:pt x="231" y="32"/>
                    <a:pt x="163" y="11"/>
                  </a:cubicBezTo>
                  <a:cubicBezTo>
                    <a:pt x="142" y="4"/>
                    <a:pt x="121" y="0"/>
                    <a:pt x="1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138"/>
            <p:cNvSpPr/>
            <p:nvPr/>
          </p:nvSpPr>
          <p:spPr>
            <a:xfrm>
              <a:off x="6377426" y="955632"/>
              <a:ext cx="217232" cy="191330"/>
            </a:xfrm>
            <a:custGeom>
              <a:rect b="b" l="l" r="r" t="t"/>
              <a:pathLst>
                <a:path extrusionOk="0" h="1566" w="1778">
                  <a:moveTo>
                    <a:pt x="1281" y="0"/>
                  </a:moveTo>
                  <a:cubicBezTo>
                    <a:pt x="820" y="0"/>
                    <a:pt x="0" y="589"/>
                    <a:pt x="0" y="589"/>
                  </a:cubicBezTo>
                  <a:lnTo>
                    <a:pt x="1181" y="1566"/>
                  </a:lnTo>
                  <a:cubicBezTo>
                    <a:pt x="1777" y="346"/>
                    <a:pt x="1634" y="0"/>
                    <a:pt x="128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138"/>
            <p:cNvSpPr/>
            <p:nvPr/>
          </p:nvSpPr>
          <p:spPr>
            <a:xfrm>
              <a:off x="6675049" y="1230775"/>
              <a:ext cx="146491" cy="124988"/>
            </a:xfrm>
            <a:custGeom>
              <a:rect b="b" l="l" r="r" t="t"/>
              <a:pathLst>
                <a:path extrusionOk="0" h="1023" w="1199">
                  <a:moveTo>
                    <a:pt x="965" y="0"/>
                  </a:moveTo>
                  <a:cubicBezTo>
                    <a:pt x="734" y="0"/>
                    <a:pt x="280" y="290"/>
                    <a:pt x="158" y="470"/>
                  </a:cubicBezTo>
                  <a:cubicBezTo>
                    <a:pt x="1" y="699"/>
                    <a:pt x="618" y="1023"/>
                    <a:pt x="619" y="1023"/>
                  </a:cubicBezTo>
                  <a:cubicBezTo>
                    <a:pt x="1199" y="241"/>
                    <a:pt x="1174" y="0"/>
                    <a:pt x="9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138"/>
            <p:cNvSpPr/>
            <p:nvPr/>
          </p:nvSpPr>
          <p:spPr>
            <a:xfrm>
              <a:off x="6465394" y="1047509"/>
              <a:ext cx="312774" cy="243744"/>
            </a:xfrm>
            <a:custGeom>
              <a:rect b="b" l="l" r="r" t="t"/>
              <a:pathLst>
                <a:path extrusionOk="0" h="1995" w="2560">
                  <a:moveTo>
                    <a:pt x="1798" y="0"/>
                  </a:moveTo>
                  <a:cubicBezTo>
                    <a:pt x="1348" y="0"/>
                    <a:pt x="708" y="403"/>
                    <a:pt x="440" y="804"/>
                  </a:cubicBezTo>
                  <a:cubicBezTo>
                    <a:pt x="0" y="1375"/>
                    <a:pt x="1854" y="1995"/>
                    <a:pt x="1854" y="1995"/>
                  </a:cubicBezTo>
                  <a:cubicBezTo>
                    <a:pt x="2559" y="486"/>
                    <a:pt x="2293" y="0"/>
                    <a:pt x="17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138"/>
            <p:cNvSpPr/>
            <p:nvPr/>
          </p:nvSpPr>
          <p:spPr>
            <a:xfrm>
              <a:off x="6012728" y="1352830"/>
              <a:ext cx="527196" cy="550776"/>
            </a:xfrm>
            <a:custGeom>
              <a:rect b="b" l="l" r="r" t="t"/>
              <a:pathLst>
                <a:path extrusionOk="0" h="4508" w="4315">
                  <a:moveTo>
                    <a:pt x="3334" y="1"/>
                  </a:moveTo>
                  <a:cubicBezTo>
                    <a:pt x="2753" y="1"/>
                    <a:pt x="1929" y="524"/>
                    <a:pt x="1243" y="1390"/>
                  </a:cubicBezTo>
                  <a:cubicBezTo>
                    <a:pt x="332" y="2538"/>
                    <a:pt x="0" y="3865"/>
                    <a:pt x="519" y="4338"/>
                  </a:cubicBezTo>
                  <a:cubicBezTo>
                    <a:pt x="643" y="4453"/>
                    <a:pt x="805" y="4507"/>
                    <a:pt x="992" y="4507"/>
                  </a:cubicBezTo>
                  <a:cubicBezTo>
                    <a:pt x="1585" y="4507"/>
                    <a:pt x="2427" y="3963"/>
                    <a:pt x="3118" y="3072"/>
                  </a:cubicBezTo>
                  <a:cubicBezTo>
                    <a:pt x="4016" y="1913"/>
                    <a:pt x="4315" y="615"/>
                    <a:pt x="3797" y="160"/>
                  </a:cubicBezTo>
                  <a:cubicBezTo>
                    <a:pt x="3674" y="52"/>
                    <a:pt x="3516" y="1"/>
                    <a:pt x="333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138"/>
            <p:cNvSpPr/>
            <p:nvPr/>
          </p:nvSpPr>
          <p:spPr>
            <a:xfrm>
              <a:off x="6049992" y="1390094"/>
              <a:ext cx="454012" cy="474293"/>
            </a:xfrm>
            <a:custGeom>
              <a:rect b="b" l="l" r="r" t="t"/>
              <a:pathLst>
                <a:path extrusionOk="0" h="3882" w="3716">
                  <a:moveTo>
                    <a:pt x="2870" y="1"/>
                  </a:moveTo>
                  <a:cubicBezTo>
                    <a:pt x="2369" y="1"/>
                    <a:pt x="1658" y="452"/>
                    <a:pt x="1067" y="1199"/>
                  </a:cubicBezTo>
                  <a:cubicBezTo>
                    <a:pt x="282" y="2188"/>
                    <a:pt x="0" y="3328"/>
                    <a:pt x="445" y="3736"/>
                  </a:cubicBezTo>
                  <a:cubicBezTo>
                    <a:pt x="553" y="3835"/>
                    <a:pt x="693" y="3882"/>
                    <a:pt x="854" y="3882"/>
                  </a:cubicBezTo>
                  <a:cubicBezTo>
                    <a:pt x="1364" y="3882"/>
                    <a:pt x="2087" y="3413"/>
                    <a:pt x="2683" y="2648"/>
                  </a:cubicBezTo>
                  <a:cubicBezTo>
                    <a:pt x="3457" y="1651"/>
                    <a:pt x="3715" y="532"/>
                    <a:pt x="3268" y="138"/>
                  </a:cubicBezTo>
                  <a:cubicBezTo>
                    <a:pt x="3163" y="45"/>
                    <a:pt x="3027" y="1"/>
                    <a:pt x="2870" y="1"/>
                  </a:cubicBez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138"/>
            <p:cNvSpPr/>
            <p:nvPr/>
          </p:nvSpPr>
          <p:spPr>
            <a:xfrm>
              <a:off x="6072839" y="1419050"/>
              <a:ext cx="412960" cy="431653"/>
            </a:xfrm>
            <a:custGeom>
              <a:rect b="b" l="l" r="r" t="t"/>
              <a:pathLst>
                <a:path extrusionOk="0" h="3533" w="3380">
                  <a:moveTo>
                    <a:pt x="2609" y="1"/>
                  </a:moveTo>
                  <a:cubicBezTo>
                    <a:pt x="2153" y="1"/>
                    <a:pt x="1506" y="412"/>
                    <a:pt x="968" y="1092"/>
                  </a:cubicBezTo>
                  <a:cubicBezTo>
                    <a:pt x="257" y="1994"/>
                    <a:pt x="1" y="3031"/>
                    <a:pt x="406" y="3401"/>
                  </a:cubicBezTo>
                  <a:cubicBezTo>
                    <a:pt x="503" y="3490"/>
                    <a:pt x="629" y="3533"/>
                    <a:pt x="774" y="3533"/>
                  </a:cubicBezTo>
                  <a:cubicBezTo>
                    <a:pt x="1237" y="3533"/>
                    <a:pt x="1896" y="3107"/>
                    <a:pt x="2439" y="2411"/>
                  </a:cubicBezTo>
                  <a:cubicBezTo>
                    <a:pt x="3143" y="1505"/>
                    <a:pt x="3379" y="484"/>
                    <a:pt x="2973" y="126"/>
                  </a:cubicBezTo>
                  <a:cubicBezTo>
                    <a:pt x="2876" y="41"/>
                    <a:pt x="2752" y="1"/>
                    <a:pt x="2609" y="1"/>
                  </a:cubicBez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138"/>
            <p:cNvSpPr/>
            <p:nvPr/>
          </p:nvSpPr>
          <p:spPr>
            <a:xfrm>
              <a:off x="6251095" y="1382397"/>
              <a:ext cx="94199" cy="140993"/>
            </a:xfrm>
            <a:custGeom>
              <a:rect b="b" l="l" r="r" t="t"/>
              <a:pathLst>
                <a:path extrusionOk="0" h="1154" w="771">
                  <a:moveTo>
                    <a:pt x="742" y="0"/>
                  </a:moveTo>
                  <a:cubicBezTo>
                    <a:pt x="741" y="0"/>
                    <a:pt x="741" y="0"/>
                    <a:pt x="741" y="1"/>
                  </a:cubicBezTo>
                  <a:cubicBezTo>
                    <a:pt x="464" y="274"/>
                    <a:pt x="245" y="636"/>
                    <a:pt x="28" y="984"/>
                  </a:cubicBezTo>
                  <a:cubicBezTo>
                    <a:pt x="0" y="1027"/>
                    <a:pt x="25" y="1153"/>
                    <a:pt x="25" y="1153"/>
                  </a:cubicBezTo>
                  <a:cubicBezTo>
                    <a:pt x="245" y="803"/>
                    <a:pt x="464" y="435"/>
                    <a:pt x="743" y="161"/>
                  </a:cubicBezTo>
                  <a:cubicBezTo>
                    <a:pt x="771" y="134"/>
                    <a:pt x="753" y="0"/>
                    <a:pt x="742" y="0"/>
                  </a:cubicBez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138"/>
            <p:cNvSpPr/>
            <p:nvPr/>
          </p:nvSpPr>
          <p:spPr>
            <a:xfrm>
              <a:off x="6289581" y="1382763"/>
              <a:ext cx="73429" cy="88334"/>
            </a:xfrm>
            <a:custGeom>
              <a:rect b="b" l="l" r="r" t="t"/>
              <a:pathLst>
                <a:path extrusionOk="0" h="723" w="601">
                  <a:moveTo>
                    <a:pt x="391" y="1"/>
                  </a:moveTo>
                  <a:cubicBezTo>
                    <a:pt x="354" y="1"/>
                    <a:pt x="316" y="17"/>
                    <a:pt x="282" y="55"/>
                  </a:cubicBezTo>
                  <a:cubicBezTo>
                    <a:pt x="252" y="91"/>
                    <a:pt x="295" y="208"/>
                    <a:pt x="287" y="220"/>
                  </a:cubicBezTo>
                  <a:cubicBezTo>
                    <a:pt x="321" y="180"/>
                    <a:pt x="357" y="165"/>
                    <a:pt x="391" y="165"/>
                  </a:cubicBezTo>
                  <a:cubicBezTo>
                    <a:pt x="426" y="165"/>
                    <a:pt x="459" y="180"/>
                    <a:pt x="489" y="200"/>
                  </a:cubicBezTo>
                  <a:cubicBezTo>
                    <a:pt x="566" y="251"/>
                    <a:pt x="566" y="314"/>
                    <a:pt x="481" y="402"/>
                  </a:cubicBezTo>
                  <a:cubicBezTo>
                    <a:pt x="373" y="514"/>
                    <a:pt x="205" y="554"/>
                    <a:pt x="78" y="554"/>
                  </a:cubicBezTo>
                  <a:cubicBezTo>
                    <a:pt x="61" y="554"/>
                    <a:pt x="44" y="553"/>
                    <a:pt x="29" y="552"/>
                  </a:cubicBezTo>
                  <a:lnTo>
                    <a:pt x="29" y="552"/>
                  </a:lnTo>
                  <a:cubicBezTo>
                    <a:pt x="28" y="552"/>
                    <a:pt x="0" y="718"/>
                    <a:pt x="30" y="721"/>
                  </a:cubicBezTo>
                  <a:cubicBezTo>
                    <a:pt x="45" y="722"/>
                    <a:pt x="60" y="723"/>
                    <a:pt x="77" y="723"/>
                  </a:cubicBezTo>
                  <a:cubicBezTo>
                    <a:pt x="254" y="723"/>
                    <a:pt x="530" y="641"/>
                    <a:pt x="580" y="392"/>
                  </a:cubicBezTo>
                  <a:cubicBezTo>
                    <a:pt x="600" y="293"/>
                    <a:pt x="587" y="188"/>
                    <a:pt x="553" y="115"/>
                  </a:cubicBezTo>
                  <a:cubicBezTo>
                    <a:pt x="526" y="55"/>
                    <a:pt x="460" y="1"/>
                    <a:pt x="391" y="1"/>
                  </a:cubicBez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138"/>
            <p:cNvSpPr/>
            <p:nvPr/>
          </p:nvSpPr>
          <p:spPr>
            <a:xfrm>
              <a:off x="6294468" y="1476351"/>
              <a:ext cx="53758" cy="68297"/>
            </a:xfrm>
            <a:custGeom>
              <a:rect b="b" l="l" r="r" t="t"/>
              <a:pathLst>
                <a:path extrusionOk="0" h="559" w="440">
                  <a:moveTo>
                    <a:pt x="348" y="121"/>
                  </a:moveTo>
                  <a:cubicBezTo>
                    <a:pt x="349" y="122"/>
                    <a:pt x="349" y="124"/>
                    <a:pt x="350" y="125"/>
                  </a:cubicBezTo>
                  <a:lnTo>
                    <a:pt x="350" y="125"/>
                  </a:lnTo>
                  <a:cubicBezTo>
                    <a:pt x="349" y="124"/>
                    <a:pt x="349" y="122"/>
                    <a:pt x="348" y="121"/>
                  </a:cubicBezTo>
                  <a:close/>
                  <a:moveTo>
                    <a:pt x="357" y="147"/>
                  </a:moveTo>
                  <a:lnTo>
                    <a:pt x="357" y="147"/>
                  </a:lnTo>
                  <a:cubicBezTo>
                    <a:pt x="363" y="151"/>
                    <a:pt x="365" y="156"/>
                    <a:pt x="363" y="156"/>
                  </a:cubicBezTo>
                  <a:cubicBezTo>
                    <a:pt x="362" y="156"/>
                    <a:pt x="360" y="154"/>
                    <a:pt x="357" y="147"/>
                  </a:cubicBezTo>
                  <a:close/>
                  <a:moveTo>
                    <a:pt x="69" y="401"/>
                  </a:moveTo>
                  <a:cubicBezTo>
                    <a:pt x="71" y="401"/>
                    <a:pt x="75" y="404"/>
                    <a:pt x="80" y="412"/>
                  </a:cubicBezTo>
                  <a:lnTo>
                    <a:pt x="80" y="412"/>
                  </a:lnTo>
                  <a:cubicBezTo>
                    <a:pt x="68" y="408"/>
                    <a:pt x="66" y="401"/>
                    <a:pt x="69" y="401"/>
                  </a:cubicBezTo>
                  <a:close/>
                  <a:moveTo>
                    <a:pt x="325" y="135"/>
                  </a:moveTo>
                  <a:cubicBezTo>
                    <a:pt x="333" y="135"/>
                    <a:pt x="340" y="137"/>
                    <a:pt x="346" y="141"/>
                  </a:cubicBezTo>
                  <a:cubicBezTo>
                    <a:pt x="348" y="142"/>
                    <a:pt x="351" y="143"/>
                    <a:pt x="353" y="144"/>
                  </a:cubicBezTo>
                  <a:lnTo>
                    <a:pt x="353" y="144"/>
                  </a:lnTo>
                  <a:cubicBezTo>
                    <a:pt x="362" y="227"/>
                    <a:pt x="297" y="327"/>
                    <a:pt x="232" y="377"/>
                  </a:cubicBezTo>
                  <a:cubicBezTo>
                    <a:pt x="192" y="407"/>
                    <a:pt x="149" y="416"/>
                    <a:pt x="111" y="417"/>
                  </a:cubicBezTo>
                  <a:cubicBezTo>
                    <a:pt x="106" y="417"/>
                    <a:pt x="102" y="417"/>
                    <a:pt x="98" y="416"/>
                  </a:cubicBezTo>
                  <a:lnTo>
                    <a:pt x="98" y="416"/>
                  </a:lnTo>
                  <a:cubicBezTo>
                    <a:pt x="99" y="410"/>
                    <a:pt x="101" y="405"/>
                    <a:pt x="102" y="400"/>
                  </a:cubicBezTo>
                  <a:cubicBezTo>
                    <a:pt x="114" y="344"/>
                    <a:pt x="145" y="286"/>
                    <a:pt x="185" y="244"/>
                  </a:cubicBezTo>
                  <a:lnTo>
                    <a:pt x="185" y="244"/>
                  </a:lnTo>
                  <a:cubicBezTo>
                    <a:pt x="194" y="255"/>
                    <a:pt x="208" y="273"/>
                    <a:pt x="214" y="273"/>
                  </a:cubicBezTo>
                  <a:cubicBezTo>
                    <a:pt x="217" y="273"/>
                    <a:pt x="218" y="271"/>
                    <a:pt x="218" y="267"/>
                  </a:cubicBezTo>
                  <a:cubicBezTo>
                    <a:pt x="220" y="245"/>
                    <a:pt x="224" y="223"/>
                    <a:pt x="232" y="204"/>
                  </a:cubicBezTo>
                  <a:lnTo>
                    <a:pt x="232" y="204"/>
                  </a:lnTo>
                  <a:cubicBezTo>
                    <a:pt x="238" y="201"/>
                    <a:pt x="243" y="198"/>
                    <a:pt x="248" y="195"/>
                  </a:cubicBezTo>
                  <a:cubicBezTo>
                    <a:pt x="248" y="195"/>
                    <a:pt x="248" y="195"/>
                    <a:pt x="248" y="195"/>
                  </a:cubicBezTo>
                  <a:cubicBezTo>
                    <a:pt x="249" y="195"/>
                    <a:pt x="248" y="189"/>
                    <a:pt x="246" y="179"/>
                  </a:cubicBezTo>
                  <a:lnTo>
                    <a:pt x="246" y="179"/>
                  </a:lnTo>
                  <a:cubicBezTo>
                    <a:pt x="254" y="166"/>
                    <a:pt x="265" y="155"/>
                    <a:pt x="278" y="145"/>
                  </a:cubicBezTo>
                  <a:cubicBezTo>
                    <a:pt x="294" y="135"/>
                    <a:pt x="311" y="135"/>
                    <a:pt x="325" y="135"/>
                  </a:cubicBezTo>
                  <a:close/>
                  <a:moveTo>
                    <a:pt x="94" y="458"/>
                  </a:moveTo>
                  <a:lnTo>
                    <a:pt x="94" y="458"/>
                  </a:lnTo>
                  <a:cubicBezTo>
                    <a:pt x="94" y="459"/>
                    <a:pt x="95" y="461"/>
                    <a:pt x="95" y="463"/>
                  </a:cubicBezTo>
                  <a:cubicBezTo>
                    <a:pt x="95" y="461"/>
                    <a:pt x="94" y="459"/>
                    <a:pt x="94" y="458"/>
                  </a:cubicBezTo>
                  <a:close/>
                  <a:moveTo>
                    <a:pt x="253" y="0"/>
                  </a:moveTo>
                  <a:cubicBezTo>
                    <a:pt x="213" y="0"/>
                    <a:pt x="184" y="32"/>
                    <a:pt x="166" y="72"/>
                  </a:cubicBezTo>
                  <a:lnTo>
                    <a:pt x="166" y="72"/>
                  </a:lnTo>
                  <a:cubicBezTo>
                    <a:pt x="71" y="128"/>
                    <a:pt x="0" y="282"/>
                    <a:pt x="26" y="384"/>
                  </a:cubicBezTo>
                  <a:cubicBezTo>
                    <a:pt x="51" y="484"/>
                    <a:pt x="105" y="559"/>
                    <a:pt x="186" y="559"/>
                  </a:cubicBezTo>
                  <a:cubicBezTo>
                    <a:pt x="219" y="559"/>
                    <a:pt x="257" y="546"/>
                    <a:pt x="298" y="517"/>
                  </a:cubicBezTo>
                  <a:cubicBezTo>
                    <a:pt x="440" y="420"/>
                    <a:pt x="437" y="238"/>
                    <a:pt x="386" y="124"/>
                  </a:cubicBezTo>
                  <a:cubicBezTo>
                    <a:pt x="360" y="65"/>
                    <a:pt x="321" y="6"/>
                    <a:pt x="258" y="1"/>
                  </a:cubicBezTo>
                  <a:cubicBezTo>
                    <a:pt x="256" y="1"/>
                    <a:pt x="255" y="0"/>
                    <a:pt x="253" y="0"/>
                  </a:cubicBez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138"/>
            <p:cNvSpPr/>
            <p:nvPr/>
          </p:nvSpPr>
          <p:spPr>
            <a:xfrm>
              <a:off x="6315482" y="1490890"/>
              <a:ext cx="66831" cy="104950"/>
            </a:xfrm>
            <a:custGeom>
              <a:rect b="b" l="l" r="r" t="t"/>
              <a:pathLst>
                <a:path extrusionOk="0" h="859" w="547">
                  <a:moveTo>
                    <a:pt x="464" y="1"/>
                  </a:moveTo>
                  <a:cubicBezTo>
                    <a:pt x="445" y="1"/>
                    <a:pt x="424" y="12"/>
                    <a:pt x="407" y="39"/>
                  </a:cubicBezTo>
                  <a:cubicBezTo>
                    <a:pt x="277" y="252"/>
                    <a:pt x="178" y="490"/>
                    <a:pt x="40" y="703"/>
                  </a:cubicBezTo>
                  <a:cubicBezTo>
                    <a:pt x="0" y="768"/>
                    <a:pt x="33" y="859"/>
                    <a:pt x="78" y="859"/>
                  </a:cubicBezTo>
                  <a:cubicBezTo>
                    <a:pt x="91" y="859"/>
                    <a:pt x="106" y="850"/>
                    <a:pt x="121" y="828"/>
                  </a:cubicBezTo>
                  <a:cubicBezTo>
                    <a:pt x="268" y="600"/>
                    <a:pt x="371" y="350"/>
                    <a:pt x="511" y="125"/>
                  </a:cubicBezTo>
                  <a:cubicBezTo>
                    <a:pt x="547" y="67"/>
                    <a:pt x="510" y="1"/>
                    <a:pt x="464" y="1"/>
                  </a:cubicBez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138"/>
            <p:cNvSpPr/>
            <p:nvPr/>
          </p:nvSpPr>
          <p:spPr>
            <a:xfrm>
              <a:off x="6329899" y="1492845"/>
              <a:ext cx="57912" cy="80271"/>
            </a:xfrm>
            <a:custGeom>
              <a:rect b="b" l="l" r="r" t="t"/>
              <a:pathLst>
                <a:path extrusionOk="0" h="657" w="474">
                  <a:moveTo>
                    <a:pt x="362" y="1"/>
                  </a:moveTo>
                  <a:cubicBezTo>
                    <a:pt x="330" y="1"/>
                    <a:pt x="294" y="19"/>
                    <a:pt x="259" y="53"/>
                  </a:cubicBezTo>
                  <a:cubicBezTo>
                    <a:pt x="227" y="86"/>
                    <a:pt x="210" y="133"/>
                    <a:pt x="216" y="176"/>
                  </a:cubicBezTo>
                  <a:cubicBezTo>
                    <a:pt x="220" y="201"/>
                    <a:pt x="235" y="224"/>
                    <a:pt x="255" y="224"/>
                  </a:cubicBezTo>
                  <a:cubicBezTo>
                    <a:pt x="263" y="224"/>
                    <a:pt x="271" y="220"/>
                    <a:pt x="280" y="211"/>
                  </a:cubicBezTo>
                  <a:cubicBezTo>
                    <a:pt x="300" y="192"/>
                    <a:pt x="316" y="179"/>
                    <a:pt x="323" y="179"/>
                  </a:cubicBezTo>
                  <a:cubicBezTo>
                    <a:pt x="325" y="179"/>
                    <a:pt x="326" y="179"/>
                    <a:pt x="328" y="179"/>
                  </a:cubicBezTo>
                  <a:cubicBezTo>
                    <a:pt x="337" y="179"/>
                    <a:pt x="339" y="183"/>
                    <a:pt x="343" y="193"/>
                  </a:cubicBezTo>
                  <a:cubicBezTo>
                    <a:pt x="359" y="229"/>
                    <a:pt x="356" y="284"/>
                    <a:pt x="345" y="337"/>
                  </a:cubicBezTo>
                  <a:cubicBezTo>
                    <a:pt x="336" y="380"/>
                    <a:pt x="317" y="427"/>
                    <a:pt x="280" y="458"/>
                  </a:cubicBezTo>
                  <a:cubicBezTo>
                    <a:pt x="263" y="472"/>
                    <a:pt x="244" y="478"/>
                    <a:pt x="226" y="478"/>
                  </a:cubicBezTo>
                  <a:cubicBezTo>
                    <a:pt x="182" y="478"/>
                    <a:pt x="139" y="448"/>
                    <a:pt x="110" y="425"/>
                  </a:cubicBezTo>
                  <a:cubicBezTo>
                    <a:pt x="104" y="421"/>
                    <a:pt x="98" y="419"/>
                    <a:pt x="92" y="419"/>
                  </a:cubicBezTo>
                  <a:cubicBezTo>
                    <a:pt x="42" y="419"/>
                    <a:pt x="1" y="568"/>
                    <a:pt x="45" y="601"/>
                  </a:cubicBezTo>
                  <a:cubicBezTo>
                    <a:pt x="87" y="633"/>
                    <a:pt x="136" y="657"/>
                    <a:pt x="188" y="657"/>
                  </a:cubicBezTo>
                  <a:cubicBezTo>
                    <a:pt x="227" y="657"/>
                    <a:pt x="268" y="644"/>
                    <a:pt x="309" y="610"/>
                  </a:cubicBezTo>
                  <a:cubicBezTo>
                    <a:pt x="388" y="546"/>
                    <a:pt x="432" y="425"/>
                    <a:pt x="452" y="325"/>
                  </a:cubicBezTo>
                  <a:cubicBezTo>
                    <a:pt x="471" y="235"/>
                    <a:pt x="474" y="123"/>
                    <a:pt x="438" y="53"/>
                  </a:cubicBezTo>
                  <a:cubicBezTo>
                    <a:pt x="419" y="17"/>
                    <a:pt x="393" y="1"/>
                    <a:pt x="362" y="1"/>
                  </a:cubicBez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138"/>
            <p:cNvSpPr/>
            <p:nvPr/>
          </p:nvSpPr>
          <p:spPr>
            <a:xfrm>
              <a:off x="6216763" y="1572260"/>
              <a:ext cx="94077" cy="138549"/>
            </a:xfrm>
            <a:custGeom>
              <a:rect b="b" l="l" r="r" t="t"/>
              <a:pathLst>
                <a:path extrusionOk="0" h="1134" w="770">
                  <a:moveTo>
                    <a:pt x="585" y="1"/>
                  </a:moveTo>
                  <a:cubicBezTo>
                    <a:pt x="448" y="1"/>
                    <a:pt x="281" y="223"/>
                    <a:pt x="194" y="377"/>
                  </a:cubicBezTo>
                  <a:cubicBezTo>
                    <a:pt x="88" y="566"/>
                    <a:pt x="1" y="816"/>
                    <a:pt x="68" y="992"/>
                  </a:cubicBezTo>
                  <a:cubicBezTo>
                    <a:pt x="107" y="1094"/>
                    <a:pt x="169" y="1133"/>
                    <a:pt x="244" y="1133"/>
                  </a:cubicBezTo>
                  <a:cubicBezTo>
                    <a:pt x="329" y="1133"/>
                    <a:pt x="430" y="1081"/>
                    <a:pt x="528" y="1012"/>
                  </a:cubicBezTo>
                  <a:cubicBezTo>
                    <a:pt x="550" y="998"/>
                    <a:pt x="496" y="878"/>
                    <a:pt x="456" y="878"/>
                  </a:cubicBezTo>
                  <a:cubicBezTo>
                    <a:pt x="452" y="878"/>
                    <a:pt x="448" y="879"/>
                    <a:pt x="445" y="882"/>
                  </a:cubicBezTo>
                  <a:cubicBezTo>
                    <a:pt x="376" y="928"/>
                    <a:pt x="310" y="969"/>
                    <a:pt x="239" y="995"/>
                  </a:cubicBezTo>
                  <a:cubicBezTo>
                    <a:pt x="217" y="1002"/>
                    <a:pt x="196" y="1004"/>
                    <a:pt x="174" y="1005"/>
                  </a:cubicBezTo>
                  <a:cubicBezTo>
                    <a:pt x="167" y="1005"/>
                    <a:pt x="161" y="1005"/>
                    <a:pt x="156" y="1005"/>
                  </a:cubicBezTo>
                  <a:cubicBezTo>
                    <a:pt x="129" y="1005"/>
                    <a:pt x="138" y="1001"/>
                    <a:pt x="137" y="978"/>
                  </a:cubicBezTo>
                  <a:cubicBezTo>
                    <a:pt x="124" y="866"/>
                    <a:pt x="176" y="726"/>
                    <a:pt x="221" y="616"/>
                  </a:cubicBezTo>
                  <a:cubicBezTo>
                    <a:pt x="280" y="477"/>
                    <a:pt x="365" y="348"/>
                    <a:pt x="462" y="245"/>
                  </a:cubicBezTo>
                  <a:cubicBezTo>
                    <a:pt x="485" y="219"/>
                    <a:pt x="638" y="110"/>
                    <a:pt x="650" y="110"/>
                  </a:cubicBezTo>
                  <a:cubicBezTo>
                    <a:pt x="651" y="110"/>
                    <a:pt x="651" y="110"/>
                    <a:pt x="651" y="110"/>
                  </a:cubicBezTo>
                  <a:cubicBezTo>
                    <a:pt x="658" y="152"/>
                    <a:pt x="647" y="205"/>
                    <a:pt x="634" y="251"/>
                  </a:cubicBezTo>
                  <a:cubicBezTo>
                    <a:pt x="629" y="260"/>
                    <a:pt x="566" y="381"/>
                    <a:pt x="558" y="381"/>
                  </a:cubicBezTo>
                  <a:cubicBezTo>
                    <a:pt x="558" y="381"/>
                    <a:pt x="558" y="381"/>
                    <a:pt x="558" y="381"/>
                  </a:cubicBezTo>
                  <a:cubicBezTo>
                    <a:pt x="542" y="360"/>
                    <a:pt x="531" y="352"/>
                    <a:pt x="524" y="352"/>
                  </a:cubicBezTo>
                  <a:cubicBezTo>
                    <a:pt x="503" y="352"/>
                    <a:pt x="515" y="421"/>
                    <a:pt x="542" y="454"/>
                  </a:cubicBezTo>
                  <a:cubicBezTo>
                    <a:pt x="566" y="484"/>
                    <a:pt x="589" y="499"/>
                    <a:pt x="611" y="499"/>
                  </a:cubicBezTo>
                  <a:cubicBezTo>
                    <a:pt x="646" y="499"/>
                    <a:pt x="678" y="463"/>
                    <a:pt x="712" y="391"/>
                  </a:cubicBezTo>
                  <a:cubicBezTo>
                    <a:pt x="770" y="272"/>
                    <a:pt x="748" y="136"/>
                    <a:pt x="691" y="59"/>
                  </a:cubicBezTo>
                  <a:cubicBezTo>
                    <a:pt x="659" y="18"/>
                    <a:pt x="623" y="1"/>
                    <a:pt x="585" y="1"/>
                  </a:cubicBez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138"/>
            <p:cNvSpPr/>
            <p:nvPr/>
          </p:nvSpPr>
          <p:spPr>
            <a:xfrm>
              <a:off x="6279196" y="1657539"/>
              <a:ext cx="59500" cy="62188"/>
            </a:xfrm>
            <a:custGeom>
              <a:rect b="b" l="l" r="r" t="t"/>
              <a:pathLst>
                <a:path extrusionOk="0" h="509" w="487">
                  <a:moveTo>
                    <a:pt x="329" y="111"/>
                  </a:moveTo>
                  <a:lnTo>
                    <a:pt x="329" y="111"/>
                  </a:lnTo>
                  <a:cubicBezTo>
                    <a:pt x="332" y="121"/>
                    <a:pt x="334" y="133"/>
                    <a:pt x="336" y="144"/>
                  </a:cubicBezTo>
                  <a:cubicBezTo>
                    <a:pt x="339" y="177"/>
                    <a:pt x="336" y="211"/>
                    <a:pt x="326" y="244"/>
                  </a:cubicBezTo>
                  <a:cubicBezTo>
                    <a:pt x="304" y="329"/>
                    <a:pt x="236" y="383"/>
                    <a:pt x="174" y="399"/>
                  </a:cubicBezTo>
                  <a:cubicBezTo>
                    <a:pt x="172" y="399"/>
                    <a:pt x="169" y="399"/>
                    <a:pt x="167" y="400"/>
                  </a:cubicBezTo>
                  <a:lnTo>
                    <a:pt x="167" y="400"/>
                  </a:lnTo>
                  <a:cubicBezTo>
                    <a:pt x="166" y="397"/>
                    <a:pt x="166" y="394"/>
                    <a:pt x="166" y="390"/>
                  </a:cubicBezTo>
                  <a:cubicBezTo>
                    <a:pt x="161" y="359"/>
                    <a:pt x="168" y="327"/>
                    <a:pt x="174" y="296"/>
                  </a:cubicBezTo>
                  <a:cubicBezTo>
                    <a:pt x="178" y="279"/>
                    <a:pt x="183" y="262"/>
                    <a:pt x="189" y="246"/>
                  </a:cubicBezTo>
                  <a:lnTo>
                    <a:pt x="189" y="246"/>
                  </a:lnTo>
                  <a:cubicBezTo>
                    <a:pt x="198" y="245"/>
                    <a:pt x="205" y="241"/>
                    <a:pt x="210" y="234"/>
                  </a:cubicBezTo>
                  <a:cubicBezTo>
                    <a:pt x="237" y="191"/>
                    <a:pt x="266" y="150"/>
                    <a:pt x="303" y="125"/>
                  </a:cubicBezTo>
                  <a:cubicBezTo>
                    <a:pt x="312" y="120"/>
                    <a:pt x="320" y="115"/>
                    <a:pt x="329" y="111"/>
                  </a:cubicBezTo>
                  <a:close/>
                  <a:moveTo>
                    <a:pt x="169" y="408"/>
                  </a:moveTo>
                  <a:cubicBezTo>
                    <a:pt x="171" y="410"/>
                    <a:pt x="171" y="411"/>
                    <a:pt x="171" y="411"/>
                  </a:cubicBezTo>
                  <a:cubicBezTo>
                    <a:pt x="170" y="411"/>
                    <a:pt x="170" y="410"/>
                    <a:pt x="169" y="408"/>
                  </a:cubicBezTo>
                  <a:close/>
                  <a:moveTo>
                    <a:pt x="271" y="1"/>
                  </a:moveTo>
                  <a:cubicBezTo>
                    <a:pt x="260" y="1"/>
                    <a:pt x="250" y="2"/>
                    <a:pt x="239" y="5"/>
                  </a:cubicBezTo>
                  <a:cubicBezTo>
                    <a:pt x="233" y="6"/>
                    <a:pt x="228" y="8"/>
                    <a:pt x="223" y="11"/>
                  </a:cubicBezTo>
                  <a:lnTo>
                    <a:pt x="223" y="11"/>
                  </a:lnTo>
                  <a:cubicBezTo>
                    <a:pt x="214" y="7"/>
                    <a:pt x="206" y="5"/>
                    <a:pt x="198" y="5"/>
                  </a:cubicBezTo>
                  <a:cubicBezTo>
                    <a:pt x="191" y="5"/>
                    <a:pt x="185" y="6"/>
                    <a:pt x="180" y="11"/>
                  </a:cubicBezTo>
                  <a:cubicBezTo>
                    <a:pt x="35" y="134"/>
                    <a:pt x="1" y="369"/>
                    <a:pt x="114" y="466"/>
                  </a:cubicBezTo>
                  <a:cubicBezTo>
                    <a:pt x="145" y="493"/>
                    <a:pt x="187" y="508"/>
                    <a:pt x="231" y="508"/>
                  </a:cubicBezTo>
                  <a:cubicBezTo>
                    <a:pt x="309" y="508"/>
                    <a:pt x="394" y="461"/>
                    <a:pt x="438" y="354"/>
                  </a:cubicBezTo>
                  <a:cubicBezTo>
                    <a:pt x="486" y="235"/>
                    <a:pt x="450" y="114"/>
                    <a:pt x="386" y="54"/>
                  </a:cubicBezTo>
                  <a:cubicBezTo>
                    <a:pt x="354" y="25"/>
                    <a:pt x="315" y="1"/>
                    <a:pt x="271" y="1"/>
                  </a:cubicBez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138"/>
            <p:cNvSpPr/>
            <p:nvPr/>
          </p:nvSpPr>
          <p:spPr>
            <a:xfrm>
              <a:off x="6337352" y="1675011"/>
              <a:ext cx="37386" cy="52781"/>
            </a:xfrm>
            <a:custGeom>
              <a:rect b="b" l="l" r="r" t="t"/>
              <a:pathLst>
                <a:path extrusionOk="0" h="432" w="306">
                  <a:moveTo>
                    <a:pt x="96" y="285"/>
                  </a:moveTo>
                  <a:cubicBezTo>
                    <a:pt x="96" y="289"/>
                    <a:pt x="95" y="291"/>
                    <a:pt x="93" y="294"/>
                  </a:cubicBezTo>
                  <a:cubicBezTo>
                    <a:pt x="96" y="287"/>
                    <a:pt x="95" y="287"/>
                    <a:pt x="96" y="285"/>
                  </a:cubicBezTo>
                  <a:close/>
                  <a:moveTo>
                    <a:pt x="225" y="1"/>
                  </a:moveTo>
                  <a:cubicBezTo>
                    <a:pt x="199" y="1"/>
                    <a:pt x="169" y="17"/>
                    <a:pt x="146" y="37"/>
                  </a:cubicBezTo>
                  <a:cubicBezTo>
                    <a:pt x="141" y="41"/>
                    <a:pt x="136" y="46"/>
                    <a:pt x="131" y="51"/>
                  </a:cubicBezTo>
                  <a:lnTo>
                    <a:pt x="131" y="51"/>
                  </a:lnTo>
                  <a:cubicBezTo>
                    <a:pt x="131" y="50"/>
                    <a:pt x="131" y="50"/>
                    <a:pt x="130" y="50"/>
                  </a:cubicBezTo>
                  <a:cubicBezTo>
                    <a:pt x="126" y="29"/>
                    <a:pt x="116" y="5"/>
                    <a:pt x="100" y="5"/>
                  </a:cubicBezTo>
                  <a:cubicBezTo>
                    <a:pt x="93" y="5"/>
                    <a:pt x="86" y="9"/>
                    <a:pt x="78" y="19"/>
                  </a:cubicBezTo>
                  <a:cubicBezTo>
                    <a:pt x="50" y="54"/>
                    <a:pt x="39" y="114"/>
                    <a:pt x="46" y="151"/>
                  </a:cubicBezTo>
                  <a:cubicBezTo>
                    <a:pt x="47" y="157"/>
                    <a:pt x="48" y="163"/>
                    <a:pt x="48" y="169"/>
                  </a:cubicBezTo>
                  <a:lnTo>
                    <a:pt x="48" y="169"/>
                  </a:lnTo>
                  <a:cubicBezTo>
                    <a:pt x="15" y="239"/>
                    <a:pt x="0" y="317"/>
                    <a:pt x="6" y="387"/>
                  </a:cubicBezTo>
                  <a:cubicBezTo>
                    <a:pt x="9" y="419"/>
                    <a:pt x="18" y="431"/>
                    <a:pt x="30" y="431"/>
                  </a:cubicBezTo>
                  <a:cubicBezTo>
                    <a:pt x="50" y="431"/>
                    <a:pt x="76" y="397"/>
                    <a:pt x="88" y="359"/>
                  </a:cubicBezTo>
                  <a:cubicBezTo>
                    <a:pt x="99" y="322"/>
                    <a:pt x="109" y="286"/>
                    <a:pt x="117" y="249"/>
                  </a:cubicBezTo>
                  <a:lnTo>
                    <a:pt x="117" y="249"/>
                  </a:lnTo>
                  <a:cubicBezTo>
                    <a:pt x="127" y="237"/>
                    <a:pt x="137" y="226"/>
                    <a:pt x="148" y="216"/>
                  </a:cubicBezTo>
                  <a:cubicBezTo>
                    <a:pt x="162" y="205"/>
                    <a:pt x="182" y="195"/>
                    <a:pt x="197" y="195"/>
                  </a:cubicBezTo>
                  <a:cubicBezTo>
                    <a:pt x="207" y="195"/>
                    <a:pt x="214" y="200"/>
                    <a:pt x="214" y="211"/>
                  </a:cubicBezTo>
                  <a:cubicBezTo>
                    <a:pt x="216" y="233"/>
                    <a:pt x="219" y="281"/>
                    <a:pt x="242" y="281"/>
                  </a:cubicBezTo>
                  <a:cubicBezTo>
                    <a:pt x="246" y="281"/>
                    <a:pt x="251" y="279"/>
                    <a:pt x="256" y="276"/>
                  </a:cubicBezTo>
                  <a:cubicBezTo>
                    <a:pt x="289" y="254"/>
                    <a:pt x="305" y="190"/>
                    <a:pt x="304" y="154"/>
                  </a:cubicBezTo>
                  <a:cubicBezTo>
                    <a:pt x="301" y="94"/>
                    <a:pt x="295" y="29"/>
                    <a:pt x="249" y="7"/>
                  </a:cubicBezTo>
                  <a:cubicBezTo>
                    <a:pt x="242" y="3"/>
                    <a:pt x="234" y="1"/>
                    <a:pt x="225" y="1"/>
                  </a:cubicBez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138"/>
            <p:cNvSpPr/>
            <p:nvPr/>
          </p:nvSpPr>
          <p:spPr>
            <a:xfrm>
              <a:off x="6269788" y="1382519"/>
              <a:ext cx="85524" cy="128286"/>
            </a:xfrm>
            <a:custGeom>
              <a:rect b="b" l="l" r="r" t="t"/>
              <a:pathLst>
                <a:path extrusionOk="0" h="1050" w="700">
                  <a:moveTo>
                    <a:pt x="676" y="1"/>
                  </a:moveTo>
                  <a:lnTo>
                    <a:pt x="676" y="1"/>
                  </a:lnTo>
                  <a:cubicBezTo>
                    <a:pt x="676" y="1"/>
                    <a:pt x="675" y="1"/>
                    <a:pt x="675" y="1"/>
                  </a:cubicBezTo>
                  <a:cubicBezTo>
                    <a:pt x="423" y="250"/>
                    <a:pt x="224" y="581"/>
                    <a:pt x="26" y="897"/>
                  </a:cubicBezTo>
                  <a:cubicBezTo>
                    <a:pt x="1" y="937"/>
                    <a:pt x="24" y="1049"/>
                    <a:pt x="25" y="1049"/>
                  </a:cubicBezTo>
                  <a:cubicBezTo>
                    <a:pt x="25" y="1049"/>
                    <a:pt x="25" y="1049"/>
                    <a:pt x="25" y="1049"/>
                  </a:cubicBezTo>
                  <a:cubicBezTo>
                    <a:pt x="225" y="731"/>
                    <a:pt x="423" y="396"/>
                    <a:pt x="675" y="146"/>
                  </a:cubicBezTo>
                  <a:cubicBezTo>
                    <a:pt x="700" y="121"/>
                    <a:pt x="686" y="1"/>
                    <a:pt x="6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p138"/>
            <p:cNvSpPr/>
            <p:nvPr/>
          </p:nvSpPr>
          <p:spPr>
            <a:xfrm>
              <a:off x="6304731" y="1382763"/>
              <a:ext cx="66953" cy="80637"/>
            </a:xfrm>
            <a:custGeom>
              <a:rect b="b" l="l" r="r" t="t"/>
              <a:pathLst>
                <a:path extrusionOk="0" h="660" w="548">
                  <a:moveTo>
                    <a:pt x="356" y="1"/>
                  </a:moveTo>
                  <a:cubicBezTo>
                    <a:pt x="322" y="1"/>
                    <a:pt x="288" y="15"/>
                    <a:pt x="257" y="49"/>
                  </a:cubicBezTo>
                  <a:cubicBezTo>
                    <a:pt x="229" y="85"/>
                    <a:pt x="270" y="193"/>
                    <a:pt x="263" y="201"/>
                  </a:cubicBezTo>
                  <a:cubicBezTo>
                    <a:pt x="294" y="166"/>
                    <a:pt x="327" y="152"/>
                    <a:pt x="358" y="152"/>
                  </a:cubicBezTo>
                  <a:cubicBezTo>
                    <a:pt x="390" y="152"/>
                    <a:pt x="420" y="166"/>
                    <a:pt x="448" y="184"/>
                  </a:cubicBezTo>
                  <a:cubicBezTo>
                    <a:pt x="516" y="231"/>
                    <a:pt x="519" y="287"/>
                    <a:pt x="440" y="367"/>
                  </a:cubicBezTo>
                  <a:cubicBezTo>
                    <a:pt x="342" y="468"/>
                    <a:pt x="191" y="505"/>
                    <a:pt x="74" y="505"/>
                  </a:cubicBezTo>
                  <a:cubicBezTo>
                    <a:pt x="57" y="505"/>
                    <a:pt x="41" y="505"/>
                    <a:pt x="27" y="503"/>
                  </a:cubicBezTo>
                  <a:lnTo>
                    <a:pt x="27" y="503"/>
                  </a:lnTo>
                  <a:cubicBezTo>
                    <a:pt x="25" y="503"/>
                    <a:pt x="1" y="654"/>
                    <a:pt x="28" y="658"/>
                  </a:cubicBezTo>
                  <a:cubicBezTo>
                    <a:pt x="41" y="659"/>
                    <a:pt x="55" y="660"/>
                    <a:pt x="70" y="660"/>
                  </a:cubicBezTo>
                  <a:cubicBezTo>
                    <a:pt x="232" y="660"/>
                    <a:pt x="483" y="584"/>
                    <a:pt x="529" y="357"/>
                  </a:cubicBezTo>
                  <a:cubicBezTo>
                    <a:pt x="548" y="267"/>
                    <a:pt x="535" y="174"/>
                    <a:pt x="505" y="105"/>
                  </a:cubicBezTo>
                  <a:cubicBezTo>
                    <a:pt x="480" y="50"/>
                    <a:pt x="419" y="1"/>
                    <a:pt x="3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p138"/>
            <p:cNvSpPr/>
            <p:nvPr/>
          </p:nvSpPr>
          <p:spPr>
            <a:xfrm>
              <a:off x="6309251" y="1468531"/>
              <a:ext cx="48993" cy="62066"/>
            </a:xfrm>
            <a:custGeom>
              <a:rect b="b" l="l" r="r" t="t"/>
              <a:pathLst>
                <a:path extrusionOk="0" h="508" w="401">
                  <a:moveTo>
                    <a:pt x="327" y="136"/>
                  </a:moveTo>
                  <a:lnTo>
                    <a:pt x="327" y="136"/>
                  </a:lnTo>
                  <a:cubicBezTo>
                    <a:pt x="332" y="140"/>
                    <a:pt x="333" y="144"/>
                    <a:pt x="332" y="144"/>
                  </a:cubicBezTo>
                  <a:cubicBezTo>
                    <a:pt x="332" y="144"/>
                    <a:pt x="330" y="142"/>
                    <a:pt x="327" y="136"/>
                  </a:cubicBezTo>
                  <a:close/>
                  <a:moveTo>
                    <a:pt x="63" y="366"/>
                  </a:moveTo>
                  <a:cubicBezTo>
                    <a:pt x="65" y="366"/>
                    <a:pt x="68" y="369"/>
                    <a:pt x="72" y="376"/>
                  </a:cubicBezTo>
                  <a:lnTo>
                    <a:pt x="72" y="376"/>
                  </a:lnTo>
                  <a:cubicBezTo>
                    <a:pt x="62" y="372"/>
                    <a:pt x="60" y="366"/>
                    <a:pt x="63" y="366"/>
                  </a:cubicBezTo>
                  <a:close/>
                  <a:moveTo>
                    <a:pt x="298" y="123"/>
                  </a:moveTo>
                  <a:cubicBezTo>
                    <a:pt x="305" y="123"/>
                    <a:pt x="310" y="125"/>
                    <a:pt x="315" y="129"/>
                  </a:cubicBezTo>
                  <a:cubicBezTo>
                    <a:pt x="318" y="130"/>
                    <a:pt x="320" y="131"/>
                    <a:pt x="323" y="133"/>
                  </a:cubicBezTo>
                  <a:lnTo>
                    <a:pt x="323" y="133"/>
                  </a:lnTo>
                  <a:cubicBezTo>
                    <a:pt x="330" y="209"/>
                    <a:pt x="271" y="299"/>
                    <a:pt x="213" y="344"/>
                  </a:cubicBezTo>
                  <a:cubicBezTo>
                    <a:pt x="177" y="371"/>
                    <a:pt x="137" y="381"/>
                    <a:pt x="101" y="381"/>
                  </a:cubicBezTo>
                  <a:cubicBezTo>
                    <a:pt x="98" y="381"/>
                    <a:pt x="93" y="380"/>
                    <a:pt x="88" y="380"/>
                  </a:cubicBezTo>
                  <a:lnTo>
                    <a:pt x="88" y="380"/>
                  </a:lnTo>
                  <a:cubicBezTo>
                    <a:pt x="89" y="375"/>
                    <a:pt x="90" y="370"/>
                    <a:pt x="91" y="365"/>
                  </a:cubicBezTo>
                  <a:cubicBezTo>
                    <a:pt x="102" y="314"/>
                    <a:pt x="131" y="260"/>
                    <a:pt x="169" y="222"/>
                  </a:cubicBezTo>
                  <a:lnTo>
                    <a:pt x="169" y="222"/>
                  </a:lnTo>
                  <a:cubicBezTo>
                    <a:pt x="177" y="232"/>
                    <a:pt x="190" y="248"/>
                    <a:pt x="196" y="248"/>
                  </a:cubicBezTo>
                  <a:cubicBezTo>
                    <a:pt x="197" y="248"/>
                    <a:pt x="198" y="247"/>
                    <a:pt x="199" y="244"/>
                  </a:cubicBezTo>
                  <a:cubicBezTo>
                    <a:pt x="201" y="224"/>
                    <a:pt x="205" y="205"/>
                    <a:pt x="211" y="188"/>
                  </a:cubicBezTo>
                  <a:lnTo>
                    <a:pt x="211" y="188"/>
                  </a:lnTo>
                  <a:cubicBezTo>
                    <a:pt x="216" y="185"/>
                    <a:pt x="221" y="183"/>
                    <a:pt x="226" y="181"/>
                  </a:cubicBezTo>
                  <a:cubicBezTo>
                    <a:pt x="227" y="180"/>
                    <a:pt x="226" y="173"/>
                    <a:pt x="224" y="163"/>
                  </a:cubicBezTo>
                  <a:lnTo>
                    <a:pt x="224" y="163"/>
                  </a:lnTo>
                  <a:cubicBezTo>
                    <a:pt x="232" y="151"/>
                    <a:pt x="242" y="141"/>
                    <a:pt x="255" y="133"/>
                  </a:cubicBezTo>
                  <a:cubicBezTo>
                    <a:pt x="269" y="123"/>
                    <a:pt x="283" y="123"/>
                    <a:pt x="298" y="123"/>
                  </a:cubicBezTo>
                  <a:close/>
                  <a:moveTo>
                    <a:pt x="231" y="0"/>
                  </a:moveTo>
                  <a:cubicBezTo>
                    <a:pt x="193" y="0"/>
                    <a:pt x="167" y="28"/>
                    <a:pt x="151" y="64"/>
                  </a:cubicBezTo>
                  <a:lnTo>
                    <a:pt x="151" y="64"/>
                  </a:lnTo>
                  <a:cubicBezTo>
                    <a:pt x="65" y="113"/>
                    <a:pt x="1" y="254"/>
                    <a:pt x="26" y="348"/>
                  </a:cubicBezTo>
                  <a:cubicBezTo>
                    <a:pt x="47" y="439"/>
                    <a:pt x="97" y="508"/>
                    <a:pt x="170" y="508"/>
                  </a:cubicBezTo>
                  <a:cubicBezTo>
                    <a:pt x="200" y="508"/>
                    <a:pt x="234" y="496"/>
                    <a:pt x="272" y="470"/>
                  </a:cubicBezTo>
                  <a:cubicBezTo>
                    <a:pt x="401" y="380"/>
                    <a:pt x="399" y="215"/>
                    <a:pt x="350" y="112"/>
                  </a:cubicBezTo>
                  <a:cubicBezTo>
                    <a:pt x="326" y="57"/>
                    <a:pt x="292" y="4"/>
                    <a:pt x="235" y="0"/>
                  </a:cubicBezTo>
                  <a:cubicBezTo>
                    <a:pt x="233" y="0"/>
                    <a:pt x="232" y="0"/>
                    <a:pt x="2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p138"/>
            <p:cNvSpPr/>
            <p:nvPr/>
          </p:nvSpPr>
          <p:spPr>
            <a:xfrm>
              <a:off x="6328067" y="1481482"/>
              <a:ext cx="61211" cy="95543"/>
            </a:xfrm>
            <a:custGeom>
              <a:rect b="b" l="l" r="r" t="t"/>
              <a:pathLst>
                <a:path extrusionOk="0" h="782" w="501">
                  <a:moveTo>
                    <a:pt x="426" y="1"/>
                  </a:moveTo>
                  <a:cubicBezTo>
                    <a:pt x="408" y="1"/>
                    <a:pt x="390" y="11"/>
                    <a:pt x="374" y="36"/>
                  </a:cubicBezTo>
                  <a:cubicBezTo>
                    <a:pt x="254" y="229"/>
                    <a:pt x="165" y="445"/>
                    <a:pt x="39" y="639"/>
                  </a:cubicBezTo>
                  <a:cubicBezTo>
                    <a:pt x="1" y="697"/>
                    <a:pt x="32" y="781"/>
                    <a:pt x="74" y="781"/>
                  </a:cubicBezTo>
                  <a:cubicBezTo>
                    <a:pt x="87" y="781"/>
                    <a:pt x="100" y="773"/>
                    <a:pt x="113" y="753"/>
                  </a:cubicBezTo>
                  <a:cubicBezTo>
                    <a:pt x="245" y="547"/>
                    <a:pt x="341" y="318"/>
                    <a:pt x="467" y="115"/>
                  </a:cubicBezTo>
                  <a:cubicBezTo>
                    <a:pt x="501" y="61"/>
                    <a:pt x="467" y="1"/>
                    <a:pt x="4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9" name="Google Shape;1229;p138"/>
            <p:cNvSpPr/>
            <p:nvPr/>
          </p:nvSpPr>
          <p:spPr>
            <a:xfrm>
              <a:off x="6341628" y="1483804"/>
              <a:ext cx="52781" cy="72940"/>
            </a:xfrm>
            <a:custGeom>
              <a:rect b="b" l="l" r="r" t="t"/>
              <a:pathLst>
                <a:path extrusionOk="0" h="597" w="432">
                  <a:moveTo>
                    <a:pt x="328" y="1"/>
                  </a:moveTo>
                  <a:cubicBezTo>
                    <a:pt x="299" y="1"/>
                    <a:pt x="266" y="17"/>
                    <a:pt x="234" y="48"/>
                  </a:cubicBezTo>
                  <a:cubicBezTo>
                    <a:pt x="206" y="77"/>
                    <a:pt x="190" y="123"/>
                    <a:pt x="194" y="160"/>
                  </a:cubicBezTo>
                  <a:cubicBezTo>
                    <a:pt x="198" y="179"/>
                    <a:pt x="213" y="200"/>
                    <a:pt x="231" y="200"/>
                  </a:cubicBezTo>
                  <a:cubicBezTo>
                    <a:pt x="239" y="200"/>
                    <a:pt x="247" y="197"/>
                    <a:pt x="256" y="189"/>
                  </a:cubicBezTo>
                  <a:cubicBezTo>
                    <a:pt x="274" y="170"/>
                    <a:pt x="290" y="160"/>
                    <a:pt x="296" y="160"/>
                  </a:cubicBezTo>
                  <a:cubicBezTo>
                    <a:pt x="297" y="160"/>
                    <a:pt x="298" y="160"/>
                    <a:pt x="299" y="160"/>
                  </a:cubicBezTo>
                  <a:cubicBezTo>
                    <a:pt x="307" y="160"/>
                    <a:pt x="311" y="164"/>
                    <a:pt x="313" y="173"/>
                  </a:cubicBezTo>
                  <a:cubicBezTo>
                    <a:pt x="327" y="204"/>
                    <a:pt x="325" y="255"/>
                    <a:pt x="315" y="303"/>
                  </a:cubicBezTo>
                  <a:cubicBezTo>
                    <a:pt x="306" y="342"/>
                    <a:pt x="290" y="388"/>
                    <a:pt x="256" y="413"/>
                  </a:cubicBezTo>
                  <a:cubicBezTo>
                    <a:pt x="240" y="427"/>
                    <a:pt x="223" y="432"/>
                    <a:pt x="206" y="432"/>
                  </a:cubicBezTo>
                  <a:cubicBezTo>
                    <a:pt x="167" y="432"/>
                    <a:pt x="127" y="405"/>
                    <a:pt x="100" y="385"/>
                  </a:cubicBezTo>
                  <a:cubicBezTo>
                    <a:pt x="94" y="381"/>
                    <a:pt x="89" y="379"/>
                    <a:pt x="84" y="379"/>
                  </a:cubicBezTo>
                  <a:cubicBezTo>
                    <a:pt x="38" y="379"/>
                    <a:pt x="0" y="514"/>
                    <a:pt x="43" y="545"/>
                  </a:cubicBezTo>
                  <a:cubicBezTo>
                    <a:pt x="81" y="574"/>
                    <a:pt x="126" y="596"/>
                    <a:pt x="174" y="596"/>
                  </a:cubicBezTo>
                  <a:cubicBezTo>
                    <a:pt x="209" y="596"/>
                    <a:pt x="245" y="584"/>
                    <a:pt x="282" y="554"/>
                  </a:cubicBezTo>
                  <a:cubicBezTo>
                    <a:pt x="355" y="495"/>
                    <a:pt x="393" y="385"/>
                    <a:pt x="412" y="296"/>
                  </a:cubicBezTo>
                  <a:cubicBezTo>
                    <a:pt x="428" y="212"/>
                    <a:pt x="432" y="111"/>
                    <a:pt x="398" y="48"/>
                  </a:cubicBezTo>
                  <a:cubicBezTo>
                    <a:pt x="380" y="16"/>
                    <a:pt x="355" y="1"/>
                    <a:pt x="3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0" name="Google Shape;1230;p138"/>
            <p:cNvSpPr/>
            <p:nvPr/>
          </p:nvSpPr>
          <p:spPr>
            <a:xfrm>
              <a:off x="6238633" y="1555522"/>
              <a:ext cx="85524" cy="126087"/>
            </a:xfrm>
            <a:custGeom>
              <a:rect b="b" l="l" r="r" t="t"/>
              <a:pathLst>
                <a:path extrusionOk="0" h="1032" w="700">
                  <a:moveTo>
                    <a:pt x="531" y="0"/>
                  </a:moveTo>
                  <a:cubicBezTo>
                    <a:pt x="406" y="0"/>
                    <a:pt x="255" y="202"/>
                    <a:pt x="175" y="343"/>
                  </a:cubicBezTo>
                  <a:cubicBezTo>
                    <a:pt x="80" y="514"/>
                    <a:pt x="1" y="743"/>
                    <a:pt x="61" y="904"/>
                  </a:cubicBezTo>
                  <a:cubicBezTo>
                    <a:pt x="96" y="996"/>
                    <a:pt x="153" y="1031"/>
                    <a:pt x="220" y="1031"/>
                  </a:cubicBezTo>
                  <a:cubicBezTo>
                    <a:pt x="298" y="1031"/>
                    <a:pt x="391" y="984"/>
                    <a:pt x="480" y="922"/>
                  </a:cubicBezTo>
                  <a:cubicBezTo>
                    <a:pt x="500" y="907"/>
                    <a:pt x="451" y="800"/>
                    <a:pt x="414" y="800"/>
                  </a:cubicBezTo>
                  <a:cubicBezTo>
                    <a:pt x="410" y="800"/>
                    <a:pt x="407" y="802"/>
                    <a:pt x="403" y="804"/>
                  </a:cubicBezTo>
                  <a:cubicBezTo>
                    <a:pt x="342" y="847"/>
                    <a:pt x="281" y="884"/>
                    <a:pt x="217" y="906"/>
                  </a:cubicBezTo>
                  <a:cubicBezTo>
                    <a:pt x="197" y="913"/>
                    <a:pt x="177" y="913"/>
                    <a:pt x="158" y="914"/>
                  </a:cubicBezTo>
                  <a:cubicBezTo>
                    <a:pt x="151" y="915"/>
                    <a:pt x="146" y="915"/>
                    <a:pt x="141" y="915"/>
                  </a:cubicBezTo>
                  <a:cubicBezTo>
                    <a:pt x="118" y="915"/>
                    <a:pt x="125" y="911"/>
                    <a:pt x="124" y="890"/>
                  </a:cubicBezTo>
                  <a:cubicBezTo>
                    <a:pt x="113" y="787"/>
                    <a:pt x="160" y="661"/>
                    <a:pt x="203" y="558"/>
                  </a:cubicBezTo>
                  <a:cubicBezTo>
                    <a:pt x="254" y="433"/>
                    <a:pt x="333" y="317"/>
                    <a:pt x="420" y="223"/>
                  </a:cubicBezTo>
                  <a:cubicBezTo>
                    <a:pt x="441" y="200"/>
                    <a:pt x="581" y="101"/>
                    <a:pt x="591" y="101"/>
                  </a:cubicBezTo>
                  <a:cubicBezTo>
                    <a:pt x="592" y="101"/>
                    <a:pt x="592" y="101"/>
                    <a:pt x="592" y="101"/>
                  </a:cubicBezTo>
                  <a:cubicBezTo>
                    <a:pt x="599" y="139"/>
                    <a:pt x="588" y="187"/>
                    <a:pt x="576" y="227"/>
                  </a:cubicBezTo>
                  <a:cubicBezTo>
                    <a:pt x="574" y="238"/>
                    <a:pt x="516" y="346"/>
                    <a:pt x="509" y="346"/>
                  </a:cubicBezTo>
                  <a:cubicBezTo>
                    <a:pt x="509" y="346"/>
                    <a:pt x="509" y="346"/>
                    <a:pt x="509" y="346"/>
                  </a:cubicBezTo>
                  <a:cubicBezTo>
                    <a:pt x="494" y="328"/>
                    <a:pt x="484" y="320"/>
                    <a:pt x="477" y="320"/>
                  </a:cubicBezTo>
                  <a:cubicBezTo>
                    <a:pt x="458" y="320"/>
                    <a:pt x="469" y="383"/>
                    <a:pt x="495" y="413"/>
                  </a:cubicBezTo>
                  <a:cubicBezTo>
                    <a:pt x="516" y="441"/>
                    <a:pt x="536" y="454"/>
                    <a:pt x="556" y="454"/>
                  </a:cubicBezTo>
                  <a:cubicBezTo>
                    <a:pt x="587" y="454"/>
                    <a:pt x="617" y="421"/>
                    <a:pt x="648" y="356"/>
                  </a:cubicBezTo>
                  <a:cubicBezTo>
                    <a:pt x="699" y="247"/>
                    <a:pt x="679" y="123"/>
                    <a:pt x="628" y="54"/>
                  </a:cubicBezTo>
                  <a:cubicBezTo>
                    <a:pt x="599" y="16"/>
                    <a:pt x="566" y="0"/>
                    <a:pt x="5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p138"/>
            <p:cNvSpPr/>
            <p:nvPr/>
          </p:nvSpPr>
          <p:spPr>
            <a:xfrm>
              <a:off x="6295690" y="1633226"/>
              <a:ext cx="53636" cy="56568"/>
            </a:xfrm>
            <a:custGeom>
              <a:rect b="b" l="l" r="r" t="t"/>
              <a:pathLst>
                <a:path extrusionOk="0" h="463" w="439">
                  <a:moveTo>
                    <a:pt x="296" y="100"/>
                  </a:moveTo>
                  <a:lnTo>
                    <a:pt x="296" y="100"/>
                  </a:lnTo>
                  <a:cubicBezTo>
                    <a:pt x="299" y="110"/>
                    <a:pt x="301" y="120"/>
                    <a:pt x="301" y="128"/>
                  </a:cubicBezTo>
                  <a:cubicBezTo>
                    <a:pt x="304" y="157"/>
                    <a:pt x="301" y="190"/>
                    <a:pt x="293" y="220"/>
                  </a:cubicBezTo>
                  <a:cubicBezTo>
                    <a:pt x="273" y="297"/>
                    <a:pt x="210" y="346"/>
                    <a:pt x="152" y="360"/>
                  </a:cubicBezTo>
                  <a:cubicBezTo>
                    <a:pt x="150" y="360"/>
                    <a:pt x="147" y="361"/>
                    <a:pt x="145" y="361"/>
                  </a:cubicBezTo>
                  <a:lnTo>
                    <a:pt x="145" y="361"/>
                  </a:lnTo>
                  <a:cubicBezTo>
                    <a:pt x="145" y="358"/>
                    <a:pt x="144" y="354"/>
                    <a:pt x="144" y="350"/>
                  </a:cubicBezTo>
                  <a:cubicBezTo>
                    <a:pt x="142" y="324"/>
                    <a:pt x="145" y="293"/>
                    <a:pt x="152" y="264"/>
                  </a:cubicBezTo>
                  <a:cubicBezTo>
                    <a:pt x="155" y="251"/>
                    <a:pt x="159" y="237"/>
                    <a:pt x="165" y="224"/>
                  </a:cubicBezTo>
                  <a:lnTo>
                    <a:pt x="165" y="224"/>
                  </a:lnTo>
                  <a:cubicBezTo>
                    <a:pt x="165" y="224"/>
                    <a:pt x="166" y="224"/>
                    <a:pt x="167" y="224"/>
                  </a:cubicBezTo>
                  <a:cubicBezTo>
                    <a:pt x="176" y="224"/>
                    <a:pt x="183" y="221"/>
                    <a:pt x="188" y="213"/>
                  </a:cubicBezTo>
                  <a:cubicBezTo>
                    <a:pt x="212" y="172"/>
                    <a:pt x="238" y="137"/>
                    <a:pt x="273" y="112"/>
                  </a:cubicBezTo>
                  <a:cubicBezTo>
                    <a:pt x="279" y="107"/>
                    <a:pt x="288" y="104"/>
                    <a:pt x="296" y="100"/>
                  </a:cubicBezTo>
                  <a:close/>
                  <a:moveTo>
                    <a:pt x="147" y="370"/>
                  </a:moveTo>
                  <a:cubicBezTo>
                    <a:pt x="148" y="370"/>
                    <a:pt x="148" y="371"/>
                    <a:pt x="148" y="371"/>
                  </a:cubicBezTo>
                  <a:cubicBezTo>
                    <a:pt x="148" y="371"/>
                    <a:pt x="148" y="371"/>
                    <a:pt x="147" y="370"/>
                  </a:cubicBezTo>
                  <a:close/>
                  <a:moveTo>
                    <a:pt x="246" y="0"/>
                  </a:moveTo>
                  <a:cubicBezTo>
                    <a:pt x="236" y="0"/>
                    <a:pt x="226" y="2"/>
                    <a:pt x="215" y="5"/>
                  </a:cubicBezTo>
                  <a:cubicBezTo>
                    <a:pt x="211" y="6"/>
                    <a:pt x="207" y="8"/>
                    <a:pt x="202" y="10"/>
                  </a:cubicBezTo>
                  <a:lnTo>
                    <a:pt x="202" y="10"/>
                  </a:lnTo>
                  <a:cubicBezTo>
                    <a:pt x="194" y="6"/>
                    <a:pt x="187" y="4"/>
                    <a:pt x="180" y="4"/>
                  </a:cubicBezTo>
                  <a:cubicBezTo>
                    <a:pt x="173" y="4"/>
                    <a:pt x="168" y="5"/>
                    <a:pt x="164" y="9"/>
                  </a:cubicBezTo>
                  <a:cubicBezTo>
                    <a:pt x="31" y="121"/>
                    <a:pt x="1" y="333"/>
                    <a:pt x="102" y="424"/>
                  </a:cubicBezTo>
                  <a:cubicBezTo>
                    <a:pt x="130" y="449"/>
                    <a:pt x="168" y="462"/>
                    <a:pt x="208" y="462"/>
                  </a:cubicBezTo>
                  <a:cubicBezTo>
                    <a:pt x="279" y="462"/>
                    <a:pt x="357" y="419"/>
                    <a:pt x="396" y="320"/>
                  </a:cubicBezTo>
                  <a:cubicBezTo>
                    <a:pt x="439" y="213"/>
                    <a:pt x="409" y="102"/>
                    <a:pt x="350" y="48"/>
                  </a:cubicBezTo>
                  <a:cubicBezTo>
                    <a:pt x="321" y="23"/>
                    <a:pt x="285" y="0"/>
                    <a:pt x="2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138"/>
            <p:cNvSpPr/>
            <p:nvPr/>
          </p:nvSpPr>
          <p:spPr>
            <a:xfrm>
              <a:off x="6348837" y="1649109"/>
              <a:ext cx="33721" cy="47771"/>
            </a:xfrm>
            <a:custGeom>
              <a:rect b="b" l="l" r="r" t="t"/>
              <a:pathLst>
                <a:path extrusionOk="0" h="391" w="276">
                  <a:moveTo>
                    <a:pt x="84" y="259"/>
                  </a:moveTo>
                  <a:cubicBezTo>
                    <a:pt x="84" y="261"/>
                    <a:pt x="83" y="264"/>
                    <a:pt x="82" y="267"/>
                  </a:cubicBezTo>
                  <a:cubicBezTo>
                    <a:pt x="83" y="262"/>
                    <a:pt x="83" y="260"/>
                    <a:pt x="84" y="259"/>
                  </a:cubicBezTo>
                  <a:close/>
                  <a:moveTo>
                    <a:pt x="205" y="0"/>
                  </a:moveTo>
                  <a:cubicBezTo>
                    <a:pt x="181" y="0"/>
                    <a:pt x="154" y="15"/>
                    <a:pt x="132" y="32"/>
                  </a:cubicBezTo>
                  <a:cubicBezTo>
                    <a:pt x="128" y="36"/>
                    <a:pt x="124" y="40"/>
                    <a:pt x="120" y="44"/>
                  </a:cubicBezTo>
                  <a:lnTo>
                    <a:pt x="120" y="44"/>
                  </a:lnTo>
                  <a:cubicBezTo>
                    <a:pt x="120" y="43"/>
                    <a:pt x="120" y="42"/>
                    <a:pt x="120" y="41"/>
                  </a:cubicBezTo>
                  <a:cubicBezTo>
                    <a:pt x="118" y="23"/>
                    <a:pt x="108" y="1"/>
                    <a:pt x="93" y="1"/>
                  </a:cubicBezTo>
                  <a:cubicBezTo>
                    <a:pt x="87" y="1"/>
                    <a:pt x="79" y="5"/>
                    <a:pt x="71" y="15"/>
                  </a:cubicBezTo>
                  <a:cubicBezTo>
                    <a:pt x="44" y="47"/>
                    <a:pt x="32" y="103"/>
                    <a:pt x="38" y="137"/>
                  </a:cubicBezTo>
                  <a:cubicBezTo>
                    <a:pt x="39" y="145"/>
                    <a:pt x="40" y="153"/>
                    <a:pt x="39" y="162"/>
                  </a:cubicBezTo>
                  <a:lnTo>
                    <a:pt x="39" y="162"/>
                  </a:lnTo>
                  <a:cubicBezTo>
                    <a:pt x="13" y="223"/>
                    <a:pt x="1" y="291"/>
                    <a:pt x="6" y="352"/>
                  </a:cubicBezTo>
                  <a:cubicBezTo>
                    <a:pt x="9" y="379"/>
                    <a:pt x="18" y="390"/>
                    <a:pt x="29" y="390"/>
                  </a:cubicBezTo>
                  <a:cubicBezTo>
                    <a:pt x="47" y="390"/>
                    <a:pt x="70" y="360"/>
                    <a:pt x="81" y="324"/>
                  </a:cubicBezTo>
                  <a:cubicBezTo>
                    <a:pt x="91" y="290"/>
                    <a:pt x="101" y="255"/>
                    <a:pt x="109" y="221"/>
                  </a:cubicBezTo>
                  <a:lnTo>
                    <a:pt x="109" y="221"/>
                  </a:lnTo>
                  <a:cubicBezTo>
                    <a:pt x="116" y="211"/>
                    <a:pt x="124" y="203"/>
                    <a:pt x="132" y="196"/>
                  </a:cubicBezTo>
                  <a:cubicBezTo>
                    <a:pt x="145" y="185"/>
                    <a:pt x="163" y="176"/>
                    <a:pt x="176" y="176"/>
                  </a:cubicBezTo>
                  <a:cubicBezTo>
                    <a:pt x="185" y="176"/>
                    <a:pt x="192" y="181"/>
                    <a:pt x="193" y="191"/>
                  </a:cubicBezTo>
                  <a:cubicBezTo>
                    <a:pt x="195" y="212"/>
                    <a:pt x="199" y="255"/>
                    <a:pt x="220" y="255"/>
                  </a:cubicBezTo>
                  <a:cubicBezTo>
                    <a:pt x="224" y="255"/>
                    <a:pt x="228" y="254"/>
                    <a:pt x="233" y="251"/>
                  </a:cubicBezTo>
                  <a:cubicBezTo>
                    <a:pt x="261" y="231"/>
                    <a:pt x="276" y="173"/>
                    <a:pt x="276" y="140"/>
                  </a:cubicBezTo>
                  <a:cubicBezTo>
                    <a:pt x="274" y="87"/>
                    <a:pt x="267" y="27"/>
                    <a:pt x="227" y="5"/>
                  </a:cubicBezTo>
                  <a:cubicBezTo>
                    <a:pt x="220" y="2"/>
                    <a:pt x="212" y="0"/>
                    <a:pt x="2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p138"/>
            <p:cNvSpPr/>
            <p:nvPr/>
          </p:nvSpPr>
          <p:spPr>
            <a:xfrm>
              <a:off x="6372295" y="1656684"/>
              <a:ext cx="60967" cy="69763"/>
            </a:xfrm>
            <a:custGeom>
              <a:rect b="b" l="l" r="r" t="t"/>
              <a:pathLst>
                <a:path extrusionOk="0" h="571" w="499">
                  <a:moveTo>
                    <a:pt x="225" y="0"/>
                  </a:moveTo>
                  <a:lnTo>
                    <a:pt x="225" y="0"/>
                  </a:lnTo>
                  <a:cubicBezTo>
                    <a:pt x="221" y="0"/>
                    <a:pt x="201" y="29"/>
                    <a:pt x="198" y="33"/>
                  </a:cubicBezTo>
                  <a:cubicBezTo>
                    <a:pt x="177" y="69"/>
                    <a:pt x="154" y="106"/>
                    <a:pt x="139" y="144"/>
                  </a:cubicBezTo>
                  <a:cubicBezTo>
                    <a:pt x="124" y="185"/>
                    <a:pt x="110" y="226"/>
                    <a:pt x="94" y="267"/>
                  </a:cubicBezTo>
                  <a:lnTo>
                    <a:pt x="94" y="267"/>
                  </a:lnTo>
                  <a:cubicBezTo>
                    <a:pt x="57" y="329"/>
                    <a:pt x="24" y="396"/>
                    <a:pt x="2" y="464"/>
                  </a:cubicBezTo>
                  <a:cubicBezTo>
                    <a:pt x="1" y="467"/>
                    <a:pt x="1" y="468"/>
                    <a:pt x="1" y="468"/>
                  </a:cubicBezTo>
                  <a:cubicBezTo>
                    <a:pt x="4" y="468"/>
                    <a:pt x="19" y="448"/>
                    <a:pt x="19" y="448"/>
                  </a:cubicBezTo>
                  <a:lnTo>
                    <a:pt x="19" y="448"/>
                  </a:lnTo>
                  <a:cubicBezTo>
                    <a:pt x="19" y="448"/>
                    <a:pt x="19" y="448"/>
                    <a:pt x="19" y="449"/>
                  </a:cubicBezTo>
                  <a:cubicBezTo>
                    <a:pt x="35" y="423"/>
                    <a:pt x="52" y="398"/>
                    <a:pt x="66" y="371"/>
                  </a:cubicBezTo>
                  <a:cubicBezTo>
                    <a:pt x="89" y="330"/>
                    <a:pt x="110" y="289"/>
                    <a:pt x="129" y="247"/>
                  </a:cubicBezTo>
                  <a:lnTo>
                    <a:pt x="129" y="247"/>
                  </a:lnTo>
                  <a:cubicBezTo>
                    <a:pt x="161" y="202"/>
                    <a:pt x="206" y="169"/>
                    <a:pt x="244" y="169"/>
                  </a:cubicBezTo>
                  <a:cubicBezTo>
                    <a:pt x="267" y="169"/>
                    <a:pt x="287" y="181"/>
                    <a:pt x="300" y="210"/>
                  </a:cubicBezTo>
                  <a:cubicBezTo>
                    <a:pt x="336" y="293"/>
                    <a:pt x="214" y="450"/>
                    <a:pt x="175" y="527"/>
                  </a:cubicBezTo>
                  <a:cubicBezTo>
                    <a:pt x="174" y="531"/>
                    <a:pt x="155" y="571"/>
                    <a:pt x="160" y="571"/>
                  </a:cubicBezTo>
                  <a:cubicBezTo>
                    <a:pt x="161" y="571"/>
                    <a:pt x="164" y="569"/>
                    <a:pt x="168" y="563"/>
                  </a:cubicBezTo>
                  <a:cubicBezTo>
                    <a:pt x="192" y="530"/>
                    <a:pt x="214" y="492"/>
                    <a:pt x="232" y="456"/>
                  </a:cubicBezTo>
                  <a:cubicBezTo>
                    <a:pt x="281" y="358"/>
                    <a:pt x="499" y="43"/>
                    <a:pt x="338" y="9"/>
                  </a:cubicBezTo>
                  <a:cubicBezTo>
                    <a:pt x="335" y="8"/>
                    <a:pt x="331" y="8"/>
                    <a:pt x="327" y="8"/>
                  </a:cubicBezTo>
                  <a:cubicBezTo>
                    <a:pt x="275" y="8"/>
                    <a:pt x="214" y="81"/>
                    <a:pt x="175" y="140"/>
                  </a:cubicBezTo>
                  <a:lnTo>
                    <a:pt x="175" y="140"/>
                  </a:lnTo>
                  <a:cubicBezTo>
                    <a:pt x="192" y="98"/>
                    <a:pt x="208" y="55"/>
                    <a:pt x="224" y="12"/>
                  </a:cubicBezTo>
                  <a:cubicBezTo>
                    <a:pt x="227" y="3"/>
                    <a:pt x="227" y="0"/>
                    <a:pt x="2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p138"/>
            <p:cNvSpPr/>
            <p:nvPr/>
          </p:nvSpPr>
          <p:spPr>
            <a:xfrm>
              <a:off x="6679448" y="773833"/>
              <a:ext cx="87601" cy="68786"/>
            </a:xfrm>
            <a:custGeom>
              <a:rect b="b" l="l" r="r" t="t"/>
              <a:pathLst>
                <a:path extrusionOk="0" h="563" w="717">
                  <a:moveTo>
                    <a:pt x="316" y="1"/>
                  </a:moveTo>
                  <a:cubicBezTo>
                    <a:pt x="273" y="1"/>
                    <a:pt x="224" y="27"/>
                    <a:pt x="161" y="95"/>
                  </a:cubicBezTo>
                  <a:cubicBezTo>
                    <a:pt x="0" y="269"/>
                    <a:pt x="79" y="305"/>
                    <a:pt x="188" y="411"/>
                  </a:cubicBezTo>
                  <a:cubicBezTo>
                    <a:pt x="259" y="481"/>
                    <a:pt x="325" y="562"/>
                    <a:pt x="407" y="562"/>
                  </a:cubicBezTo>
                  <a:cubicBezTo>
                    <a:pt x="450" y="562"/>
                    <a:pt x="499" y="538"/>
                    <a:pt x="554" y="477"/>
                  </a:cubicBezTo>
                  <a:cubicBezTo>
                    <a:pt x="716" y="302"/>
                    <a:pt x="609" y="232"/>
                    <a:pt x="498" y="126"/>
                  </a:cubicBezTo>
                  <a:cubicBezTo>
                    <a:pt x="432" y="63"/>
                    <a:pt x="382" y="1"/>
                    <a:pt x="31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p138"/>
            <p:cNvSpPr/>
            <p:nvPr/>
          </p:nvSpPr>
          <p:spPr>
            <a:xfrm>
              <a:off x="6662098" y="871941"/>
              <a:ext cx="82348" cy="62677"/>
            </a:xfrm>
            <a:custGeom>
              <a:rect b="b" l="l" r="r" t="t"/>
              <a:pathLst>
                <a:path extrusionOk="0" h="513" w="674">
                  <a:moveTo>
                    <a:pt x="235" y="0"/>
                  </a:moveTo>
                  <a:cubicBezTo>
                    <a:pt x="177" y="0"/>
                    <a:pt x="128" y="37"/>
                    <a:pt x="85" y="159"/>
                  </a:cubicBezTo>
                  <a:cubicBezTo>
                    <a:pt x="1" y="387"/>
                    <a:pt x="88" y="390"/>
                    <a:pt x="228" y="447"/>
                  </a:cubicBezTo>
                  <a:cubicBezTo>
                    <a:pt x="297" y="476"/>
                    <a:pt x="367" y="513"/>
                    <a:pt x="430" y="513"/>
                  </a:cubicBezTo>
                  <a:cubicBezTo>
                    <a:pt x="492" y="513"/>
                    <a:pt x="547" y="477"/>
                    <a:pt x="589" y="362"/>
                  </a:cubicBezTo>
                  <a:cubicBezTo>
                    <a:pt x="673" y="136"/>
                    <a:pt x="547" y="112"/>
                    <a:pt x="409" y="55"/>
                  </a:cubicBezTo>
                  <a:cubicBezTo>
                    <a:pt x="343" y="29"/>
                    <a:pt x="286" y="0"/>
                    <a:pt x="23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138"/>
            <p:cNvSpPr/>
            <p:nvPr/>
          </p:nvSpPr>
          <p:spPr>
            <a:xfrm>
              <a:off x="6803946" y="1031504"/>
              <a:ext cx="69030" cy="62066"/>
            </a:xfrm>
            <a:custGeom>
              <a:rect b="b" l="l" r="r" t="t"/>
              <a:pathLst>
                <a:path extrusionOk="0" h="508" w="565">
                  <a:moveTo>
                    <a:pt x="234" y="1"/>
                  </a:moveTo>
                  <a:cubicBezTo>
                    <a:pt x="207" y="1"/>
                    <a:pt x="176" y="12"/>
                    <a:pt x="138" y="38"/>
                  </a:cubicBezTo>
                  <a:cubicBezTo>
                    <a:pt x="1" y="134"/>
                    <a:pt x="62" y="189"/>
                    <a:pt x="141" y="310"/>
                  </a:cubicBezTo>
                  <a:cubicBezTo>
                    <a:pt x="203" y="402"/>
                    <a:pt x="257" y="508"/>
                    <a:pt x="342" y="508"/>
                  </a:cubicBezTo>
                  <a:cubicBezTo>
                    <a:pt x="367" y="508"/>
                    <a:pt x="395" y="499"/>
                    <a:pt x="427" y="477"/>
                  </a:cubicBezTo>
                  <a:cubicBezTo>
                    <a:pt x="565" y="379"/>
                    <a:pt x="484" y="289"/>
                    <a:pt x="403" y="169"/>
                  </a:cubicBezTo>
                  <a:cubicBezTo>
                    <a:pt x="346" y="80"/>
                    <a:pt x="305" y="1"/>
                    <a:pt x="23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138"/>
            <p:cNvSpPr/>
            <p:nvPr/>
          </p:nvSpPr>
          <p:spPr>
            <a:xfrm>
              <a:off x="6657089" y="697716"/>
              <a:ext cx="39219" cy="23702"/>
            </a:xfrm>
            <a:custGeom>
              <a:rect b="b" l="l" r="r" t="t"/>
              <a:pathLst>
                <a:path extrusionOk="0" h="194" w="321">
                  <a:moveTo>
                    <a:pt x="88" y="0"/>
                  </a:moveTo>
                  <a:cubicBezTo>
                    <a:pt x="54" y="0"/>
                    <a:pt x="30" y="18"/>
                    <a:pt x="19" y="86"/>
                  </a:cubicBezTo>
                  <a:cubicBezTo>
                    <a:pt x="0" y="194"/>
                    <a:pt x="73" y="168"/>
                    <a:pt x="140" y="179"/>
                  </a:cubicBezTo>
                  <a:cubicBezTo>
                    <a:pt x="150" y="181"/>
                    <a:pt x="159" y="182"/>
                    <a:pt x="167" y="182"/>
                  </a:cubicBezTo>
                  <a:cubicBezTo>
                    <a:pt x="215" y="182"/>
                    <a:pt x="238" y="156"/>
                    <a:pt x="258" y="129"/>
                  </a:cubicBezTo>
                  <a:cubicBezTo>
                    <a:pt x="321" y="41"/>
                    <a:pt x="219" y="23"/>
                    <a:pt x="152" y="10"/>
                  </a:cubicBezTo>
                  <a:cubicBezTo>
                    <a:pt x="128" y="6"/>
                    <a:pt x="107" y="0"/>
                    <a:pt x="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138"/>
            <p:cNvSpPr/>
            <p:nvPr/>
          </p:nvSpPr>
          <p:spPr>
            <a:xfrm>
              <a:off x="6130751" y="1727547"/>
              <a:ext cx="119123" cy="101163"/>
            </a:xfrm>
            <a:custGeom>
              <a:rect b="b" l="l" r="r" t="t"/>
              <a:pathLst>
                <a:path extrusionOk="0" h="828" w="975">
                  <a:moveTo>
                    <a:pt x="403" y="1"/>
                  </a:moveTo>
                  <a:cubicBezTo>
                    <a:pt x="293" y="1"/>
                    <a:pt x="165" y="41"/>
                    <a:pt x="111" y="98"/>
                  </a:cubicBezTo>
                  <a:cubicBezTo>
                    <a:pt x="1" y="208"/>
                    <a:pt x="237" y="332"/>
                    <a:pt x="128" y="506"/>
                  </a:cubicBezTo>
                  <a:cubicBezTo>
                    <a:pt x="45" y="633"/>
                    <a:pt x="34" y="828"/>
                    <a:pt x="220" y="828"/>
                  </a:cubicBezTo>
                  <a:cubicBezTo>
                    <a:pt x="288" y="828"/>
                    <a:pt x="381" y="802"/>
                    <a:pt x="506" y="739"/>
                  </a:cubicBezTo>
                  <a:cubicBezTo>
                    <a:pt x="974" y="503"/>
                    <a:pt x="542" y="351"/>
                    <a:pt x="580" y="143"/>
                  </a:cubicBezTo>
                  <a:cubicBezTo>
                    <a:pt x="600" y="40"/>
                    <a:pt x="510" y="1"/>
                    <a:pt x="40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138"/>
            <p:cNvSpPr/>
            <p:nvPr/>
          </p:nvSpPr>
          <p:spPr>
            <a:xfrm>
              <a:off x="6152498" y="1740498"/>
              <a:ext cx="78194" cy="66709"/>
            </a:xfrm>
            <a:custGeom>
              <a:rect b="b" l="l" r="r" t="t"/>
              <a:pathLst>
                <a:path extrusionOk="0" h="546" w="640">
                  <a:moveTo>
                    <a:pt x="265" y="1"/>
                  </a:moveTo>
                  <a:cubicBezTo>
                    <a:pt x="193" y="1"/>
                    <a:pt x="108" y="28"/>
                    <a:pt x="72" y="65"/>
                  </a:cubicBezTo>
                  <a:cubicBezTo>
                    <a:pt x="0" y="136"/>
                    <a:pt x="156" y="219"/>
                    <a:pt x="83" y="334"/>
                  </a:cubicBezTo>
                  <a:cubicBezTo>
                    <a:pt x="28" y="418"/>
                    <a:pt x="21" y="545"/>
                    <a:pt x="143" y="545"/>
                  </a:cubicBezTo>
                  <a:cubicBezTo>
                    <a:pt x="187" y="545"/>
                    <a:pt x="249" y="528"/>
                    <a:pt x="331" y="487"/>
                  </a:cubicBezTo>
                  <a:cubicBezTo>
                    <a:pt x="640" y="331"/>
                    <a:pt x="357" y="234"/>
                    <a:pt x="381" y="95"/>
                  </a:cubicBezTo>
                  <a:cubicBezTo>
                    <a:pt x="394" y="27"/>
                    <a:pt x="336" y="1"/>
                    <a:pt x="26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p138"/>
            <p:cNvSpPr/>
            <p:nvPr/>
          </p:nvSpPr>
          <p:spPr>
            <a:xfrm>
              <a:off x="6154942" y="1656928"/>
              <a:ext cx="59867" cy="52536"/>
            </a:xfrm>
            <a:custGeom>
              <a:rect b="b" l="l" r="r" t="t"/>
              <a:pathLst>
                <a:path extrusionOk="0" h="430" w="490">
                  <a:moveTo>
                    <a:pt x="179" y="0"/>
                  </a:moveTo>
                  <a:cubicBezTo>
                    <a:pt x="104" y="0"/>
                    <a:pt x="0" y="47"/>
                    <a:pt x="82" y="301"/>
                  </a:cubicBezTo>
                  <a:cubicBezTo>
                    <a:pt x="114" y="397"/>
                    <a:pt x="145" y="430"/>
                    <a:pt x="176" y="430"/>
                  </a:cubicBezTo>
                  <a:cubicBezTo>
                    <a:pt x="238" y="430"/>
                    <a:pt x="300" y="302"/>
                    <a:pt x="369" y="302"/>
                  </a:cubicBezTo>
                  <a:cubicBezTo>
                    <a:pt x="375" y="302"/>
                    <a:pt x="381" y="303"/>
                    <a:pt x="387" y="305"/>
                  </a:cubicBezTo>
                  <a:cubicBezTo>
                    <a:pt x="392" y="307"/>
                    <a:pt x="397" y="307"/>
                    <a:pt x="401" y="307"/>
                  </a:cubicBezTo>
                  <a:cubicBezTo>
                    <a:pt x="489" y="307"/>
                    <a:pt x="428" y="4"/>
                    <a:pt x="428" y="4"/>
                  </a:cubicBezTo>
                  <a:lnTo>
                    <a:pt x="428" y="4"/>
                  </a:lnTo>
                  <a:cubicBezTo>
                    <a:pt x="428" y="4"/>
                    <a:pt x="384" y="14"/>
                    <a:pt x="322" y="14"/>
                  </a:cubicBezTo>
                  <a:cubicBezTo>
                    <a:pt x="291" y="14"/>
                    <a:pt x="255" y="12"/>
                    <a:pt x="218" y="4"/>
                  </a:cubicBezTo>
                  <a:cubicBezTo>
                    <a:pt x="207" y="2"/>
                    <a:pt x="194" y="0"/>
                    <a:pt x="1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138"/>
            <p:cNvSpPr/>
            <p:nvPr/>
          </p:nvSpPr>
          <p:spPr>
            <a:xfrm>
              <a:off x="6178889" y="1657051"/>
              <a:ext cx="27490" cy="24069"/>
            </a:xfrm>
            <a:custGeom>
              <a:rect b="b" l="l" r="r" t="t"/>
              <a:pathLst>
                <a:path extrusionOk="0" h="197" w="225">
                  <a:moveTo>
                    <a:pt x="83" y="0"/>
                  </a:moveTo>
                  <a:cubicBezTo>
                    <a:pt x="49" y="0"/>
                    <a:pt x="0" y="20"/>
                    <a:pt x="39" y="138"/>
                  </a:cubicBezTo>
                  <a:cubicBezTo>
                    <a:pt x="53" y="182"/>
                    <a:pt x="68" y="197"/>
                    <a:pt x="82" y="197"/>
                  </a:cubicBezTo>
                  <a:cubicBezTo>
                    <a:pt x="110" y="197"/>
                    <a:pt x="139" y="138"/>
                    <a:pt x="170" y="138"/>
                  </a:cubicBezTo>
                  <a:cubicBezTo>
                    <a:pt x="173" y="138"/>
                    <a:pt x="175" y="138"/>
                    <a:pt x="178" y="139"/>
                  </a:cubicBezTo>
                  <a:cubicBezTo>
                    <a:pt x="180" y="140"/>
                    <a:pt x="182" y="140"/>
                    <a:pt x="185" y="140"/>
                  </a:cubicBezTo>
                  <a:cubicBezTo>
                    <a:pt x="225" y="140"/>
                    <a:pt x="196" y="2"/>
                    <a:pt x="196" y="2"/>
                  </a:cubicBezTo>
                  <a:lnTo>
                    <a:pt x="196" y="2"/>
                  </a:lnTo>
                  <a:cubicBezTo>
                    <a:pt x="196" y="2"/>
                    <a:pt x="175" y="6"/>
                    <a:pt x="147" y="6"/>
                  </a:cubicBezTo>
                  <a:cubicBezTo>
                    <a:pt x="133" y="6"/>
                    <a:pt x="117" y="5"/>
                    <a:pt x="100" y="2"/>
                  </a:cubicBezTo>
                  <a:cubicBezTo>
                    <a:pt x="96" y="1"/>
                    <a:pt x="90" y="0"/>
                    <a:pt x="8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138"/>
            <p:cNvSpPr/>
            <p:nvPr/>
          </p:nvSpPr>
          <p:spPr>
            <a:xfrm>
              <a:off x="6234846" y="1744407"/>
              <a:ext cx="66953" cy="56813"/>
            </a:xfrm>
            <a:custGeom>
              <a:rect b="b" l="l" r="r" t="t"/>
              <a:pathLst>
                <a:path extrusionOk="0" h="465" w="548">
                  <a:moveTo>
                    <a:pt x="259" y="1"/>
                  </a:moveTo>
                  <a:cubicBezTo>
                    <a:pt x="207" y="1"/>
                    <a:pt x="169" y="59"/>
                    <a:pt x="161" y="119"/>
                  </a:cubicBezTo>
                  <a:cubicBezTo>
                    <a:pt x="146" y="232"/>
                    <a:pt x="0" y="259"/>
                    <a:pt x="0" y="259"/>
                  </a:cubicBezTo>
                  <a:cubicBezTo>
                    <a:pt x="0" y="259"/>
                    <a:pt x="124" y="465"/>
                    <a:pt x="197" y="465"/>
                  </a:cubicBezTo>
                  <a:cubicBezTo>
                    <a:pt x="210" y="465"/>
                    <a:pt x="221" y="459"/>
                    <a:pt x="229" y="445"/>
                  </a:cubicBezTo>
                  <a:cubicBezTo>
                    <a:pt x="291" y="346"/>
                    <a:pt x="547" y="462"/>
                    <a:pt x="421" y="180"/>
                  </a:cubicBezTo>
                  <a:cubicBezTo>
                    <a:pt x="363" y="47"/>
                    <a:pt x="305" y="1"/>
                    <a:pt x="25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138"/>
            <p:cNvSpPr/>
            <p:nvPr/>
          </p:nvSpPr>
          <p:spPr>
            <a:xfrm>
              <a:off x="5957626" y="951356"/>
              <a:ext cx="867705" cy="1349573"/>
            </a:xfrm>
            <a:custGeom>
              <a:rect b="b" l="l" r="r" t="t"/>
              <a:pathLst>
                <a:path extrusionOk="0" h="11046" w="7102">
                  <a:moveTo>
                    <a:pt x="4756" y="0"/>
                  </a:moveTo>
                  <a:cubicBezTo>
                    <a:pt x="4641" y="0"/>
                    <a:pt x="4493" y="42"/>
                    <a:pt x="4319" y="116"/>
                  </a:cubicBezTo>
                  <a:lnTo>
                    <a:pt x="0" y="11046"/>
                  </a:lnTo>
                  <a:lnTo>
                    <a:pt x="6305" y="3525"/>
                  </a:lnTo>
                  <a:cubicBezTo>
                    <a:pt x="7009" y="2725"/>
                    <a:pt x="7102" y="2290"/>
                    <a:pt x="6835" y="2290"/>
                  </a:cubicBezTo>
                  <a:cubicBezTo>
                    <a:pt x="6684" y="2290"/>
                    <a:pt x="6418" y="2430"/>
                    <a:pt x="6082" y="2722"/>
                  </a:cubicBezTo>
                  <a:cubicBezTo>
                    <a:pt x="6701" y="1426"/>
                    <a:pt x="6477" y="767"/>
                    <a:pt x="5932" y="767"/>
                  </a:cubicBezTo>
                  <a:cubicBezTo>
                    <a:pt x="5607" y="767"/>
                    <a:pt x="5169" y="1001"/>
                    <a:pt x="4727" y="1472"/>
                  </a:cubicBezTo>
                  <a:cubicBezTo>
                    <a:pt x="5168" y="408"/>
                    <a:pt x="5120" y="0"/>
                    <a:pt x="4756" y="0"/>
                  </a:cubicBez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138"/>
            <p:cNvSpPr/>
            <p:nvPr/>
          </p:nvSpPr>
          <p:spPr>
            <a:xfrm>
              <a:off x="6544442" y="736324"/>
              <a:ext cx="120467" cy="105561"/>
            </a:xfrm>
            <a:custGeom>
              <a:rect b="b" l="l" r="r" t="t"/>
              <a:pathLst>
                <a:path extrusionOk="0" h="864" w="986">
                  <a:moveTo>
                    <a:pt x="380" y="1"/>
                  </a:moveTo>
                  <a:cubicBezTo>
                    <a:pt x="342" y="1"/>
                    <a:pt x="297" y="16"/>
                    <a:pt x="244" y="51"/>
                  </a:cubicBezTo>
                  <a:cubicBezTo>
                    <a:pt x="0" y="210"/>
                    <a:pt x="123" y="546"/>
                    <a:pt x="299" y="717"/>
                  </a:cubicBezTo>
                  <a:cubicBezTo>
                    <a:pt x="398" y="814"/>
                    <a:pt x="519" y="863"/>
                    <a:pt x="629" y="863"/>
                  </a:cubicBezTo>
                  <a:cubicBezTo>
                    <a:pt x="716" y="863"/>
                    <a:pt x="797" y="833"/>
                    <a:pt x="855" y="770"/>
                  </a:cubicBezTo>
                  <a:cubicBezTo>
                    <a:pt x="985" y="626"/>
                    <a:pt x="898" y="539"/>
                    <a:pt x="722" y="367"/>
                  </a:cubicBezTo>
                  <a:cubicBezTo>
                    <a:pt x="582" y="231"/>
                    <a:pt x="530" y="1"/>
                    <a:pt x="3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138"/>
            <p:cNvSpPr/>
            <p:nvPr/>
          </p:nvSpPr>
          <p:spPr>
            <a:xfrm>
              <a:off x="6530025" y="729727"/>
              <a:ext cx="95298" cy="105439"/>
            </a:xfrm>
            <a:custGeom>
              <a:rect b="b" l="l" r="r" t="t"/>
              <a:pathLst>
                <a:path extrusionOk="0" h="863" w="780">
                  <a:moveTo>
                    <a:pt x="380" y="1"/>
                  </a:moveTo>
                  <a:cubicBezTo>
                    <a:pt x="342" y="1"/>
                    <a:pt x="298" y="16"/>
                    <a:pt x="244" y="51"/>
                  </a:cubicBezTo>
                  <a:cubicBezTo>
                    <a:pt x="1" y="211"/>
                    <a:pt x="124" y="547"/>
                    <a:pt x="300" y="716"/>
                  </a:cubicBezTo>
                  <a:cubicBezTo>
                    <a:pt x="398" y="812"/>
                    <a:pt x="520" y="862"/>
                    <a:pt x="630" y="862"/>
                  </a:cubicBezTo>
                  <a:cubicBezTo>
                    <a:pt x="684" y="862"/>
                    <a:pt x="735" y="850"/>
                    <a:pt x="780" y="826"/>
                  </a:cubicBezTo>
                  <a:cubicBezTo>
                    <a:pt x="691" y="809"/>
                    <a:pt x="602" y="763"/>
                    <a:pt x="526" y="690"/>
                  </a:cubicBezTo>
                  <a:cubicBezTo>
                    <a:pt x="353" y="521"/>
                    <a:pt x="231" y="191"/>
                    <a:pt x="465" y="29"/>
                  </a:cubicBezTo>
                  <a:cubicBezTo>
                    <a:pt x="440" y="11"/>
                    <a:pt x="412" y="1"/>
                    <a:pt x="3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138"/>
            <p:cNvSpPr/>
            <p:nvPr/>
          </p:nvSpPr>
          <p:spPr>
            <a:xfrm>
              <a:off x="6510599" y="847139"/>
              <a:ext cx="81615" cy="63532"/>
            </a:xfrm>
            <a:custGeom>
              <a:rect b="b" l="l" r="r" t="t"/>
              <a:pathLst>
                <a:path extrusionOk="0" h="520" w="668">
                  <a:moveTo>
                    <a:pt x="202" y="0"/>
                  </a:moveTo>
                  <a:cubicBezTo>
                    <a:pt x="146" y="0"/>
                    <a:pt x="97" y="25"/>
                    <a:pt x="68" y="70"/>
                  </a:cubicBezTo>
                  <a:cubicBezTo>
                    <a:pt x="1" y="175"/>
                    <a:pt x="65" y="341"/>
                    <a:pt x="211" y="442"/>
                  </a:cubicBezTo>
                  <a:cubicBezTo>
                    <a:pt x="285" y="494"/>
                    <a:pt x="364" y="520"/>
                    <a:pt x="434" y="520"/>
                  </a:cubicBezTo>
                  <a:cubicBezTo>
                    <a:pt x="505" y="520"/>
                    <a:pt x="565" y="493"/>
                    <a:pt x="599" y="441"/>
                  </a:cubicBezTo>
                  <a:cubicBezTo>
                    <a:pt x="668" y="338"/>
                    <a:pt x="512" y="293"/>
                    <a:pt x="417" y="140"/>
                  </a:cubicBezTo>
                  <a:cubicBezTo>
                    <a:pt x="357" y="43"/>
                    <a:pt x="275" y="0"/>
                    <a:pt x="2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138"/>
            <p:cNvSpPr/>
            <p:nvPr/>
          </p:nvSpPr>
          <p:spPr>
            <a:xfrm>
              <a:off x="6424098" y="611459"/>
              <a:ext cx="52903" cy="42640"/>
            </a:xfrm>
            <a:custGeom>
              <a:rect b="b" l="l" r="r" t="t"/>
              <a:pathLst>
                <a:path extrusionOk="0" h="349" w="433">
                  <a:moveTo>
                    <a:pt x="152" y="0"/>
                  </a:moveTo>
                  <a:cubicBezTo>
                    <a:pt x="112" y="0"/>
                    <a:pt x="74" y="21"/>
                    <a:pt x="50" y="57"/>
                  </a:cubicBezTo>
                  <a:cubicBezTo>
                    <a:pt x="0" y="131"/>
                    <a:pt x="33" y="243"/>
                    <a:pt x="126" y="307"/>
                  </a:cubicBezTo>
                  <a:cubicBezTo>
                    <a:pt x="167" y="335"/>
                    <a:pt x="212" y="349"/>
                    <a:pt x="254" y="349"/>
                  </a:cubicBezTo>
                  <a:cubicBezTo>
                    <a:pt x="307" y="349"/>
                    <a:pt x="355" y="327"/>
                    <a:pt x="382" y="286"/>
                  </a:cubicBezTo>
                  <a:cubicBezTo>
                    <a:pt x="433" y="210"/>
                    <a:pt x="332" y="188"/>
                    <a:pt x="277" y="87"/>
                  </a:cubicBezTo>
                  <a:cubicBezTo>
                    <a:pt x="245" y="27"/>
                    <a:pt x="197" y="0"/>
                    <a:pt x="15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138"/>
            <p:cNvSpPr/>
            <p:nvPr/>
          </p:nvSpPr>
          <p:spPr>
            <a:xfrm>
              <a:off x="6557026" y="652633"/>
              <a:ext cx="48749" cy="41052"/>
            </a:xfrm>
            <a:custGeom>
              <a:rect b="b" l="l" r="r" t="t"/>
              <a:pathLst>
                <a:path extrusionOk="0" h="336" w="399">
                  <a:moveTo>
                    <a:pt x="279" y="0"/>
                  </a:moveTo>
                  <a:cubicBezTo>
                    <a:pt x="230" y="0"/>
                    <a:pt x="174" y="34"/>
                    <a:pt x="139" y="105"/>
                  </a:cubicBezTo>
                  <a:cubicBezTo>
                    <a:pt x="90" y="206"/>
                    <a:pt x="0" y="245"/>
                    <a:pt x="46" y="301"/>
                  </a:cubicBezTo>
                  <a:cubicBezTo>
                    <a:pt x="65" y="324"/>
                    <a:pt x="95" y="335"/>
                    <a:pt x="129" y="335"/>
                  </a:cubicBezTo>
                  <a:cubicBezTo>
                    <a:pt x="177" y="335"/>
                    <a:pt x="235" y="312"/>
                    <a:pt x="284" y="269"/>
                  </a:cubicBezTo>
                  <a:cubicBezTo>
                    <a:pt x="368" y="193"/>
                    <a:pt x="398" y="87"/>
                    <a:pt x="351" y="33"/>
                  </a:cubicBezTo>
                  <a:cubicBezTo>
                    <a:pt x="333" y="12"/>
                    <a:pt x="307" y="0"/>
                    <a:pt x="27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138"/>
            <p:cNvSpPr/>
            <p:nvPr/>
          </p:nvSpPr>
          <p:spPr>
            <a:xfrm>
              <a:off x="6763383" y="874262"/>
              <a:ext cx="49238" cy="41785"/>
            </a:xfrm>
            <a:custGeom>
              <a:rect b="b" l="l" r="r" t="t"/>
              <a:pathLst>
                <a:path extrusionOk="0" h="342" w="403">
                  <a:moveTo>
                    <a:pt x="280" y="1"/>
                  </a:moveTo>
                  <a:cubicBezTo>
                    <a:pt x="231" y="1"/>
                    <a:pt x="175" y="33"/>
                    <a:pt x="141" y="106"/>
                  </a:cubicBezTo>
                  <a:cubicBezTo>
                    <a:pt x="93" y="210"/>
                    <a:pt x="0" y="249"/>
                    <a:pt x="48" y="306"/>
                  </a:cubicBezTo>
                  <a:cubicBezTo>
                    <a:pt x="68" y="330"/>
                    <a:pt x="98" y="341"/>
                    <a:pt x="132" y="341"/>
                  </a:cubicBezTo>
                  <a:cubicBezTo>
                    <a:pt x="181" y="341"/>
                    <a:pt x="239" y="318"/>
                    <a:pt x="290" y="273"/>
                  </a:cubicBezTo>
                  <a:cubicBezTo>
                    <a:pt x="374" y="197"/>
                    <a:pt x="403" y="90"/>
                    <a:pt x="354" y="33"/>
                  </a:cubicBezTo>
                  <a:cubicBezTo>
                    <a:pt x="336" y="12"/>
                    <a:pt x="309" y="1"/>
                    <a:pt x="2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138"/>
            <p:cNvSpPr/>
            <p:nvPr/>
          </p:nvSpPr>
          <p:spPr>
            <a:xfrm>
              <a:off x="6441080" y="733759"/>
              <a:ext cx="46550" cy="38486"/>
            </a:xfrm>
            <a:custGeom>
              <a:rect b="b" l="l" r="r" t="t"/>
              <a:pathLst>
                <a:path extrusionOk="0" h="315" w="381">
                  <a:moveTo>
                    <a:pt x="293" y="1"/>
                  </a:moveTo>
                  <a:cubicBezTo>
                    <a:pt x="246" y="1"/>
                    <a:pt x="185" y="35"/>
                    <a:pt x="143" y="108"/>
                  </a:cubicBezTo>
                  <a:cubicBezTo>
                    <a:pt x="87" y="202"/>
                    <a:pt x="0" y="247"/>
                    <a:pt x="37" y="292"/>
                  </a:cubicBezTo>
                  <a:cubicBezTo>
                    <a:pt x="51" y="308"/>
                    <a:pt x="71" y="315"/>
                    <a:pt x="95" y="315"/>
                  </a:cubicBezTo>
                  <a:cubicBezTo>
                    <a:pt x="141" y="315"/>
                    <a:pt x="202" y="288"/>
                    <a:pt x="258" y="238"/>
                  </a:cubicBezTo>
                  <a:cubicBezTo>
                    <a:pt x="344" y="164"/>
                    <a:pt x="381" y="66"/>
                    <a:pt x="344" y="22"/>
                  </a:cubicBezTo>
                  <a:cubicBezTo>
                    <a:pt x="332" y="8"/>
                    <a:pt x="314" y="1"/>
                    <a:pt x="29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1" name="Google Shape;1251;p138"/>
          <p:cNvSpPr/>
          <p:nvPr/>
        </p:nvSpPr>
        <p:spPr>
          <a:xfrm>
            <a:off x="5833200" y="2945256"/>
            <a:ext cx="171587" cy="159791"/>
          </a:xfrm>
          <a:custGeom>
            <a:rect b="b" l="l" r="r" t="t"/>
            <a:pathLst>
              <a:path extrusionOk="0" h="3495" w="3753">
                <a:moveTo>
                  <a:pt x="3086" y="0"/>
                </a:moveTo>
                <a:lnTo>
                  <a:pt x="1984" y="942"/>
                </a:lnTo>
                <a:lnTo>
                  <a:pt x="960" y="185"/>
                </a:lnTo>
                <a:lnTo>
                  <a:pt x="960" y="185"/>
                </a:lnTo>
                <a:lnTo>
                  <a:pt x="1368" y="1344"/>
                </a:lnTo>
                <a:lnTo>
                  <a:pt x="1" y="2517"/>
                </a:lnTo>
                <a:lnTo>
                  <a:pt x="1616" y="2193"/>
                </a:lnTo>
                <a:lnTo>
                  <a:pt x="2135" y="3494"/>
                </a:lnTo>
                <a:lnTo>
                  <a:pt x="2316" y="2258"/>
                </a:lnTo>
                <a:lnTo>
                  <a:pt x="3753" y="2366"/>
                </a:lnTo>
                <a:lnTo>
                  <a:pt x="3753" y="2366"/>
                </a:lnTo>
                <a:lnTo>
                  <a:pt x="2518" y="1399"/>
                </a:lnTo>
                <a:lnTo>
                  <a:pt x="3086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2" name="Google Shape;1252;p138"/>
          <p:cNvSpPr/>
          <p:nvPr/>
        </p:nvSpPr>
        <p:spPr>
          <a:xfrm>
            <a:off x="5219438" y="4341481"/>
            <a:ext cx="171587" cy="159791"/>
          </a:xfrm>
          <a:custGeom>
            <a:rect b="b" l="l" r="r" t="t"/>
            <a:pathLst>
              <a:path extrusionOk="0" h="3495" w="3753">
                <a:moveTo>
                  <a:pt x="3086" y="0"/>
                </a:moveTo>
                <a:lnTo>
                  <a:pt x="1984" y="942"/>
                </a:lnTo>
                <a:lnTo>
                  <a:pt x="960" y="185"/>
                </a:lnTo>
                <a:lnTo>
                  <a:pt x="960" y="185"/>
                </a:lnTo>
                <a:lnTo>
                  <a:pt x="1368" y="1344"/>
                </a:lnTo>
                <a:lnTo>
                  <a:pt x="1" y="2517"/>
                </a:lnTo>
                <a:lnTo>
                  <a:pt x="1616" y="2193"/>
                </a:lnTo>
                <a:lnTo>
                  <a:pt x="2135" y="3494"/>
                </a:lnTo>
                <a:lnTo>
                  <a:pt x="2316" y="2258"/>
                </a:lnTo>
                <a:lnTo>
                  <a:pt x="3753" y="2366"/>
                </a:lnTo>
                <a:lnTo>
                  <a:pt x="3753" y="2366"/>
                </a:lnTo>
                <a:lnTo>
                  <a:pt x="2518" y="1399"/>
                </a:lnTo>
                <a:lnTo>
                  <a:pt x="3086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3" name="Google Shape;1253;p138"/>
          <p:cNvSpPr/>
          <p:nvPr/>
        </p:nvSpPr>
        <p:spPr>
          <a:xfrm>
            <a:off x="4000788" y="2895156"/>
            <a:ext cx="171587" cy="159791"/>
          </a:xfrm>
          <a:custGeom>
            <a:rect b="b" l="l" r="r" t="t"/>
            <a:pathLst>
              <a:path extrusionOk="0" h="3495" w="3753">
                <a:moveTo>
                  <a:pt x="3086" y="0"/>
                </a:moveTo>
                <a:lnTo>
                  <a:pt x="1984" y="942"/>
                </a:lnTo>
                <a:lnTo>
                  <a:pt x="960" y="185"/>
                </a:lnTo>
                <a:lnTo>
                  <a:pt x="960" y="185"/>
                </a:lnTo>
                <a:lnTo>
                  <a:pt x="1368" y="1344"/>
                </a:lnTo>
                <a:lnTo>
                  <a:pt x="1" y="2517"/>
                </a:lnTo>
                <a:lnTo>
                  <a:pt x="1616" y="2193"/>
                </a:lnTo>
                <a:lnTo>
                  <a:pt x="2135" y="3494"/>
                </a:lnTo>
                <a:lnTo>
                  <a:pt x="2316" y="2258"/>
                </a:lnTo>
                <a:lnTo>
                  <a:pt x="3753" y="2366"/>
                </a:lnTo>
                <a:lnTo>
                  <a:pt x="3753" y="2366"/>
                </a:lnTo>
                <a:lnTo>
                  <a:pt x="2518" y="1399"/>
                </a:lnTo>
                <a:lnTo>
                  <a:pt x="3086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4" name="Google Shape;1254;p138"/>
          <p:cNvSpPr/>
          <p:nvPr/>
        </p:nvSpPr>
        <p:spPr>
          <a:xfrm>
            <a:off x="3960438" y="4181681"/>
            <a:ext cx="171587" cy="159791"/>
          </a:xfrm>
          <a:custGeom>
            <a:rect b="b" l="l" r="r" t="t"/>
            <a:pathLst>
              <a:path extrusionOk="0" h="3495" w="3753">
                <a:moveTo>
                  <a:pt x="3086" y="0"/>
                </a:moveTo>
                <a:lnTo>
                  <a:pt x="1984" y="942"/>
                </a:lnTo>
                <a:lnTo>
                  <a:pt x="960" y="185"/>
                </a:lnTo>
                <a:lnTo>
                  <a:pt x="960" y="185"/>
                </a:lnTo>
                <a:lnTo>
                  <a:pt x="1368" y="1344"/>
                </a:lnTo>
                <a:lnTo>
                  <a:pt x="1" y="2517"/>
                </a:lnTo>
                <a:lnTo>
                  <a:pt x="1616" y="2193"/>
                </a:lnTo>
                <a:lnTo>
                  <a:pt x="2135" y="3494"/>
                </a:lnTo>
                <a:lnTo>
                  <a:pt x="2316" y="2258"/>
                </a:lnTo>
                <a:lnTo>
                  <a:pt x="3753" y="2366"/>
                </a:lnTo>
                <a:lnTo>
                  <a:pt x="3753" y="2366"/>
                </a:lnTo>
                <a:lnTo>
                  <a:pt x="2518" y="1399"/>
                </a:lnTo>
                <a:lnTo>
                  <a:pt x="3086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5" name="Google Shape;1255;p138"/>
          <p:cNvSpPr/>
          <p:nvPr/>
        </p:nvSpPr>
        <p:spPr>
          <a:xfrm>
            <a:off x="2079988" y="2672481"/>
            <a:ext cx="171587" cy="159791"/>
          </a:xfrm>
          <a:custGeom>
            <a:rect b="b" l="l" r="r" t="t"/>
            <a:pathLst>
              <a:path extrusionOk="0" h="3495" w="3753">
                <a:moveTo>
                  <a:pt x="3086" y="0"/>
                </a:moveTo>
                <a:lnTo>
                  <a:pt x="1984" y="942"/>
                </a:lnTo>
                <a:lnTo>
                  <a:pt x="960" y="185"/>
                </a:lnTo>
                <a:lnTo>
                  <a:pt x="960" y="185"/>
                </a:lnTo>
                <a:lnTo>
                  <a:pt x="1368" y="1344"/>
                </a:lnTo>
                <a:lnTo>
                  <a:pt x="1" y="2517"/>
                </a:lnTo>
                <a:lnTo>
                  <a:pt x="1616" y="2193"/>
                </a:lnTo>
                <a:lnTo>
                  <a:pt x="2135" y="3494"/>
                </a:lnTo>
                <a:lnTo>
                  <a:pt x="2316" y="2258"/>
                </a:lnTo>
                <a:lnTo>
                  <a:pt x="3753" y="2366"/>
                </a:lnTo>
                <a:lnTo>
                  <a:pt x="3753" y="2366"/>
                </a:lnTo>
                <a:lnTo>
                  <a:pt x="2518" y="1399"/>
                </a:lnTo>
                <a:lnTo>
                  <a:pt x="3086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6" name="Google Shape;1256;p138"/>
          <p:cNvSpPr/>
          <p:nvPr/>
        </p:nvSpPr>
        <p:spPr>
          <a:xfrm>
            <a:off x="4756613" y="961731"/>
            <a:ext cx="171587" cy="159791"/>
          </a:xfrm>
          <a:custGeom>
            <a:rect b="b" l="l" r="r" t="t"/>
            <a:pathLst>
              <a:path extrusionOk="0" h="3495" w="3753">
                <a:moveTo>
                  <a:pt x="3086" y="0"/>
                </a:moveTo>
                <a:lnTo>
                  <a:pt x="1984" y="942"/>
                </a:lnTo>
                <a:lnTo>
                  <a:pt x="960" y="185"/>
                </a:lnTo>
                <a:lnTo>
                  <a:pt x="960" y="185"/>
                </a:lnTo>
                <a:lnTo>
                  <a:pt x="1368" y="1344"/>
                </a:lnTo>
                <a:lnTo>
                  <a:pt x="1" y="2517"/>
                </a:lnTo>
                <a:lnTo>
                  <a:pt x="1616" y="2193"/>
                </a:lnTo>
                <a:lnTo>
                  <a:pt x="2135" y="3494"/>
                </a:lnTo>
                <a:lnTo>
                  <a:pt x="2316" y="2258"/>
                </a:lnTo>
                <a:lnTo>
                  <a:pt x="3753" y="2366"/>
                </a:lnTo>
                <a:lnTo>
                  <a:pt x="3753" y="2366"/>
                </a:lnTo>
                <a:lnTo>
                  <a:pt x="2518" y="1399"/>
                </a:lnTo>
                <a:lnTo>
                  <a:pt x="3086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7" name="Google Shape;1257;p138"/>
          <p:cNvSpPr/>
          <p:nvPr/>
        </p:nvSpPr>
        <p:spPr>
          <a:xfrm>
            <a:off x="2747038" y="856806"/>
            <a:ext cx="171587" cy="159791"/>
          </a:xfrm>
          <a:custGeom>
            <a:rect b="b" l="l" r="r" t="t"/>
            <a:pathLst>
              <a:path extrusionOk="0" h="3495" w="3753">
                <a:moveTo>
                  <a:pt x="3086" y="0"/>
                </a:moveTo>
                <a:lnTo>
                  <a:pt x="1984" y="942"/>
                </a:lnTo>
                <a:lnTo>
                  <a:pt x="960" y="185"/>
                </a:lnTo>
                <a:lnTo>
                  <a:pt x="960" y="185"/>
                </a:lnTo>
                <a:lnTo>
                  <a:pt x="1368" y="1344"/>
                </a:lnTo>
                <a:lnTo>
                  <a:pt x="1" y="2517"/>
                </a:lnTo>
                <a:lnTo>
                  <a:pt x="1616" y="2193"/>
                </a:lnTo>
                <a:lnTo>
                  <a:pt x="2135" y="3494"/>
                </a:lnTo>
                <a:lnTo>
                  <a:pt x="2316" y="2258"/>
                </a:lnTo>
                <a:lnTo>
                  <a:pt x="3753" y="2366"/>
                </a:lnTo>
                <a:lnTo>
                  <a:pt x="3753" y="2366"/>
                </a:lnTo>
                <a:lnTo>
                  <a:pt x="2518" y="1399"/>
                </a:lnTo>
                <a:lnTo>
                  <a:pt x="3086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8" name="Google Shape;1258;p138"/>
          <p:cNvSpPr/>
          <p:nvPr/>
        </p:nvSpPr>
        <p:spPr>
          <a:xfrm>
            <a:off x="1189413" y="4181681"/>
            <a:ext cx="171587" cy="159791"/>
          </a:xfrm>
          <a:custGeom>
            <a:rect b="b" l="l" r="r" t="t"/>
            <a:pathLst>
              <a:path extrusionOk="0" h="3495" w="3753">
                <a:moveTo>
                  <a:pt x="3086" y="0"/>
                </a:moveTo>
                <a:lnTo>
                  <a:pt x="1984" y="942"/>
                </a:lnTo>
                <a:lnTo>
                  <a:pt x="960" y="185"/>
                </a:lnTo>
                <a:lnTo>
                  <a:pt x="960" y="185"/>
                </a:lnTo>
                <a:lnTo>
                  <a:pt x="1368" y="1344"/>
                </a:lnTo>
                <a:lnTo>
                  <a:pt x="1" y="2517"/>
                </a:lnTo>
                <a:lnTo>
                  <a:pt x="1616" y="2193"/>
                </a:lnTo>
                <a:lnTo>
                  <a:pt x="2135" y="3494"/>
                </a:lnTo>
                <a:lnTo>
                  <a:pt x="2316" y="2258"/>
                </a:lnTo>
                <a:lnTo>
                  <a:pt x="3753" y="2366"/>
                </a:lnTo>
                <a:lnTo>
                  <a:pt x="3753" y="2366"/>
                </a:lnTo>
                <a:lnTo>
                  <a:pt x="2518" y="1399"/>
                </a:lnTo>
                <a:lnTo>
                  <a:pt x="3086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9" name="Google Shape;1259;p138"/>
          <p:cNvSpPr/>
          <p:nvPr/>
        </p:nvSpPr>
        <p:spPr>
          <a:xfrm>
            <a:off x="3113400" y="1940369"/>
            <a:ext cx="171587" cy="159791"/>
          </a:xfrm>
          <a:custGeom>
            <a:rect b="b" l="l" r="r" t="t"/>
            <a:pathLst>
              <a:path extrusionOk="0" h="3495" w="3753">
                <a:moveTo>
                  <a:pt x="3086" y="0"/>
                </a:moveTo>
                <a:lnTo>
                  <a:pt x="1984" y="942"/>
                </a:lnTo>
                <a:lnTo>
                  <a:pt x="960" y="185"/>
                </a:lnTo>
                <a:lnTo>
                  <a:pt x="960" y="185"/>
                </a:lnTo>
                <a:lnTo>
                  <a:pt x="1368" y="1344"/>
                </a:lnTo>
                <a:lnTo>
                  <a:pt x="1" y="2517"/>
                </a:lnTo>
                <a:lnTo>
                  <a:pt x="1616" y="2193"/>
                </a:lnTo>
                <a:lnTo>
                  <a:pt x="2135" y="3494"/>
                </a:lnTo>
                <a:lnTo>
                  <a:pt x="2316" y="2258"/>
                </a:lnTo>
                <a:lnTo>
                  <a:pt x="3753" y="2366"/>
                </a:lnTo>
                <a:lnTo>
                  <a:pt x="3753" y="2366"/>
                </a:lnTo>
                <a:lnTo>
                  <a:pt x="2518" y="1399"/>
                </a:lnTo>
                <a:lnTo>
                  <a:pt x="3086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0" name="Google Shape;1260;p138"/>
          <p:cNvSpPr/>
          <p:nvPr/>
        </p:nvSpPr>
        <p:spPr>
          <a:xfrm>
            <a:off x="2532325" y="3554144"/>
            <a:ext cx="171587" cy="159791"/>
          </a:xfrm>
          <a:custGeom>
            <a:rect b="b" l="l" r="r" t="t"/>
            <a:pathLst>
              <a:path extrusionOk="0" h="3495" w="3753">
                <a:moveTo>
                  <a:pt x="3086" y="0"/>
                </a:moveTo>
                <a:lnTo>
                  <a:pt x="1984" y="942"/>
                </a:lnTo>
                <a:lnTo>
                  <a:pt x="960" y="185"/>
                </a:lnTo>
                <a:lnTo>
                  <a:pt x="960" y="185"/>
                </a:lnTo>
                <a:lnTo>
                  <a:pt x="1368" y="1344"/>
                </a:lnTo>
                <a:lnTo>
                  <a:pt x="1" y="2517"/>
                </a:lnTo>
                <a:lnTo>
                  <a:pt x="1616" y="2193"/>
                </a:lnTo>
                <a:lnTo>
                  <a:pt x="2135" y="3494"/>
                </a:lnTo>
                <a:lnTo>
                  <a:pt x="2316" y="2258"/>
                </a:lnTo>
                <a:lnTo>
                  <a:pt x="3753" y="2366"/>
                </a:lnTo>
                <a:lnTo>
                  <a:pt x="3753" y="2366"/>
                </a:lnTo>
                <a:lnTo>
                  <a:pt x="2518" y="1399"/>
                </a:lnTo>
                <a:lnTo>
                  <a:pt x="3086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1" name="Google Shape;1261;p138"/>
          <p:cNvSpPr/>
          <p:nvPr/>
        </p:nvSpPr>
        <p:spPr>
          <a:xfrm>
            <a:off x="1265250" y="1697544"/>
            <a:ext cx="171587" cy="159791"/>
          </a:xfrm>
          <a:custGeom>
            <a:rect b="b" l="l" r="r" t="t"/>
            <a:pathLst>
              <a:path extrusionOk="0" h="3495" w="3753">
                <a:moveTo>
                  <a:pt x="3086" y="0"/>
                </a:moveTo>
                <a:lnTo>
                  <a:pt x="1984" y="942"/>
                </a:lnTo>
                <a:lnTo>
                  <a:pt x="960" y="185"/>
                </a:lnTo>
                <a:lnTo>
                  <a:pt x="960" y="185"/>
                </a:lnTo>
                <a:lnTo>
                  <a:pt x="1368" y="1344"/>
                </a:lnTo>
                <a:lnTo>
                  <a:pt x="1" y="2517"/>
                </a:lnTo>
                <a:lnTo>
                  <a:pt x="1616" y="2193"/>
                </a:lnTo>
                <a:lnTo>
                  <a:pt x="2135" y="3494"/>
                </a:lnTo>
                <a:lnTo>
                  <a:pt x="2316" y="2258"/>
                </a:lnTo>
                <a:lnTo>
                  <a:pt x="3753" y="2366"/>
                </a:lnTo>
                <a:lnTo>
                  <a:pt x="3753" y="2366"/>
                </a:lnTo>
                <a:lnTo>
                  <a:pt x="2518" y="1399"/>
                </a:lnTo>
                <a:lnTo>
                  <a:pt x="3086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BLANK_1_1_1_1_1_1_1_2"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139"/>
          <p:cNvSpPr/>
          <p:nvPr/>
        </p:nvSpPr>
        <p:spPr>
          <a:xfrm>
            <a:off x="285100" y="268025"/>
            <a:ext cx="8573700" cy="4607400"/>
          </a:xfrm>
          <a:prstGeom prst="plus">
            <a:avLst>
              <a:gd fmla="val 3202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64" name="Google Shape;1264;p139"/>
          <p:cNvGrpSpPr/>
          <p:nvPr/>
        </p:nvGrpSpPr>
        <p:grpSpPr>
          <a:xfrm>
            <a:off x="2562475" y="2291275"/>
            <a:ext cx="490125" cy="426225"/>
            <a:chOff x="3216200" y="1855475"/>
            <a:chExt cx="490125" cy="426225"/>
          </a:xfrm>
        </p:grpSpPr>
        <p:sp>
          <p:nvSpPr>
            <p:cNvPr id="1265" name="Google Shape;1265;p139"/>
            <p:cNvSpPr/>
            <p:nvPr/>
          </p:nvSpPr>
          <p:spPr>
            <a:xfrm>
              <a:off x="3216200" y="1855475"/>
              <a:ext cx="490125" cy="404050"/>
            </a:xfrm>
            <a:custGeom>
              <a:rect b="b" l="l" r="r" t="t"/>
              <a:pathLst>
                <a:path extrusionOk="0" h="16162" w="19605">
                  <a:moveTo>
                    <a:pt x="14647" y="1"/>
                  </a:moveTo>
                  <a:lnTo>
                    <a:pt x="1" y="8836"/>
                  </a:lnTo>
                  <a:lnTo>
                    <a:pt x="5468" y="16161"/>
                  </a:lnTo>
                  <a:lnTo>
                    <a:pt x="19604" y="8993"/>
                  </a:lnTo>
                  <a:lnTo>
                    <a:pt x="1464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p139"/>
            <p:cNvSpPr/>
            <p:nvPr/>
          </p:nvSpPr>
          <p:spPr>
            <a:xfrm>
              <a:off x="3231800" y="1877675"/>
              <a:ext cx="468350" cy="404025"/>
            </a:xfrm>
            <a:custGeom>
              <a:rect b="b" l="l" r="r" t="t"/>
              <a:pathLst>
                <a:path extrusionOk="0" h="16161" w="18734">
                  <a:moveTo>
                    <a:pt x="13855" y="0"/>
                  </a:moveTo>
                  <a:lnTo>
                    <a:pt x="1" y="8888"/>
                  </a:lnTo>
                  <a:lnTo>
                    <a:pt x="4673" y="16161"/>
                  </a:lnTo>
                  <a:lnTo>
                    <a:pt x="18734" y="8231"/>
                  </a:lnTo>
                  <a:lnTo>
                    <a:pt x="13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p139"/>
            <p:cNvSpPr/>
            <p:nvPr/>
          </p:nvSpPr>
          <p:spPr>
            <a:xfrm>
              <a:off x="3227125" y="1866575"/>
              <a:ext cx="469050" cy="404025"/>
            </a:xfrm>
            <a:custGeom>
              <a:rect b="b" l="l" r="r" t="t"/>
              <a:pathLst>
                <a:path extrusionOk="0" h="16161" w="18762">
                  <a:moveTo>
                    <a:pt x="14065" y="0"/>
                  </a:moveTo>
                  <a:lnTo>
                    <a:pt x="0" y="8545"/>
                  </a:lnTo>
                  <a:lnTo>
                    <a:pt x="4883" y="16161"/>
                  </a:lnTo>
                  <a:lnTo>
                    <a:pt x="18762" y="8396"/>
                  </a:lnTo>
                  <a:lnTo>
                    <a:pt x="1406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p139"/>
            <p:cNvSpPr/>
            <p:nvPr/>
          </p:nvSpPr>
          <p:spPr>
            <a:xfrm>
              <a:off x="3620875" y="1934100"/>
              <a:ext cx="81050" cy="188425"/>
            </a:xfrm>
            <a:custGeom>
              <a:rect b="b" l="l" r="r" t="t"/>
              <a:pathLst>
                <a:path extrusionOk="0" h="7537" w="3242">
                  <a:moveTo>
                    <a:pt x="0" y="1"/>
                  </a:moveTo>
                  <a:lnTo>
                    <a:pt x="117" y="7536"/>
                  </a:lnTo>
                  <a:lnTo>
                    <a:pt x="2989" y="5937"/>
                  </a:lnTo>
                  <a:lnTo>
                    <a:pt x="3241" y="581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139"/>
            <p:cNvSpPr/>
            <p:nvPr/>
          </p:nvSpPr>
          <p:spPr>
            <a:xfrm>
              <a:off x="3235250" y="2013700"/>
              <a:ext cx="147975" cy="261750"/>
            </a:xfrm>
            <a:custGeom>
              <a:rect b="b" l="l" r="r" t="t"/>
              <a:pathLst>
                <a:path extrusionOk="0" h="10470" w="5919">
                  <a:moveTo>
                    <a:pt x="5918" y="0"/>
                  </a:moveTo>
                  <a:lnTo>
                    <a:pt x="0" y="3422"/>
                  </a:lnTo>
                  <a:lnTo>
                    <a:pt x="4550" y="10469"/>
                  </a:lnTo>
                  <a:lnTo>
                    <a:pt x="5022" y="10133"/>
                  </a:lnTo>
                  <a:lnTo>
                    <a:pt x="5918" y="0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0" name="Google Shape;1270;p139"/>
            <p:cNvSpPr/>
            <p:nvPr/>
          </p:nvSpPr>
          <p:spPr>
            <a:xfrm>
              <a:off x="3216600" y="1855475"/>
              <a:ext cx="379875" cy="246500"/>
            </a:xfrm>
            <a:custGeom>
              <a:rect b="b" l="l" r="r" t="t"/>
              <a:pathLst>
                <a:path extrusionOk="0" h="9860" w="15195">
                  <a:moveTo>
                    <a:pt x="14631" y="1"/>
                  </a:moveTo>
                  <a:lnTo>
                    <a:pt x="0" y="8827"/>
                  </a:lnTo>
                  <a:lnTo>
                    <a:pt x="728" y="9859"/>
                  </a:lnTo>
                  <a:lnTo>
                    <a:pt x="15195" y="1087"/>
                  </a:lnTo>
                  <a:lnTo>
                    <a:pt x="1463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p139"/>
            <p:cNvSpPr/>
            <p:nvPr/>
          </p:nvSpPr>
          <p:spPr>
            <a:xfrm>
              <a:off x="3490300" y="1946125"/>
              <a:ext cx="174950" cy="166650"/>
            </a:xfrm>
            <a:custGeom>
              <a:rect b="b" l="l" r="r" t="t"/>
              <a:pathLst>
                <a:path extrusionOk="0" h="6666" w="6998">
                  <a:moveTo>
                    <a:pt x="2785" y="1"/>
                  </a:moveTo>
                  <a:cubicBezTo>
                    <a:pt x="1969" y="1"/>
                    <a:pt x="1020" y="361"/>
                    <a:pt x="1" y="1243"/>
                  </a:cubicBezTo>
                  <a:lnTo>
                    <a:pt x="3103" y="6666"/>
                  </a:lnTo>
                  <a:cubicBezTo>
                    <a:pt x="6997" y="4942"/>
                    <a:pt x="5806" y="1"/>
                    <a:pt x="27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2" name="Google Shape;1272;p139"/>
            <p:cNvSpPr/>
            <p:nvPr/>
          </p:nvSpPr>
          <p:spPr>
            <a:xfrm>
              <a:off x="3492700" y="1953750"/>
              <a:ext cx="160400" cy="152775"/>
            </a:xfrm>
            <a:custGeom>
              <a:rect b="b" l="l" r="r" t="t"/>
              <a:pathLst>
                <a:path extrusionOk="0" h="6111" w="6416">
                  <a:moveTo>
                    <a:pt x="2553" y="1"/>
                  </a:moveTo>
                  <a:cubicBezTo>
                    <a:pt x="1805" y="1"/>
                    <a:pt x="935" y="331"/>
                    <a:pt x="1" y="1140"/>
                  </a:cubicBezTo>
                  <a:lnTo>
                    <a:pt x="2847" y="6110"/>
                  </a:lnTo>
                  <a:cubicBezTo>
                    <a:pt x="6415" y="4532"/>
                    <a:pt x="5323" y="1"/>
                    <a:pt x="25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139"/>
            <p:cNvSpPr/>
            <p:nvPr/>
          </p:nvSpPr>
          <p:spPr>
            <a:xfrm>
              <a:off x="3254325" y="2041350"/>
              <a:ext cx="188275" cy="165450"/>
            </a:xfrm>
            <a:custGeom>
              <a:rect b="b" l="l" r="r" t="t"/>
              <a:pathLst>
                <a:path extrusionOk="0" h="6618" w="7531">
                  <a:moveTo>
                    <a:pt x="4366" y="1"/>
                  </a:moveTo>
                  <a:lnTo>
                    <a:pt x="4366" y="1"/>
                  </a:lnTo>
                  <a:cubicBezTo>
                    <a:pt x="1" y="1949"/>
                    <a:pt x="2057" y="6617"/>
                    <a:pt x="5118" y="6617"/>
                  </a:cubicBezTo>
                  <a:cubicBezTo>
                    <a:pt x="5887" y="6617"/>
                    <a:pt x="6720" y="6322"/>
                    <a:pt x="7530" y="5615"/>
                  </a:cubicBezTo>
                  <a:lnTo>
                    <a:pt x="43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4" name="Google Shape;1274;p139"/>
            <p:cNvSpPr/>
            <p:nvPr/>
          </p:nvSpPr>
          <p:spPr>
            <a:xfrm>
              <a:off x="3267575" y="2046625"/>
              <a:ext cx="170800" cy="150150"/>
            </a:xfrm>
            <a:custGeom>
              <a:rect b="b" l="l" r="r" t="t"/>
              <a:pathLst>
                <a:path extrusionOk="0" h="6006" w="6832">
                  <a:moveTo>
                    <a:pt x="3961" y="0"/>
                  </a:moveTo>
                  <a:lnTo>
                    <a:pt x="3961" y="0"/>
                  </a:lnTo>
                  <a:cubicBezTo>
                    <a:pt x="0" y="1769"/>
                    <a:pt x="1867" y="6005"/>
                    <a:pt x="4644" y="6005"/>
                  </a:cubicBezTo>
                  <a:cubicBezTo>
                    <a:pt x="5342" y="6005"/>
                    <a:pt x="6097" y="5738"/>
                    <a:pt x="6831" y="5097"/>
                  </a:cubicBezTo>
                  <a:lnTo>
                    <a:pt x="396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5" name="Google Shape;1275;p139"/>
            <p:cNvSpPr/>
            <p:nvPr/>
          </p:nvSpPr>
          <p:spPr>
            <a:xfrm>
              <a:off x="3311100" y="2072325"/>
              <a:ext cx="107950" cy="101725"/>
            </a:xfrm>
            <a:custGeom>
              <a:rect b="b" l="l" r="r" t="t"/>
              <a:pathLst>
                <a:path extrusionOk="0" h="4069" w="4318">
                  <a:moveTo>
                    <a:pt x="2373" y="0"/>
                  </a:moveTo>
                  <a:lnTo>
                    <a:pt x="2373" y="0"/>
                  </a:lnTo>
                  <a:cubicBezTo>
                    <a:pt x="1" y="940"/>
                    <a:pt x="1391" y="4069"/>
                    <a:pt x="3059" y="4069"/>
                  </a:cubicBezTo>
                  <a:cubicBezTo>
                    <a:pt x="3479" y="4069"/>
                    <a:pt x="3917" y="3870"/>
                    <a:pt x="4317" y="3387"/>
                  </a:cubicBezTo>
                  <a:lnTo>
                    <a:pt x="237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6" name="Google Shape;1276;p139"/>
            <p:cNvSpPr/>
            <p:nvPr/>
          </p:nvSpPr>
          <p:spPr>
            <a:xfrm>
              <a:off x="3361850" y="2095575"/>
              <a:ext cx="47700" cy="44950"/>
            </a:xfrm>
            <a:custGeom>
              <a:rect b="b" l="l" r="r" t="t"/>
              <a:pathLst>
                <a:path extrusionOk="0" h="1798" w="1908">
                  <a:moveTo>
                    <a:pt x="1048" y="1"/>
                  </a:moveTo>
                  <a:lnTo>
                    <a:pt x="1048" y="1"/>
                  </a:lnTo>
                  <a:cubicBezTo>
                    <a:pt x="0" y="415"/>
                    <a:pt x="615" y="1798"/>
                    <a:pt x="1352" y="1798"/>
                  </a:cubicBezTo>
                  <a:cubicBezTo>
                    <a:pt x="1538" y="1798"/>
                    <a:pt x="1731" y="1710"/>
                    <a:pt x="1908" y="1497"/>
                  </a:cubicBezTo>
                  <a:lnTo>
                    <a:pt x="104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p139"/>
            <p:cNvSpPr/>
            <p:nvPr/>
          </p:nvSpPr>
          <p:spPr>
            <a:xfrm>
              <a:off x="3510525" y="1984775"/>
              <a:ext cx="107300" cy="95250"/>
            </a:xfrm>
            <a:custGeom>
              <a:rect b="b" l="l" r="r" t="t"/>
              <a:pathLst>
                <a:path extrusionOk="0" h="3810" w="4292">
                  <a:moveTo>
                    <a:pt x="1278" y="1"/>
                  </a:moveTo>
                  <a:cubicBezTo>
                    <a:pt x="872" y="1"/>
                    <a:pt x="434" y="164"/>
                    <a:pt x="1" y="558"/>
                  </a:cubicBezTo>
                  <a:lnTo>
                    <a:pt x="1909" y="3810"/>
                  </a:lnTo>
                  <a:cubicBezTo>
                    <a:pt x="4291" y="3222"/>
                    <a:pt x="3085" y="1"/>
                    <a:pt x="12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139"/>
            <p:cNvSpPr/>
            <p:nvPr/>
          </p:nvSpPr>
          <p:spPr>
            <a:xfrm>
              <a:off x="3520825" y="2012325"/>
              <a:ext cx="55825" cy="49500"/>
            </a:xfrm>
            <a:custGeom>
              <a:rect b="b" l="l" r="r" t="t"/>
              <a:pathLst>
                <a:path extrusionOk="0" h="1980" w="2233">
                  <a:moveTo>
                    <a:pt x="666" y="0"/>
                  </a:moveTo>
                  <a:cubicBezTo>
                    <a:pt x="454" y="0"/>
                    <a:pt x="227" y="85"/>
                    <a:pt x="1" y="290"/>
                  </a:cubicBezTo>
                  <a:lnTo>
                    <a:pt x="994" y="1979"/>
                  </a:lnTo>
                  <a:cubicBezTo>
                    <a:pt x="2233" y="1676"/>
                    <a:pt x="1606" y="0"/>
                    <a:pt x="66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p139"/>
            <p:cNvSpPr/>
            <p:nvPr/>
          </p:nvSpPr>
          <p:spPr>
            <a:xfrm>
              <a:off x="3495925" y="1952550"/>
              <a:ext cx="90575" cy="138575"/>
            </a:xfrm>
            <a:custGeom>
              <a:rect b="b" l="l" r="r" t="t"/>
              <a:pathLst>
                <a:path extrusionOk="0" h="5543" w="3623">
                  <a:moveTo>
                    <a:pt x="2531" y="1"/>
                  </a:moveTo>
                  <a:cubicBezTo>
                    <a:pt x="1790" y="1"/>
                    <a:pt x="927" y="329"/>
                    <a:pt x="1" y="1131"/>
                  </a:cubicBezTo>
                  <a:lnTo>
                    <a:pt x="2526" y="5543"/>
                  </a:lnTo>
                  <a:lnTo>
                    <a:pt x="3622" y="268"/>
                  </a:lnTo>
                  <a:cubicBezTo>
                    <a:pt x="3301" y="97"/>
                    <a:pt x="2934" y="1"/>
                    <a:pt x="2531" y="1"/>
                  </a:cubicBez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0" name="Google Shape;1280;p139"/>
            <p:cNvSpPr/>
            <p:nvPr/>
          </p:nvSpPr>
          <p:spPr>
            <a:xfrm>
              <a:off x="3342150" y="2048775"/>
              <a:ext cx="82375" cy="148050"/>
            </a:xfrm>
            <a:custGeom>
              <a:rect b="b" l="l" r="r" t="t"/>
              <a:pathLst>
                <a:path extrusionOk="0" h="5922" w="3295">
                  <a:moveTo>
                    <a:pt x="848" y="0"/>
                  </a:moveTo>
                  <a:cubicBezTo>
                    <a:pt x="726" y="55"/>
                    <a:pt x="617" y="113"/>
                    <a:pt x="506" y="171"/>
                  </a:cubicBezTo>
                  <a:lnTo>
                    <a:pt x="0" y="5374"/>
                  </a:lnTo>
                  <a:cubicBezTo>
                    <a:pt x="505" y="5689"/>
                    <a:pt x="1005" y="5921"/>
                    <a:pt x="1589" y="5921"/>
                  </a:cubicBezTo>
                  <a:cubicBezTo>
                    <a:pt x="2081" y="5921"/>
                    <a:pt x="2631" y="5756"/>
                    <a:pt x="3294" y="5337"/>
                  </a:cubicBezTo>
                  <a:lnTo>
                    <a:pt x="848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p139"/>
            <p:cNvSpPr/>
            <p:nvPr/>
          </p:nvSpPr>
          <p:spPr>
            <a:xfrm>
              <a:off x="3395325" y="2014975"/>
              <a:ext cx="157675" cy="157150"/>
            </a:xfrm>
            <a:custGeom>
              <a:rect b="b" l="l" r="r" t="t"/>
              <a:pathLst>
                <a:path extrusionOk="0" h="6286" w="6307">
                  <a:moveTo>
                    <a:pt x="3976" y="1"/>
                  </a:moveTo>
                  <a:lnTo>
                    <a:pt x="1" y="2380"/>
                  </a:lnTo>
                  <a:lnTo>
                    <a:pt x="2292" y="6285"/>
                  </a:lnTo>
                  <a:lnTo>
                    <a:pt x="6306" y="3981"/>
                  </a:lnTo>
                  <a:lnTo>
                    <a:pt x="397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139"/>
            <p:cNvSpPr/>
            <p:nvPr/>
          </p:nvSpPr>
          <p:spPr>
            <a:xfrm>
              <a:off x="3404500" y="2024175"/>
              <a:ext cx="139200" cy="138775"/>
            </a:xfrm>
            <a:custGeom>
              <a:rect b="b" l="l" r="r" t="t"/>
              <a:pathLst>
                <a:path extrusionOk="0" h="5551" w="5568">
                  <a:moveTo>
                    <a:pt x="3512" y="1"/>
                  </a:moveTo>
                  <a:lnTo>
                    <a:pt x="0" y="2101"/>
                  </a:lnTo>
                  <a:lnTo>
                    <a:pt x="2024" y="5551"/>
                  </a:lnTo>
                  <a:lnTo>
                    <a:pt x="5567" y="3517"/>
                  </a:lnTo>
                  <a:lnTo>
                    <a:pt x="351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139"/>
            <p:cNvSpPr/>
            <p:nvPr/>
          </p:nvSpPr>
          <p:spPr>
            <a:xfrm>
              <a:off x="3418975" y="2038600"/>
              <a:ext cx="100050" cy="86000"/>
            </a:xfrm>
            <a:custGeom>
              <a:rect b="b" l="l" r="r" t="t"/>
              <a:pathLst>
                <a:path extrusionOk="0" h="3440" w="4002">
                  <a:moveTo>
                    <a:pt x="3033" y="1"/>
                  </a:moveTo>
                  <a:lnTo>
                    <a:pt x="1" y="1886"/>
                  </a:lnTo>
                  <a:lnTo>
                    <a:pt x="835" y="3439"/>
                  </a:lnTo>
                  <a:lnTo>
                    <a:pt x="4002" y="1671"/>
                  </a:lnTo>
                  <a:lnTo>
                    <a:pt x="303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p139"/>
            <p:cNvSpPr/>
            <p:nvPr/>
          </p:nvSpPr>
          <p:spPr>
            <a:xfrm>
              <a:off x="3551250" y="1953325"/>
              <a:ext cx="34700" cy="137850"/>
            </a:xfrm>
            <a:custGeom>
              <a:rect b="b" l="l" r="r" t="t"/>
              <a:pathLst>
                <a:path extrusionOk="0" h="5514" w="1388">
                  <a:moveTo>
                    <a:pt x="549" y="0"/>
                  </a:moveTo>
                  <a:lnTo>
                    <a:pt x="1" y="5029"/>
                  </a:lnTo>
                  <a:lnTo>
                    <a:pt x="313" y="5513"/>
                  </a:lnTo>
                  <a:lnTo>
                    <a:pt x="1388" y="295"/>
                  </a:lnTo>
                  <a:lnTo>
                    <a:pt x="549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139"/>
            <p:cNvSpPr/>
            <p:nvPr/>
          </p:nvSpPr>
          <p:spPr>
            <a:xfrm>
              <a:off x="3341600" y="2048775"/>
              <a:ext cx="21750" cy="142750"/>
            </a:xfrm>
            <a:custGeom>
              <a:rect b="b" l="l" r="r" t="t"/>
              <a:pathLst>
                <a:path extrusionOk="0" h="5710" w="870">
                  <a:moveTo>
                    <a:pt x="870" y="0"/>
                  </a:moveTo>
                  <a:lnTo>
                    <a:pt x="528" y="171"/>
                  </a:lnTo>
                  <a:lnTo>
                    <a:pt x="1" y="5391"/>
                  </a:lnTo>
                  <a:lnTo>
                    <a:pt x="582" y="5709"/>
                  </a:lnTo>
                  <a:lnTo>
                    <a:pt x="870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139"/>
            <p:cNvSpPr/>
            <p:nvPr/>
          </p:nvSpPr>
          <p:spPr>
            <a:xfrm>
              <a:off x="3384900" y="1857075"/>
              <a:ext cx="210925" cy="150875"/>
            </a:xfrm>
            <a:custGeom>
              <a:rect b="b" l="l" r="r" t="t"/>
              <a:pathLst>
                <a:path extrusionOk="0" h="6035" w="8437">
                  <a:moveTo>
                    <a:pt x="7914" y="1"/>
                  </a:moveTo>
                  <a:lnTo>
                    <a:pt x="118" y="4616"/>
                  </a:lnTo>
                  <a:lnTo>
                    <a:pt x="1" y="6035"/>
                  </a:lnTo>
                  <a:lnTo>
                    <a:pt x="1" y="6035"/>
                  </a:lnTo>
                  <a:lnTo>
                    <a:pt x="8437" y="1033"/>
                  </a:lnTo>
                  <a:lnTo>
                    <a:pt x="7914" y="1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7" name="Google Shape;1287;p139"/>
            <p:cNvSpPr/>
            <p:nvPr/>
          </p:nvSpPr>
          <p:spPr>
            <a:xfrm>
              <a:off x="3231050" y="1882500"/>
              <a:ext cx="372550" cy="224850"/>
            </a:xfrm>
            <a:custGeom>
              <a:rect b="b" l="l" r="r" t="t"/>
              <a:pathLst>
                <a:path extrusionOk="0" h="8994" w="14902">
                  <a:moveTo>
                    <a:pt x="14611" y="0"/>
                  </a:moveTo>
                  <a:lnTo>
                    <a:pt x="1" y="8711"/>
                  </a:lnTo>
                  <a:lnTo>
                    <a:pt x="154" y="8993"/>
                  </a:lnTo>
                  <a:lnTo>
                    <a:pt x="14902" y="447"/>
                  </a:lnTo>
                  <a:lnTo>
                    <a:pt x="1461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p139"/>
            <p:cNvSpPr/>
            <p:nvPr/>
          </p:nvSpPr>
          <p:spPr>
            <a:xfrm>
              <a:off x="3427175" y="2045725"/>
              <a:ext cx="83425" cy="71600"/>
            </a:xfrm>
            <a:custGeom>
              <a:rect b="b" l="l" r="r" t="t"/>
              <a:pathLst>
                <a:path extrusionOk="0" h="2864" w="3337">
                  <a:moveTo>
                    <a:pt x="2527" y="1"/>
                  </a:moveTo>
                  <a:lnTo>
                    <a:pt x="1" y="1569"/>
                  </a:lnTo>
                  <a:lnTo>
                    <a:pt x="695" y="2864"/>
                  </a:lnTo>
                  <a:lnTo>
                    <a:pt x="3336" y="1391"/>
                  </a:lnTo>
                  <a:lnTo>
                    <a:pt x="252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89" name="Google Shape;1289;p139"/>
          <p:cNvGrpSpPr/>
          <p:nvPr/>
        </p:nvGrpSpPr>
        <p:grpSpPr>
          <a:xfrm>
            <a:off x="1108475" y="2571750"/>
            <a:ext cx="689475" cy="727375"/>
            <a:chOff x="2450125" y="1913625"/>
            <a:chExt cx="689475" cy="727375"/>
          </a:xfrm>
        </p:grpSpPr>
        <p:sp>
          <p:nvSpPr>
            <p:cNvPr id="1290" name="Google Shape;1290;p139"/>
            <p:cNvSpPr/>
            <p:nvPr/>
          </p:nvSpPr>
          <p:spPr>
            <a:xfrm>
              <a:off x="2450125" y="2090400"/>
              <a:ext cx="621025" cy="550600"/>
            </a:xfrm>
            <a:custGeom>
              <a:rect b="b" l="l" r="r" t="t"/>
              <a:pathLst>
                <a:path extrusionOk="0" h="22024" w="24841">
                  <a:moveTo>
                    <a:pt x="5752" y="0"/>
                  </a:moveTo>
                  <a:lnTo>
                    <a:pt x="251" y="11439"/>
                  </a:lnTo>
                  <a:cubicBezTo>
                    <a:pt x="0" y="11958"/>
                    <a:pt x="202" y="12583"/>
                    <a:pt x="709" y="12858"/>
                  </a:cubicBezTo>
                  <a:lnTo>
                    <a:pt x="17318" y="21891"/>
                  </a:lnTo>
                  <a:cubicBezTo>
                    <a:pt x="17482" y="21981"/>
                    <a:pt x="17660" y="22024"/>
                    <a:pt x="17835" y="22024"/>
                  </a:cubicBezTo>
                  <a:cubicBezTo>
                    <a:pt x="18212" y="22024"/>
                    <a:pt x="18577" y="21825"/>
                    <a:pt x="18776" y="21474"/>
                  </a:cubicBezTo>
                  <a:lnTo>
                    <a:pt x="24840" y="10759"/>
                  </a:lnTo>
                  <a:lnTo>
                    <a:pt x="57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p139"/>
            <p:cNvSpPr/>
            <p:nvPr/>
          </p:nvSpPr>
          <p:spPr>
            <a:xfrm>
              <a:off x="2477775" y="2108175"/>
              <a:ext cx="568825" cy="503525"/>
            </a:xfrm>
            <a:custGeom>
              <a:rect b="b" l="l" r="r" t="t"/>
              <a:pathLst>
                <a:path extrusionOk="0" h="20141" w="22753">
                  <a:moveTo>
                    <a:pt x="5246" y="1"/>
                  </a:moveTo>
                  <a:lnTo>
                    <a:pt x="230" y="10436"/>
                  </a:lnTo>
                  <a:cubicBezTo>
                    <a:pt x="1" y="10910"/>
                    <a:pt x="187" y="11480"/>
                    <a:pt x="652" y="11733"/>
                  </a:cubicBezTo>
                  <a:lnTo>
                    <a:pt x="15887" y="20019"/>
                  </a:lnTo>
                  <a:cubicBezTo>
                    <a:pt x="16037" y="20101"/>
                    <a:pt x="16200" y="20140"/>
                    <a:pt x="16361" y="20140"/>
                  </a:cubicBezTo>
                  <a:cubicBezTo>
                    <a:pt x="16706" y="20140"/>
                    <a:pt x="17040" y="19960"/>
                    <a:pt x="17221" y="19641"/>
                  </a:cubicBezTo>
                  <a:lnTo>
                    <a:pt x="22752" y="9868"/>
                  </a:lnTo>
                  <a:lnTo>
                    <a:pt x="524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2" name="Google Shape;1292;p139"/>
            <p:cNvSpPr/>
            <p:nvPr/>
          </p:nvSpPr>
          <p:spPr>
            <a:xfrm>
              <a:off x="2564675" y="2088700"/>
              <a:ext cx="511525" cy="337075"/>
            </a:xfrm>
            <a:custGeom>
              <a:rect b="b" l="l" r="r" t="t"/>
              <a:pathLst>
                <a:path extrusionOk="0" h="13483" w="20461">
                  <a:moveTo>
                    <a:pt x="1083" y="1"/>
                  </a:moveTo>
                  <a:lnTo>
                    <a:pt x="1" y="3627"/>
                  </a:lnTo>
                  <a:lnTo>
                    <a:pt x="18719" y="13483"/>
                  </a:lnTo>
                  <a:lnTo>
                    <a:pt x="20460" y="10683"/>
                  </a:lnTo>
                  <a:lnTo>
                    <a:pt x="1083" y="1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3" name="Google Shape;1293;p139"/>
            <p:cNvSpPr/>
            <p:nvPr/>
          </p:nvSpPr>
          <p:spPr>
            <a:xfrm>
              <a:off x="2558425" y="2063625"/>
              <a:ext cx="517400" cy="344400"/>
            </a:xfrm>
            <a:custGeom>
              <a:rect b="b" l="l" r="r" t="t"/>
              <a:pathLst>
                <a:path extrusionOk="0" h="13776" w="20696">
                  <a:moveTo>
                    <a:pt x="1430" y="0"/>
                  </a:moveTo>
                  <a:lnTo>
                    <a:pt x="0" y="3734"/>
                  </a:lnTo>
                  <a:lnTo>
                    <a:pt x="19250" y="13776"/>
                  </a:lnTo>
                  <a:lnTo>
                    <a:pt x="20696" y="11332"/>
                  </a:lnTo>
                  <a:lnTo>
                    <a:pt x="143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p139"/>
            <p:cNvSpPr/>
            <p:nvPr/>
          </p:nvSpPr>
          <p:spPr>
            <a:xfrm>
              <a:off x="2643850" y="1913625"/>
              <a:ext cx="495750" cy="432325"/>
            </a:xfrm>
            <a:custGeom>
              <a:rect b="b" l="l" r="r" t="t"/>
              <a:pathLst>
                <a:path extrusionOk="0" h="17293" w="19830">
                  <a:moveTo>
                    <a:pt x="3155" y="1"/>
                  </a:moveTo>
                  <a:lnTo>
                    <a:pt x="0" y="3424"/>
                  </a:lnTo>
                  <a:lnTo>
                    <a:pt x="17544" y="17292"/>
                  </a:lnTo>
                  <a:lnTo>
                    <a:pt x="19830" y="15023"/>
                  </a:lnTo>
                  <a:lnTo>
                    <a:pt x="3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5" name="Google Shape;1295;p139"/>
            <p:cNvSpPr/>
            <p:nvPr/>
          </p:nvSpPr>
          <p:spPr>
            <a:xfrm>
              <a:off x="2664950" y="1927625"/>
              <a:ext cx="464500" cy="412525"/>
            </a:xfrm>
            <a:custGeom>
              <a:rect b="b" l="l" r="r" t="t"/>
              <a:pathLst>
                <a:path extrusionOk="0" h="16501" w="18580">
                  <a:moveTo>
                    <a:pt x="2509" y="0"/>
                  </a:moveTo>
                  <a:lnTo>
                    <a:pt x="1" y="3021"/>
                  </a:lnTo>
                  <a:lnTo>
                    <a:pt x="16614" y="16500"/>
                  </a:lnTo>
                  <a:lnTo>
                    <a:pt x="18579" y="14460"/>
                  </a:lnTo>
                  <a:lnTo>
                    <a:pt x="25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6" name="Google Shape;1296;p139"/>
            <p:cNvSpPr/>
            <p:nvPr/>
          </p:nvSpPr>
          <p:spPr>
            <a:xfrm>
              <a:off x="2664950" y="1963150"/>
              <a:ext cx="441075" cy="377000"/>
            </a:xfrm>
            <a:custGeom>
              <a:rect b="b" l="l" r="r" t="t"/>
              <a:pathLst>
                <a:path extrusionOk="0" h="15080" w="17643">
                  <a:moveTo>
                    <a:pt x="1574" y="1"/>
                  </a:moveTo>
                  <a:lnTo>
                    <a:pt x="1" y="1600"/>
                  </a:lnTo>
                  <a:lnTo>
                    <a:pt x="16614" y="15079"/>
                  </a:lnTo>
                  <a:lnTo>
                    <a:pt x="17643" y="13712"/>
                  </a:lnTo>
                  <a:lnTo>
                    <a:pt x="1574" y="1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7" name="Google Shape;1297;p139"/>
            <p:cNvSpPr/>
            <p:nvPr/>
          </p:nvSpPr>
          <p:spPr>
            <a:xfrm>
              <a:off x="2707725" y="1932250"/>
              <a:ext cx="82625" cy="151900"/>
            </a:xfrm>
            <a:custGeom>
              <a:rect b="b" l="l" r="r" t="t"/>
              <a:pathLst>
                <a:path extrusionOk="0" h="6076" w="3305">
                  <a:moveTo>
                    <a:pt x="1003" y="0"/>
                  </a:moveTo>
                  <a:lnTo>
                    <a:pt x="0" y="4225"/>
                  </a:lnTo>
                  <a:lnTo>
                    <a:pt x="2281" y="6076"/>
                  </a:lnTo>
                  <a:lnTo>
                    <a:pt x="3304" y="2070"/>
                  </a:lnTo>
                  <a:lnTo>
                    <a:pt x="100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8" name="Google Shape;1298;p139"/>
            <p:cNvSpPr/>
            <p:nvPr/>
          </p:nvSpPr>
          <p:spPr>
            <a:xfrm>
              <a:off x="2815625" y="2030150"/>
              <a:ext cx="78475" cy="137650"/>
            </a:xfrm>
            <a:custGeom>
              <a:rect b="b" l="l" r="r" t="t"/>
              <a:pathLst>
                <a:path extrusionOk="0" h="5506" w="3139">
                  <a:moveTo>
                    <a:pt x="1038" y="1"/>
                  </a:moveTo>
                  <a:lnTo>
                    <a:pt x="1" y="3810"/>
                  </a:lnTo>
                  <a:lnTo>
                    <a:pt x="2088" y="5505"/>
                  </a:lnTo>
                  <a:lnTo>
                    <a:pt x="3138" y="1889"/>
                  </a:lnTo>
                  <a:lnTo>
                    <a:pt x="103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9" name="Google Shape;1299;p139"/>
            <p:cNvSpPr/>
            <p:nvPr/>
          </p:nvSpPr>
          <p:spPr>
            <a:xfrm>
              <a:off x="2922625" y="2126900"/>
              <a:ext cx="74175" cy="124025"/>
            </a:xfrm>
            <a:custGeom>
              <a:rect b="b" l="l" r="r" t="t"/>
              <a:pathLst>
                <a:path extrusionOk="0" h="4961" w="2967">
                  <a:moveTo>
                    <a:pt x="1059" y="0"/>
                  </a:moveTo>
                  <a:lnTo>
                    <a:pt x="1" y="3414"/>
                  </a:lnTo>
                  <a:lnTo>
                    <a:pt x="1905" y="4961"/>
                  </a:lnTo>
                  <a:lnTo>
                    <a:pt x="2967" y="1715"/>
                  </a:lnTo>
                  <a:lnTo>
                    <a:pt x="105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0" name="Google Shape;1300;p139"/>
            <p:cNvSpPr/>
            <p:nvPr/>
          </p:nvSpPr>
          <p:spPr>
            <a:xfrm>
              <a:off x="3015250" y="2210200"/>
              <a:ext cx="70200" cy="112775"/>
            </a:xfrm>
            <a:custGeom>
              <a:rect b="b" l="l" r="r" t="t"/>
              <a:pathLst>
                <a:path extrusionOk="0" h="4511" w="2808">
                  <a:moveTo>
                    <a:pt x="1060" y="1"/>
                  </a:moveTo>
                  <a:lnTo>
                    <a:pt x="1" y="3086"/>
                  </a:lnTo>
                  <a:lnTo>
                    <a:pt x="1753" y="4510"/>
                  </a:lnTo>
                  <a:lnTo>
                    <a:pt x="2808" y="1576"/>
                  </a:lnTo>
                  <a:lnTo>
                    <a:pt x="106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1" name="Google Shape;1301;p139"/>
            <p:cNvSpPr/>
            <p:nvPr/>
          </p:nvSpPr>
          <p:spPr>
            <a:xfrm>
              <a:off x="2568975" y="2074650"/>
              <a:ext cx="500475" cy="326125"/>
            </a:xfrm>
            <a:custGeom>
              <a:rect b="b" l="l" r="r" t="t"/>
              <a:pathLst>
                <a:path extrusionOk="0" h="13045" w="20019">
                  <a:moveTo>
                    <a:pt x="1227" y="0"/>
                  </a:moveTo>
                  <a:lnTo>
                    <a:pt x="0" y="3223"/>
                  </a:lnTo>
                  <a:lnTo>
                    <a:pt x="18628" y="13044"/>
                  </a:lnTo>
                  <a:lnTo>
                    <a:pt x="20019" y="10987"/>
                  </a:lnTo>
                  <a:lnTo>
                    <a:pt x="12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2" name="Google Shape;1302;p139"/>
            <p:cNvSpPr/>
            <p:nvPr/>
          </p:nvSpPr>
          <p:spPr>
            <a:xfrm>
              <a:off x="2568975" y="2120275"/>
              <a:ext cx="481925" cy="280500"/>
            </a:xfrm>
            <a:custGeom>
              <a:rect b="b" l="l" r="r" t="t"/>
              <a:pathLst>
                <a:path extrusionOk="0" h="11220" w="19277">
                  <a:moveTo>
                    <a:pt x="869" y="0"/>
                  </a:moveTo>
                  <a:lnTo>
                    <a:pt x="0" y="1398"/>
                  </a:lnTo>
                  <a:lnTo>
                    <a:pt x="18628" y="11219"/>
                  </a:lnTo>
                  <a:lnTo>
                    <a:pt x="19276" y="9822"/>
                  </a:lnTo>
                  <a:lnTo>
                    <a:pt x="869" y="0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3" name="Google Shape;1303;p139"/>
            <p:cNvSpPr/>
            <p:nvPr/>
          </p:nvSpPr>
          <p:spPr>
            <a:xfrm>
              <a:off x="2574875" y="2102950"/>
              <a:ext cx="137700" cy="90175"/>
            </a:xfrm>
            <a:custGeom>
              <a:rect b="b" l="l" r="r" t="t"/>
              <a:pathLst>
                <a:path extrusionOk="0" h="3607" w="5508">
                  <a:moveTo>
                    <a:pt x="2928" y="1"/>
                  </a:moveTo>
                  <a:lnTo>
                    <a:pt x="1" y="2214"/>
                  </a:lnTo>
                  <a:lnTo>
                    <a:pt x="2637" y="3607"/>
                  </a:lnTo>
                  <a:lnTo>
                    <a:pt x="5508" y="1509"/>
                  </a:lnTo>
                  <a:lnTo>
                    <a:pt x="292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p139"/>
            <p:cNvSpPr/>
            <p:nvPr/>
          </p:nvSpPr>
          <p:spPr>
            <a:xfrm>
              <a:off x="2699825" y="2174350"/>
              <a:ext cx="129400" cy="81800"/>
            </a:xfrm>
            <a:custGeom>
              <a:rect b="b" l="l" r="r" t="t"/>
              <a:pathLst>
                <a:path extrusionOk="0" h="3272" w="5176">
                  <a:moveTo>
                    <a:pt x="2814" y="0"/>
                  </a:moveTo>
                  <a:lnTo>
                    <a:pt x="0" y="1993"/>
                  </a:lnTo>
                  <a:lnTo>
                    <a:pt x="2424" y="3272"/>
                  </a:lnTo>
                  <a:lnTo>
                    <a:pt x="5175" y="1380"/>
                  </a:lnTo>
                  <a:lnTo>
                    <a:pt x="281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5" name="Google Shape;1305;p139"/>
            <p:cNvSpPr/>
            <p:nvPr/>
          </p:nvSpPr>
          <p:spPr>
            <a:xfrm>
              <a:off x="2824150" y="2245100"/>
              <a:ext cx="120875" cy="73900"/>
            </a:xfrm>
            <a:custGeom>
              <a:rect b="b" l="l" r="r" t="t"/>
              <a:pathLst>
                <a:path extrusionOk="0" h="2956" w="4835">
                  <a:moveTo>
                    <a:pt x="2683" y="1"/>
                  </a:moveTo>
                  <a:lnTo>
                    <a:pt x="0" y="1786"/>
                  </a:lnTo>
                  <a:lnTo>
                    <a:pt x="2218" y="2955"/>
                  </a:lnTo>
                  <a:lnTo>
                    <a:pt x="4835" y="1260"/>
                  </a:lnTo>
                  <a:lnTo>
                    <a:pt x="268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6" name="Google Shape;1306;p139"/>
            <p:cNvSpPr/>
            <p:nvPr/>
          </p:nvSpPr>
          <p:spPr>
            <a:xfrm>
              <a:off x="2932000" y="2306300"/>
              <a:ext cx="113475" cy="67275"/>
            </a:xfrm>
            <a:custGeom>
              <a:rect b="b" l="l" r="r" t="t"/>
              <a:pathLst>
                <a:path extrusionOk="0" h="2691" w="4539">
                  <a:moveTo>
                    <a:pt x="2556" y="1"/>
                  </a:moveTo>
                  <a:lnTo>
                    <a:pt x="1" y="1611"/>
                  </a:lnTo>
                  <a:lnTo>
                    <a:pt x="2045" y="2690"/>
                  </a:lnTo>
                  <a:lnTo>
                    <a:pt x="4539" y="1160"/>
                  </a:lnTo>
                  <a:lnTo>
                    <a:pt x="25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7" name="Google Shape;1307;p139"/>
            <p:cNvSpPr/>
            <p:nvPr/>
          </p:nvSpPr>
          <p:spPr>
            <a:xfrm>
              <a:off x="2978425" y="2277125"/>
              <a:ext cx="118125" cy="90550"/>
            </a:xfrm>
            <a:custGeom>
              <a:rect b="b" l="l" r="r" t="t"/>
              <a:pathLst>
                <a:path extrusionOk="0" h="3622" w="4725">
                  <a:moveTo>
                    <a:pt x="4068" y="1"/>
                  </a:moveTo>
                  <a:cubicBezTo>
                    <a:pt x="2075" y="934"/>
                    <a:pt x="2085" y="943"/>
                    <a:pt x="1" y="1918"/>
                  </a:cubicBezTo>
                  <a:lnTo>
                    <a:pt x="2769" y="3621"/>
                  </a:lnTo>
                  <a:lnTo>
                    <a:pt x="4725" y="469"/>
                  </a:lnTo>
                  <a:lnTo>
                    <a:pt x="40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8" name="Google Shape;1308;p139"/>
            <p:cNvSpPr/>
            <p:nvPr/>
          </p:nvSpPr>
          <p:spPr>
            <a:xfrm>
              <a:off x="2986700" y="2280850"/>
              <a:ext cx="104175" cy="80850"/>
            </a:xfrm>
            <a:custGeom>
              <a:rect b="b" l="l" r="r" t="t"/>
              <a:pathLst>
                <a:path extrusionOk="0" h="3234" w="4167">
                  <a:moveTo>
                    <a:pt x="3734" y="1"/>
                  </a:moveTo>
                  <a:cubicBezTo>
                    <a:pt x="2004" y="808"/>
                    <a:pt x="1810" y="910"/>
                    <a:pt x="0" y="1754"/>
                  </a:cubicBezTo>
                  <a:lnTo>
                    <a:pt x="2402" y="3233"/>
                  </a:lnTo>
                  <a:lnTo>
                    <a:pt x="4166" y="386"/>
                  </a:lnTo>
                  <a:lnTo>
                    <a:pt x="373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9" name="Google Shape;1309;p139"/>
            <p:cNvSpPr/>
            <p:nvPr/>
          </p:nvSpPr>
          <p:spPr>
            <a:xfrm>
              <a:off x="3032400" y="2280850"/>
              <a:ext cx="58425" cy="42825"/>
            </a:xfrm>
            <a:custGeom>
              <a:rect b="b" l="l" r="r" t="t"/>
              <a:pathLst>
                <a:path extrusionOk="0" h="1713" w="2337">
                  <a:moveTo>
                    <a:pt x="1904" y="1"/>
                  </a:moveTo>
                  <a:cubicBezTo>
                    <a:pt x="1002" y="423"/>
                    <a:pt x="514" y="652"/>
                    <a:pt x="0" y="895"/>
                  </a:cubicBezTo>
                  <a:lnTo>
                    <a:pt x="1515" y="1713"/>
                  </a:lnTo>
                  <a:lnTo>
                    <a:pt x="2337" y="387"/>
                  </a:lnTo>
                  <a:lnTo>
                    <a:pt x="1904" y="1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139"/>
            <p:cNvSpPr/>
            <p:nvPr/>
          </p:nvSpPr>
          <p:spPr>
            <a:xfrm>
              <a:off x="3009350" y="2316425"/>
              <a:ext cx="20500" cy="20200"/>
            </a:xfrm>
            <a:custGeom>
              <a:rect b="b" l="l" r="r" t="t"/>
              <a:pathLst>
                <a:path extrusionOk="0" h="808" w="820">
                  <a:moveTo>
                    <a:pt x="483" y="0"/>
                  </a:moveTo>
                  <a:cubicBezTo>
                    <a:pt x="354" y="0"/>
                    <a:pt x="215" y="80"/>
                    <a:pt x="126" y="218"/>
                  </a:cubicBezTo>
                  <a:cubicBezTo>
                    <a:pt x="0" y="416"/>
                    <a:pt x="25" y="659"/>
                    <a:pt x="181" y="761"/>
                  </a:cubicBezTo>
                  <a:cubicBezTo>
                    <a:pt x="228" y="792"/>
                    <a:pt x="283" y="807"/>
                    <a:pt x="339" y="807"/>
                  </a:cubicBezTo>
                  <a:cubicBezTo>
                    <a:pt x="467" y="807"/>
                    <a:pt x="605" y="728"/>
                    <a:pt x="693" y="589"/>
                  </a:cubicBezTo>
                  <a:cubicBezTo>
                    <a:pt x="819" y="390"/>
                    <a:pt x="795" y="147"/>
                    <a:pt x="639" y="45"/>
                  </a:cubicBezTo>
                  <a:cubicBezTo>
                    <a:pt x="592" y="15"/>
                    <a:pt x="538" y="0"/>
                    <a:pt x="4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p139"/>
            <p:cNvSpPr/>
            <p:nvPr/>
          </p:nvSpPr>
          <p:spPr>
            <a:xfrm>
              <a:off x="3033925" y="2330375"/>
              <a:ext cx="22400" cy="22075"/>
            </a:xfrm>
            <a:custGeom>
              <a:rect b="b" l="l" r="r" t="t"/>
              <a:pathLst>
                <a:path extrusionOk="0" h="883" w="896">
                  <a:moveTo>
                    <a:pt x="529" y="0"/>
                  </a:moveTo>
                  <a:cubicBezTo>
                    <a:pt x="388" y="0"/>
                    <a:pt x="236" y="87"/>
                    <a:pt x="140" y="239"/>
                  </a:cubicBezTo>
                  <a:cubicBezTo>
                    <a:pt x="1" y="455"/>
                    <a:pt x="28" y="722"/>
                    <a:pt x="198" y="833"/>
                  </a:cubicBezTo>
                  <a:cubicBezTo>
                    <a:pt x="250" y="866"/>
                    <a:pt x="308" y="882"/>
                    <a:pt x="368" y="882"/>
                  </a:cubicBezTo>
                  <a:cubicBezTo>
                    <a:pt x="510" y="882"/>
                    <a:pt x="662" y="794"/>
                    <a:pt x="758" y="644"/>
                  </a:cubicBezTo>
                  <a:cubicBezTo>
                    <a:pt x="896" y="426"/>
                    <a:pt x="870" y="160"/>
                    <a:pt x="699" y="50"/>
                  </a:cubicBezTo>
                  <a:cubicBezTo>
                    <a:pt x="648" y="16"/>
                    <a:pt x="590" y="0"/>
                    <a:pt x="5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2" name="Google Shape;1312;p139"/>
            <p:cNvSpPr/>
            <p:nvPr/>
          </p:nvSpPr>
          <p:spPr>
            <a:xfrm>
              <a:off x="3056125" y="2291050"/>
              <a:ext cx="23575" cy="22100"/>
            </a:xfrm>
            <a:custGeom>
              <a:rect b="b" l="l" r="r" t="t"/>
              <a:pathLst>
                <a:path extrusionOk="0" h="884" w="943">
                  <a:moveTo>
                    <a:pt x="501" y="1"/>
                  </a:moveTo>
                  <a:cubicBezTo>
                    <a:pt x="361" y="1"/>
                    <a:pt x="220" y="76"/>
                    <a:pt x="134" y="213"/>
                  </a:cubicBezTo>
                  <a:cubicBezTo>
                    <a:pt x="0" y="420"/>
                    <a:pt x="46" y="692"/>
                    <a:pt x="232" y="818"/>
                  </a:cubicBezTo>
                  <a:cubicBezTo>
                    <a:pt x="297" y="862"/>
                    <a:pt x="370" y="883"/>
                    <a:pt x="444" y="883"/>
                  </a:cubicBezTo>
                  <a:cubicBezTo>
                    <a:pt x="583" y="883"/>
                    <a:pt x="723" y="808"/>
                    <a:pt x="809" y="672"/>
                  </a:cubicBezTo>
                  <a:cubicBezTo>
                    <a:pt x="942" y="464"/>
                    <a:pt x="899" y="193"/>
                    <a:pt x="712" y="65"/>
                  </a:cubicBezTo>
                  <a:cubicBezTo>
                    <a:pt x="647" y="21"/>
                    <a:pt x="574" y="1"/>
                    <a:pt x="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3" name="Google Shape;1313;p139"/>
            <p:cNvSpPr/>
            <p:nvPr/>
          </p:nvSpPr>
          <p:spPr>
            <a:xfrm>
              <a:off x="3014225" y="2320525"/>
              <a:ext cx="11475" cy="11475"/>
            </a:xfrm>
            <a:custGeom>
              <a:rect b="b" l="l" r="r" t="t"/>
              <a:pathLst>
                <a:path extrusionOk="0" h="459" w="459">
                  <a:moveTo>
                    <a:pt x="268" y="1"/>
                  </a:moveTo>
                  <a:cubicBezTo>
                    <a:pt x="197" y="1"/>
                    <a:pt x="121" y="45"/>
                    <a:pt x="72" y="123"/>
                  </a:cubicBezTo>
                  <a:cubicBezTo>
                    <a:pt x="0" y="233"/>
                    <a:pt x="13" y="373"/>
                    <a:pt x="100" y="432"/>
                  </a:cubicBezTo>
                  <a:cubicBezTo>
                    <a:pt x="127" y="450"/>
                    <a:pt x="157" y="458"/>
                    <a:pt x="189" y="458"/>
                  </a:cubicBezTo>
                  <a:cubicBezTo>
                    <a:pt x="261" y="458"/>
                    <a:pt x="338" y="414"/>
                    <a:pt x="387" y="338"/>
                  </a:cubicBezTo>
                  <a:cubicBezTo>
                    <a:pt x="458" y="226"/>
                    <a:pt x="444" y="87"/>
                    <a:pt x="358" y="28"/>
                  </a:cubicBezTo>
                  <a:cubicBezTo>
                    <a:pt x="331" y="10"/>
                    <a:pt x="300" y="1"/>
                    <a:pt x="2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p139"/>
            <p:cNvSpPr/>
            <p:nvPr/>
          </p:nvSpPr>
          <p:spPr>
            <a:xfrm>
              <a:off x="3039125" y="2335150"/>
              <a:ext cx="12450" cy="12400"/>
            </a:xfrm>
            <a:custGeom>
              <a:rect b="b" l="l" r="r" t="t"/>
              <a:pathLst>
                <a:path extrusionOk="0" h="496" w="498">
                  <a:moveTo>
                    <a:pt x="292" y="1"/>
                  </a:moveTo>
                  <a:cubicBezTo>
                    <a:pt x="214" y="1"/>
                    <a:pt x="132" y="48"/>
                    <a:pt x="78" y="132"/>
                  </a:cubicBezTo>
                  <a:cubicBezTo>
                    <a:pt x="0" y="251"/>
                    <a:pt x="15" y="403"/>
                    <a:pt x="111" y="466"/>
                  </a:cubicBezTo>
                  <a:cubicBezTo>
                    <a:pt x="139" y="486"/>
                    <a:pt x="172" y="495"/>
                    <a:pt x="207" y="495"/>
                  </a:cubicBezTo>
                  <a:cubicBezTo>
                    <a:pt x="283" y="495"/>
                    <a:pt x="366" y="447"/>
                    <a:pt x="420" y="364"/>
                  </a:cubicBezTo>
                  <a:cubicBezTo>
                    <a:pt x="497" y="245"/>
                    <a:pt x="483" y="95"/>
                    <a:pt x="390" y="30"/>
                  </a:cubicBezTo>
                  <a:cubicBezTo>
                    <a:pt x="360" y="10"/>
                    <a:pt x="326" y="1"/>
                    <a:pt x="2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5" name="Google Shape;1315;p139"/>
            <p:cNvSpPr/>
            <p:nvPr/>
          </p:nvSpPr>
          <p:spPr>
            <a:xfrm>
              <a:off x="3061875" y="2295825"/>
              <a:ext cx="12775" cy="12275"/>
            </a:xfrm>
            <a:custGeom>
              <a:rect b="b" l="l" r="r" t="t"/>
              <a:pathLst>
                <a:path extrusionOk="0" h="491" w="511">
                  <a:moveTo>
                    <a:pt x="283" y="1"/>
                  </a:moveTo>
                  <a:cubicBezTo>
                    <a:pt x="205" y="1"/>
                    <a:pt x="125" y="45"/>
                    <a:pt x="75" y="123"/>
                  </a:cubicBezTo>
                  <a:cubicBezTo>
                    <a:pt x="1" y="239"/>
                    <a:pt x="21" y="389"/>
                    <a:pt x="120" y="458"/>
                  </a:cubicBezTo>
                  <a:cubicBezTo>
                    <a:pt x="152" y="480"/>
                    <a:pt x="189" y="490"/>
                    <a:pt x="227" y="490"/>
                  </a:cubicBezTo>
                  <a:cubicBezTo>
                    <a:pt x="305" y="490"/>
                    <a:pt x="385" y="446"/>
                    <a:pt x="435" y="368"/>
                  </a:cubicBezTo>
                  <a:cubicBezTo>
                    <a:pt x="511" y="251"/>
                    <a:pt x="491" y="102"/>
                    <a:pt x="390" y="33"/>
                  </a:cubicBezTo>
                  <a:cubicBezTo>
                    <a:pt x="358" y="11"/>
                    <a:pt x="321" y="1"/>
                    <a:pt x="2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139"/>
            <p:cNvSpPr/>
            <p:nvPr/>
          </p:nvSpPr>
          <p:spPr>
            <a:xfrm>
              <a:off x="2560050" y="2372425"/>
              <a:ext cx="312825" cy="174825"/>
            </a:xfrm>
            <a:custGeom>
              <a:rect b="b" l="l" r="r" t="t"/>
              <a:pathLst>
                <a:path extrusionOk="0" h="6993" w="12513">
                  <a:moveTo>
                    <a:pt x="98" y="1"/>
                  </a:moveTo>
                  <a:lnTo>
                    <a:pt x="1" y="178"/>
                  </a:lnTo>
                  <a:lnTo>
                    <a:pt x="12417" y="6993"/>
                  </a:lnTo>
                  <a:lnTo>
                    <a:pt x="12513" y="6815"/>
                  </a:lnTo>
                  <a:lnTo>
                    <a:pt x="9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p139"/>
            <p:cNvSpPr/>
            <p:nvPr/>
          </p:nvSpPr>
          <p:spPr>
            <a:xfrm>
              <a:off x="2598175" y="2405675"/>
              <a:ext cx="25975" cy="38975"/>
            </a:xfrm>
            <a:custGeom>
              <a:rect b="b" l="l" r="r" t="t"/>
              <a:pathLst>
                <a:path extrusionOk="0" h="1559" w="1039">
                  <a:moveTo>
                    <a:pt x="890" y="1"/>
                  </a:moveTo>
                  <a:lnTo>
                    <a:pt x="1" y="1465"/>
                  </a:lnTo>
                  <a:lnTo>
                    <a:pt x="148" y="1558"/>
                  </a:lnTo>
                  <a:lnTo>
                    <a:pt x="1038" y="94"/>
                  </a:lnTo>
                  <a:lnTo>
                    <a:pt x="89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p139"/>
            <p:cNvSpPr/>
            <p:nvPr/>
          </p:nvSpPr>
          <p:spPr>
            <a:xfrm>
              <a:off x="2582475" y="2264975"/>
              <a:ext cx="362725" cy="201750"/>
            </a:xfrm>
            <a:custGeom>
              <a:rect b="b" l="l" r="r" t="t"/>
              <a:pathLst>
                <a:path extrusionOk="0" h="8070" w="14509">
                  <a:moveTo>
                    <a:pt x="99" y="0"/>
                  </a:moveTo>
                  <a:lnTo>
                    <a:pt x="0" y="178"/>
                  </a:lnTo>
                  <a:lnTo>
                    <a:pt x="14413" y="8070"/>
                  </a:lnTo>
                  <a:lnTo>
                    <a:pt x="14509" y="7894"/>
                  </a:lnTo>
                  <a:lnTo>
                    <a:pt x="9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139"/>
            <p:cNvSpPr/>
            <p:nvPr/>
          </p:nvSpPr>
          <p:spPr>
            <a:xfrm>
              <a:off x="2483825" y="2079400"/>
              <a:ext cx="655675" cy="561575"/>
            </a:xfrm>
            <a:custGeom>
              <a:rect b="b" l="l" r="r" t="t"/>
              <a:pathLst>
                <a:path extrusionOk="0" h="22463" w="26227">
                  <a:moveTo>
                    <a:pt x="16914" y="1"/>
                  </a:moveTo>
                  <a:lnTo>
                    <a:pt x="13718" y="2577"/>
                  </a:lnTo>
                  <a:lnTo>
                    <a:pt x="21727" y="8910"/>
                  </a:lnTo>
                  <a:cubicBezTo>
                    <a:pt x="21541" y="8998"/>
                    <a:pt x="21346" y="9091"/>
                    <a:pt x="21119" y="9198"/>
                  </a:cubicBezTo>
                  <a:lnTo>
                    <a:pt x="12097" y="3890"/>
                  </a:lnTo>
                  <a:lnTo>
                    <a:pt x="1" y="13647"/>
                  </a:lnTo>
                  <a:lnTo>
                    <a:pt x="15970" y="22331"/>
                  </a:lnTo>
                  <a:cubicBezTo>
                    <a:pt x="16134" y="22420"/>
                    <a:pt x="16312" y="22463"/>
                    <a:pt x="16487" y="22463"/>
                  </a:cubicBezTo>
                  <a:cubicBezTo>
                    <a:pt x="16864" y="22463"/>
                    <a:pt x="17229" y="22266"/>
                    <a:pt x="17428" y="21914"/>
                  </a:cubicBezTo>
                  <a:lnTo>
                    <a:pt x="22353" y="13212"/>
                  </a:lnTo>
                  <a:lnTo>
                    <a:pt x="23693" y="11055"/>
                  </a:lnTo>
                  <a:lnTo>
                    <a:pt x="23525" y="10962"/>
                  </a:lnTo>
                  <a:lnTo>
                    <a:pt x="23678" y="10700"/>
                  </a:lnTo>
                  <a:lnTo>
                    <a:pt x="23229" y="10436"/>
                  </a:lnTo>
                  <a:lnTo>
                    <a:pt x="23371" y="10207"/>
                  </a:lnTo>
                  <a:lnTo>
                    <a:pt x="23942" y="10658"/>
                  </a:lnTo>
                  <a:lnTo>
                    <a:pt x="26226" y="8392"/>
                  </a:lnTo>
                  <a:lnTo>
                    <a:pt x="16914" y="1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139"/>
            <p:cNvSpPr/>
            <p:nvPr/>
          </p:nvSpPr>
          <p:spPr>
            <a:xfrm>
              <a:off x="2908150" y="2410950"/>
              <a:ext cx="105025" cy="185250"/>
            </a:xfrm>
            <a:custGeom>
              <a:rect b="b" l="l" r="r" t="t"/>
              <a:pathLst>
                <a:path extrusionOk="0" h="7410" w="4201">
                  <a:moveTo>
                    <a:pt x="3911" y="0"/>
                  </a:moveTo>
                  <a:lnTo>
                    <a:pt x="0" y="7410"/>
                  </a:lnTo>
                  <a:cubicBezTo>
                    <a:pt x="0" y="7410"/>
                    <a:pt x="3520" y="1264"/>
                    <a:pt x="4200" y="149"/>
                  </a:cubicBezTo>
                  <a:lnTo>
                    <a:pt x="3911" y="0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1" name="Google Shape;1321;p139"/>
          <p:cNvGrpSpPr/>
          <p:nvPr/>
        </p:nvGrpSpPr>
        <p:grpSpPr>
          <a:xfrm>
            <a:off x="2865275" y="953550"/>
            <a:ext cx="786625" cy="337175"/>
            <a:chOff x="3389875" y="1324800"/>
            <a:chExt cx="786625" cy="337175"/>
          </a:xfrm>
        </p:grpSpPr>
        <p:sp>
          <p:nvSpPr>
            <p:cNvPr id="1322" name="Google Shape;1322;p139"/>
            <p:cNvSpPr/>
            <p:nvPr/>
          </p:nvSpPr>
          <p:spPr>
            <a:xfrm>
              <a:off x="3750125" y="1337700"/>
              <a:ext cx="205200" cy="147425"/>
            </a:xfrm>
            <a:custGeom>
              <a:rect b="b" l="l" r="r" t="t"/>
              <a:pathLst>
                <a:path extrusionOk="0" h="5897" w="8208">
                  <a:moveTo>
                    <a:pt x="5061" y="1"/>
                  </a:moveTo>
                  <a:cubicBezTo>
                    <a:pt x="3868" y="1"/>
                    <a:pt x="2235" y="1083"/>
                    <a:pt x="1" y="4190"/>
                  </a:cubicBezTo>
                  <a:lnTo>
                    <a:pt x="492" y="4448"/>
                  </a:lnTo>
                  <a:cubicBezTo>
                    <a:pt x="492" y="4448"/>
                    <a:pt x="2947" y="714"/>
                    <a:pt x="5063" y="714"/>
                  </a:cubicBezTo>
                  <a:cubicBezTo>
                    <a:pt x="6286" y="714"/>
                    <a:pt x="7396" y="1961"/>
                    <a:pt x="7854" y="5897"/>
                  </a:cubicBezTo>
                  <a:lnTo>
                    <a:pt x="8208" y="5705"/>
                  </a:lnTo>
                  <a:cubicBezTo>
                    <a:pt x="8208" y="5705"/>
                    <a:pt x="7798" y="1"/>
                    <a:pt x="506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139"/>
            <p:cNvSpPr/>
            <p:nvPr/>
          </p:nvSpPr>
          <p:spPr>
            <a:xfrm>
              <a:off x="3763800" y="1399575"/>
              <a:ext cx="47625" cy="29550"/>
            </a:xfrm>
            <a:custGeom>
              <a:rect b="b" l="l" r="r" t="t"/>
              <a:pathLst>
                <a:path extrusionOk="0" h="1182" w="1905">
                  <a:moveTo>
                    <a:pt x="245" y="0"/>
                  </a:moveTo>
                  <a:lnTo>
                    <a:pt x="1" y="823"/>
                  </a:lnTo>
                  <a:lnTo>
                    <a:pt x="1801" y="1181"/>
                  </a:lnTo>
                  <a:lnTo>
                    <a:pt x="1905" y="235"/>
                  </a:lnTo>
                  <a:lnTo>
                    <a:pt x="24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139"/>
            <p:cNvSpPr/>
            <p:nvPr/>
          </p:nvSpPr>
          <p:spPr>
            <a:xfrm>
              <a:off x="3917300" y="1435475"/>
              <a:ext cx="46450" cy="29225"/>
            </a:xfrm>
            <a:custGeom>
              <a:rect b="b" l="l" r="r" t="t"/>
              <a:pathLst>
                <a:path extrusionOk="0" h="1169" w="1858">
                  <a:moveTo>
                    <a:pt x="45" y="0"/>
                  </a:moveTo>
                  <a:lnTo>
                    <a:pt x="0" y="956"/>
                  </a:lnTo>
                  <a:lnTo>
                    <a:pt x="1811" y="1168"/>
                  </a:lnTo>
                  <a:lnTo>
                    <a:pt x="1857" y="211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139"/>
            <p:cNvSpPr/>
            <p:nvPr/>
          </p:nvSpPr>
          <p:spPr>
            <a:xfrm>
              <a:off x="3399450" y="1350050"/>
              <a:ext cx="758700" cy="297525"/>
            </a:xfrm>
            <a:custGeom>
              <a:rect b="b" l="l" r="r" t="t"/>
              <a:pathLst>
                <a:path extrusionOk="0" h="11901" w="30348">
                  <a:moveTo>
                    <a:pt x="0" y="0"/>
                  </a:moveTo>
                  <a:lnTo>
                    <a:pt x="1833" y="11900"/>
                  </a:lnTo>
                  <a:lnTo>
                    <a:pt x="30347" y="6433"/>
                  </a:lnTo>
                  <a:lnTo>
                    <a:pt x="30097" y="54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139"/>
            <p:cNvSpPr/>
            <p:nvPr/>
          </p:nvSpPr>
          <p:spPr>
            <a:xfrm>
              <a:off x="3411800" y="1446225"/>
              <a:ext cx="747000" cy="97925"/>
            </a:xfrm>
            <a:custGeom>
              <a:rect b="b" l="l" r="r" t="t"/>
              <a:pathLst>
                <a:path extrusionOk="0" h="3917" w="29880">
                  <a:moveTo>
                    <a:pt x="0" y="1"/>
                  </a:moveTo>
                  <a:lnTo>
                    <a:pt x="746" y="3916"/>
                  </a:lnTo>
                  <a:lnTo>
                    <a:pt x="29879" y="1876"/>
                  </a:lnTo>
                  <a:lnTo>
                    <a:pt x="29826" y="139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139"/>
            <p:cNvSpPr/>
            <p:nvPr/>
          </p:nvSpPr>
          <p:spPr>
            <a:xfrm>
              <a:off x="4123250" y="1471600"/>
              <a:ext cx="43025" cy="59025"/>
            </a:xfrm>
            <a:custGeom>
              <a:rect b="b" l="l" r="r" t="t"/>
              <a:pathLst>
                <a:path extrusionOk="0" h="2361" w="1721">
                  <a:moveTo>
                    <a:pt x="1641" y="1"/>
                  </a:moveTo>
                  <a:lnTo>
                    <a:pt x="1" y="231"/>
                  </a:lnTo>
                  <a:lnTo>
                    <a:pt x="157" y="1981"/>
                  </a:lnTo>
                  <a:lnTo>
                    <a:pt x="1720" y="2360"/>
                  </a:lnTo>
                  <a:lnTo>
                    <a:pt x="164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139"/>
            <p:cNvSpPr/>
            <p:nvPr/>
          </p:nvSpPr>
          <p:spPr>
            <a:xfrm>
              <a:off x="4154300" y="1458725"/>
              <a:ext cx="22200" cy="82950"/>
            </a:xfrm>
            <a:custGeom>
              <a:rect b="b" l="l" r="r" t="t"/>
              <a:pathLst>
                <a:path extrusionOk="0" h="3318" w="888">
                  <a:moveTo>
                    <a:pt x="350" y="0"/>
                  </a:moveTo>
                  <a:cubicBezTo>
                    <a:pt x="338" y="0"/>
                    <a:pt x="326" y="1"/>
                    <a:pt x="315" y="3"/>
                  </a:cubicBezTo>
                  <a:lnTo>
                    <a:pt x="239" y="19"/>
                  </a:lnTo>
                  <a:cubicBezTo>
                    <a:pt x="93" y="48"/>
                    <a:pt x="0" y="248"/>
                    <a:pt x="24" y="487"/>
                  </a:cubicBezTo>
                  <a:lnTo>
                    <a:pt x="251" y="2849"/>
                  </a:lnTo>
                  <a:cubicBezTo>
                    <a:pt x="275" y="3090"/>
                    <a:pt x="411" y="3293"/>
                    <a:pt x="564" y="3315"/>
                  </a:cubicBezTo>
                  <a:lnTo>
                    <a:pt x="600" y="3316"/>
                  </a:lnTo>
                  <a:cubicBezTo>
                    <a:pt x="608" y="3317"/>
                    <a:pt x="616" y="3317"/>
                    <a:pt x="623" y="3317"/>
                  </a:cubicBezTo>
                  <a:cubicBezTo>
                    <a:pt x="697" y="3317"/>
                    <a:pt x="763" y="3275"/>
                    <a:pt x="812" y="3197"/>
                  </a:cubicBezTo>
                  <a:cubicBezTo>
                    <a:pt x="863" y="3111"/>
                    <a:pt x="888" y="2990"/>
                    <a:pt x="878" y="2861"/>
                  </a:cubicBezTo>
                  <a:lnTo>
                    <a:pt x="692" y="480"/>
                  </a:lnTo>
                  <a:cubicBezTo>
                    <a:pt x="680" y="344"/>
                    <a:pt x="634" y="212"/>
                    <a:pt x="561" y="122"/>
                  </a:cubicBezTo>
                  <a:cubicBezTo>
                    <a:pt x="499" y="43"/>
                    <a:pt x="424" y="0"/>
                    <a:pt x="3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139"/>
            <p:cNvSpPr/>
            <p:nvPr/>
          </p:nvSpPr>
          <p:spPr>
            <a:xfrm>
              <a:off x="3389875" y="1333200"/>
              <a:ext cx="64175" cy="328775"/>
            </a:xfrm>
            <a:custGeom>
              <a:rect b="b" l="l" r="r" t="t"/>
              <a:pathLst>
                <a:path extrusionOk="0" h="13151" w="2567">
                  <a:moveTo>
                    <a:pt x="350" y="1"/>
                  </a:moveTo>
                  <a:cubicBezTo>
                    <a:pt x="332" y="1"/>
                    <a:pt x="315" y="3"/>
                    <a:pt x="297" y="8"/>
                  </a:cubicBezTo>
                  <a:lnTo>
                    <a:pt x="221" y="33"/>
                  </a:lnTo>
                  <a:cubicBezTo>
                    <a:pt x="78" y="76"/>
                    <a:pt x="1" y="280"/>
                    <a:pt x="40" y="509"/>
                  </a:cubicBezTo>
                  <a:lnTo>
                    <a:pt x="1923" y="12728"/>
                  </a:lnTo>
                  <a:cubicBezTo>
                    <a:pt x="1962" y="12962"/>
                    <a:pt x="2111" y="13147"/>
                    <a:pt x="2267" y="13150"/>
                  </a:cubicBezTo>
                  <a:lnTo>
                    <a:pt x="2303" y="13150"/>
                  </a:lnTo>
                  <a:cubicBezTo>
                    <a:pt x="2307" y="13150"/>
                    <a:pt x="2312" y="13150"/>
                    <a:pt x="2316" y="13150"/>
                  </a:cubicBezTo>
                  <a:cubicBezTo>
                    <a:pt x="2395" y="13150"/>
                    <a:pt x="2461" y="13101"/>
                    <a:pt x="2505" y="13017"/>
                  </a:cubicBezTo>
                  <a:cubicBezTo>
                    <a:pt x="2552" y="12926"/>
                    <a:pt x="2566" y="12805"/>
                    <a:pt x="2548" y="12680"/>
                  </a:cubicBezTo>
                  <a:lnTo>
                    <a:pt x="704" y="436"/>
                  </a:lnTo>
                  <a:cubicBezTo>
                    <a:pt x="684" y="303"/>
                    <a:pt x="627" y="180"/>
                    <a:pt x="549" y="100"/>
                  </a:cubicBezTo>
                  <a:cubicBezTo>
                    <a:pt x="487" y="36"/>
                    <a:pt x="417" y="1"/>
                    <a:pt x="3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139"/>
            <p:cNvSpPr/>
            <p:nvPr/>
          </p:nvSpPr>
          <p:spPr>
            <a:xfrm>
              <a:off x="3414650" y="1489500"/>
              <a:ext cx="759875" cy="110900"/>
            </a:xfrm>
            <a:custGeom>
              <a:rect b="b" l="l" r="r" t="t"/>
              <a:pathLst>
                <a:path extrusionOk="0" h="4436" w="30395">
                  <a:moveTo>
                    <a:pt x="30366" y="1"/>
                  </a:moveTo>
                  <a:lnTo>
                    <a:pt x="1" y="419"/>
                  </a:lnTo>
                  <a:lnTo>
                    <a:pt x="668" y="4436"/>
                  </a:lnTo>
                  <a:lnTo>
                    <a:pt x="30395" y="360"/>
                  </a:lnTo>
                  <a:lnTo>
                    <a:pt x="30366" y="1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p139"/>
            <p:cNvSpPr/>
            <p:nvPr/>
          </p:nvSpPr>
          <p:spPr>
            <a:xfrm>
              <a:off x="3870925" y="1511875"/>
              <a:ext cx="144350" cy="33775"/>
            </a:xfrm>
            <a:custGeom>
              <a:rect b="b" l="l" r="r" t="t"/>
              <a:pathLst>
                <a:path extrusionOk="0" h="1351" w="5774">
                  <a:moveTo>
                    <a:pt x="5744" y="0"/>
                  </a:moveTo>
                  <a:lnTo>
                    <a:pt x="0" y="742"/>
                  </a:lnTo>
                  <a:lnTo>
                    <a:pt x="66" y="1350"/>
                  </a:lnTo>
                  <a:lnTo>
                    <a:pt x="5774" y="363"/>
                  </a:lnTo>
                  <a:lnTo>
                    <a:pt x="5744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p139"/>
            <p:cNvSpPr/>
            <p:nvPr/>
          </p:nvSpPr>
          <p:spPr>
            <a:xfrm>
              <a:off x="3408575" y="1351725"/>
              <a:ext cx="68775" cy="294375"/>
            </a:xfrm>
            <a:custGeom>
              <a:rect b="b" l="l" r="r" t="t"/>
              <a:pathLst>
                <a:path extrusionOk="0" h="11775" w="2751">
                  <a:moveTo>
                    <a:pt x="0" y="0"/>
                  </a:moveTo>
                  <a:lnTo>
                    <a:pt x="1775" y="11775"/>
                  </a:lnTo>
                  <a:lnTo>
                    <a:pt x="2750" y="11589"/>
                  </a:lnTo>
                  <a:lnTo>
                    <a:pt x="418" y="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139"/>
            <p:cNvSpPr/>
            <p:nvPr/>
          </p:nvSpPr>
          <p:spPr>
            <a:xfrm>
              <a:off x="4160625" y="1499350"/>
              <a:ext cx="11400" cy="9900"/>
            </a:xfrm>
            <a:custGeom>
              <a:rect b="b" l="l" r="r" t="t"/>
              <a:pathLst>
                <a:path extrusionOk="0" h="396" w="456">
                  <a:moveTo>
                    <a:pt x="0" y="0"/>
                  </a:moveTo>
                  <a:lnTo>
                    <a:pt x="25" y="395"/>
                  </a:lnTo>
                  <a:lnTo>
                    <a:pt x="456" y="395"/>
                  </a:lnTo>
                  <a:lnTo>
                    <a:pt x="431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p139"/>
            <p:cNvSpPr/>
            <p:nvPr/>
          </p:nvSpPr>
          <p:spPr>
            <a:xfrm>
              <a:off x="3474950" y="1412625"/>
              <a:ext cx="43700" cy="68525"/>
            </a:xfrm>
            <a:custGeom>
              <a:rect b="b" l="l" r="r" t="t"/>
              <a:pathLst>
                <a:path extrusionOk="0" h="2741" w="1748">
                  <a:moveTo>
                    <a:pt x="1" y="1"/>
                  </a:moveTo>
                  <a:lnTo>
                    <a:pt x="1" y="1"/>
                  </a:lnTo>
                  <a:cubicBezTo>
                    <a:pt x="108" y="645"/>
                    <a:pt x="1747" y="2741"/>
                    <a:pt x="1747" y="274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5" name="Google Shape;1335;p139"/>
            <p:cNvSpPr/>
            <p:nvPr/>
          </p:nvSpPr>
          <p:spPr>
            <a:xfrm>
              <a:off x="3725500" y="1528775"/>
              <a:ext cx="18400" cy="54450"/>
            </a:xfrm>
            <a:custGeom>
              <a:rect b="b" l="l" r="r" t="t"/>
              <a:pathLst>
                <a:path extrusionOk="0" h="2178" w="736">
                  <a:moveTo>
                    <a:pt x="735" y="0"/>
                  </a:moveTo>
                  <a:cubicBezTo>
                    <a:pt x="436" y="262"/>
                    <a:pt x="1" y="2177"/>
                    <a:pt x="1" y="2177"/>
                  </a:cubicBezTo>
                  <a:lnTo>
                    <a:pt x="735" y="0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6" name="Google Shape;1336;p139"/>
            <p:cNvSpPr/>
            <p:nvPr/>
          </p:nvSpPr>
          <p:spPr>
            <a:xfrm>
              <a:off x="3806500" y="1324825"/>
              <a:ext cx="148125" cy="80850"/>
            </a:xfrm>
            <a:custGeom>
              <a:rect b="b" l="l" r="r" t="t"/>
              <a:pathLst>
                <a:path extrusionOk="0" h="3234" w="5925">
                  <a:moveTo>
                    <a:pt x="2899" y="0"/>
                  </a:moveTo>
                  <a:cubicBezTo>
                    <a:pt x="2100" y="0"/>
                    <a:pt x="1144" y="413"/>
                    <a:pt x="0" y="1463"/>
                  </a:cubicBezTo>
                  <a:lnTo>
                    <a:pt x="938" y="2601"/>
                  </a:lnTo>
                  <a:cubicBezTo>
                    <a:pt x="1662" y="2001"/>
                    <a:pt x="2290" y="1719"/>
                    <a:pt x="2823" y="1719"/>
                  </a:cubicBezTo>
                  <a:cubicBezTo>
                    <a:pt x="3557" y="1719"/>
                    <a:pt x="4110" y="2254"/>
                    <a:pt x="4484" y="3234"/>
                  </a:cubicBezTo>
                  <a:lnTo>
                    <a:pt x="5924" y="2740"/>
                  </a:lnTo>
                  <a:cubicBezTo>
                    <a:pt x="5294" y="1364"/>
                    <a:pt x="4353" y="0"/>
                    <a:pt x="28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7" name="Google Shape;1337;p139"/>
            <p:cNvSpPr/>
            <p:nvPr/>
          </p:nvSpPr>
          <p:spPr>
            <a:xfrm>
              <a:off x="3824075" y="1357475"/>
              <a:ext cx="104050" cy="48200"/>
            </a:xfrm>
            <a:custGeom>
              <a:rect b="b" l="l" r="r" t="t"/>
              <a:pathLst>
                <a:path extrusionOk="0" h="1928" w="4162">
                  <a:moveTo>
                    <a:pt x="2108" y="0"/>
                  </a:moveTo>
                  <a:cubicBezTo>
                    <a:pt x="1460" y="0"/>
                    <a:pt x="737" y="329"/>
                    <a:pt x="0" y="987"/>
                  </a:cubicBezTo>
                  <a:lnTo>
                    <a:pt x="235" y="1295"/>
                  </a:lnTo>
                  <a:cubicBezTo>
                    <a:pt x="959" y="695"/>
                    <a:pt x="1587" y="413"/>
                    <a:pt x="2120" y="413"/>
                  </a:cubicBezTo>
                  <a:cubicBezTo>
                    <a:pt x="2854" y="413"/>
                    <a:pt x="3407" y="948"/>
                    <a:pt x="3781" y="1928"/>
                  </a:cubicBezTo>
                  <a:lnTo>
                    <a:pt x="4162" y="1812"/>
                  </a:lnTo>
                  <a:cubicBezTo>
                    <a:pt x="3721" y="604"/>
                    <a:pt x="2984" y="0"/>
                    <a:pt x="2108" y="0"/>
                  </a:cubicBez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8" name="Google Shape;1338;p139"/>
            <p:cNvSpPr/>
            <p:nvPr/>
          </p:nvSpPr>
          <p:spPr>
            <a:xfrm>
              <a:off x="3806500" y="1324800"/>
              <a:ext cx="148125" cy="72675"/>
            </a:xfrm>
            <a:custGeom>
              <a:rect b="b" l="l" r="r" t="t"/>
              <a:pathLst>
                <a:path extrusionOk="0" h="2907" w="5925">
                  <a:moveTo>
                    <a:pt x="2899" y="1"/>
                  </a:moveTo>
                  <a:cubicBezTo>
                    <a:pt x="2099" y="1"/>
                    <a:pt x="1144" y="413"/>
                    <a:pt x="0" y="1462"/>
                  </a:cubicBezTo>
                  <a:lnTo>
                    <a:pt x="380" y="1923"/>
                  </a:lnTo>
                  <a:cubicBezTo>
                    <a:pt x="1306" y="1189"/>
                    <a:pt x="2099" y="890"/>
                    <a:pt x="2779" y="890"/>
                  </a:cubicBezTo>
                  <a:cubicBezTo>
                    <a:pt x="3977" y="890"/>
                    <a:pt x="4826" y="1813"/>
                    <a:pt x="5440" y="2907"/>
                  </a:cubicBezTo>
                  <a:lnTo>
                    <a:pt x="5924" y="2741"/>
                  </a:lnTo>
                  <a:cubicBezTo>
                    <a:pt x="5294" y="1365"/>
                    <a:pt x="4353" y="1"/>
                    <a:pt x="2899" y="1"/>
                  </a:cubicBez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9" name="Google Shape;1339;p139"/>
            <p:cNvSpPr/>
            <p:nvPr/>
          </p:nvSpPr>
          <p:spPr>
            <a:xfrm>
              <a:off x="4123250" y="1472900"/>
              <a:ext cx="37300" cy="56725"/>
            </a:xfrm>
            <a:custGeom>
              <a:rect b="b" l="l" r="r" t="t"/>
              <a:pathLst>
                <a:path extrusionOk="0" h="2269" w="1492">
                  <a:moveTo>
                    <a:pt x="1272" y="0"/>
                  </a:moveTo>
                  <a:lnTo>
                    <a:pt x="1" y="179"/>
                  </a:lnTo>
                  <a:lnTo>
                    <a:pt x="1153" y="2206"/>
                  </a:lnTo>
                  <a:lnTo>
                    <a:pt x="1491" y="2268"/>
                  </a:lnTo>
                  <a:lnTo>
                    <a:pt x="1272" y="0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p139"/>
            <p:cNvSpPr/>
            <p:nvPr/>
          </p:nvSpPr>
          <p:spPr>
            <a:xfrm>
              <a:off x="3435225" y="1592250"/>
              <a:ext cx="10550" cy="11800"/>
            </a:xfrm>
            <a:custGeom>
              <a:rect b="b" l="l" r="r" t="t"/>
              <a:pathLst>
                <a:path extrusionOk="0" h="472" w="422">
                  <a:moveTo>
                    <a:pt x="397" y="1"/>
                  </a:moveTo>
                  <a:lnTo>
                    <a:pt x="1" y="81"/>
                  </a:lnTo>
                  <a:lnTo>
                    <a:pt x="24" y="472"/>
                  </a:lnTo>
                  <a:lnTo>
                    <a:pt x="422" y="393"/>
                  </a:lnTo>
                  <a:lnTo>
                    <a:pt x="397" y="1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p139"/>
            <p:cNvSpPr/>
            <p:nvPr/>
          </p:nvSpPr>
          <p:spPr>
            <a:xfrm>
              <a:off x="3799150" y="1350050"/>
              <a:ext cx="40300" cy="44925"/>
            </a:xfrm>
            <a:custGeom>
              <a:rect b="b" l="l" r="r" t="t"/>
              <a:pathLst>
                <a:path extrusionOk="0" h="1797" w="1612">
                  <a:moveTo>
                    <a:pt x="387" y="0"/>
                  </a:moveTo>
                  <a:lnTo>
                    <a:pt x="1" y="322"/>
                  </a:lnTo>
                  <a:lnTo>
                    <a:pt x="1222" y="1797"/>
                  </a:lnTo>
                  <a:lnTo>
                    <a:pt x="1611" y="1474"/>
                  </a:lnTo>
                  <a:lnTo>
                    <a:pt x="3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p139"/>
            <p:cNvSpPr/>
            <p:nvPr/>
          </p:nvSpPr>
          <p:spPr>
            <a:xfrm>
              <a:off x="3910925" y="1385550"/>
              <a:ext cx="49500" cy="27325"/>
            </a:xfrm>
            <a:custGeom>
              <a:rect b="b" l="l" r="r" t="t"/>
              <a:pathLst>
                <a:path extrusionOk="0" h="1093" w="1980">
                  <a:moveTo>
                    <a:pt x="1816" y="0"/>
                  </a:moveTo>
                  <a:lnTo>
                    <a:pt x="1" y="617"/>
                  </a:lnTo>
                  <a:lnTo>
                    <a:pt x="164" y="1092"/>
                  </a:lnTo>
                  <a:lnTo>
                    <a:pt x="1979" y="475"/>
                  </a:lnTo>
                  <a:lnTo>
                    <a:pt x="181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43" name="Google Shape;1343;p139"/>
          <p:cNvGrpSpPr/>
          <p:nvPr/>
        </p:nvGrpSpPr>
        <p:grpSpPr>
          <a:xfrm>
            <a:off x="1108475" y="851850"/>
            <a:ext cx="919500" cy="703975"/>
            <a:chOff x="2028525" y="1077825"/>
            <a:chExt cx="919500" cy="703975"/>
          </a:xfrm>
        </p:grpSpPr>
        <p:sp>
          <p:nvSpPr>
            <p:cNvPr id="1344" name="Google Shape;1344;p139"/>
            <p:cNvSpPr/>
            <p:nvPr/>
          </p:nvSpPr>
          <p:spPr>
            <a:xfrm>
              <a:off x="2261075" y="1143925"/>
              <a:ext cx="404050" cy="160650"/>
            </a:xfrm>
            <a:custGeom>
              <a:rect b="b" l="l" r="r" t="t"/>
              <a:pathLst>
                <a:path extrusionOk="0" h="6426" w="16162">
                  <a:moveTo>
                    <a:pt x="11603" y="0"/>
                  </a:moveTo>
                  <a:cubicBezTo>
                    <a:pt x="8172" y="0"/>
                    <a:pt x="4964" y="4333"/>
                    <a:pt x="1" y="6237"/>
                  </a:cubicBezTo>
                  <a:lnTo>
                    <a:pt x="64" y="6426"/>
                  </a:lnTo>
                  <a:cubicBezTo>
                    <a:pt x="1604" y="5726"/>
                    <a:pt x="3185" y="4855"/>
                    <a:pt x="5551" y="3170"/>
                  </a:cubicBezTo>
                  <a:cubicBezTo>
                    <a:pt x="8655" y="962"/>
                    <a:pt x="10444" y="211"/>
                    <a:pt x="11703" y="211"/>
                  </a:cubicBezTo>
                  <a:cubicBezTo>
                    <a:pt x="13503" y="211"/>
                    <a:pt x="14223" y="1746"/>
                    <a:pt x="16162" y="2759"/>
                  </a:cubicBezTo>
                  <a:cubicBezTo>
                    <a:pt x="14507" y="756"/>
                    <a:pt x="13036" y="0"/>
                    <a:pt x="11603" y="0"/>
                  </a:cubicBez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p139"/>
            <p:cNvSpPr/>
            <p:nvPr/>
          </p:nvSpPr>
          <p:spPr>
            <a:xfrm>
              <a:off x="2256225" y="1143575"/>
              <a:ext cx="404025" cy="160675"/>
            </a:xfrm>
            <a:custGeom>
              <a:rect b="b" l="l" r="r" t="t"/>
              <a:pathLst>
                <a:path extrusionOk="0" h="6427" w="16161">
                  <a:moveTo>
                    <a:pt x="11601" y="0"/>
                  </a:moveTo>
                  <a:cubicBezTo>
                    <a:pt x="8171" y="0"/>
                    <a:pt x="4963" y="4333"/>
                    <a:pt x="0" y="6238"/>
                  </a:cubicBezTo>
                  <a:lnTo>
                    <a:pt x="63" y="6427"/>
                  </a:lnTo>
                  <a:cubicBezTo>
                    <a:pt x="1604" y="5728"/>
                    <a:pt x="3184" y="4856"/>
                    <a:pt x="5549" y="3174"/>
                  </a:cubicBezTo>
                  <a:cubicBezTo>
                    <a:pt x="8654" y="966"/>
                    <a:pt x="10442" y="214"/>
                    <a:pt x="11702" y="214"/>
                  </a:cubicBezTo>
                  <a:cubicBezTo>
                    <a:pt x="13503" y="214"/>
                    <a:pt x="14223" y="1750"/>
                    <a:pt x="16161" y="2762"/>
                  </a:cubicBezTo>
                  <a:cubicBezTo>
                    <a:pt x="14506" y="757"/>
                    <a:pt x="13034" y="0"/>
                    <a:pt x="116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p139"/>
            <p:cNvSpPr/>
            <p:nvPr/>
          </p:nvSpPr>
          <p:spPr>
            <a:xfrm>
              <a:off x="2729700" y="1370900"/>
              <a:ext cx="92750" cy="108600"/>
            </a:xfrm>
            <a:custGeom>
              <a:rect b="b" l="l" r="r" t="t"/>
              <a:pathLst>
                <a:path extrusionOk="0" h="4344" w="3710">
                  <a:moveTo>
                    <a:pt x="2476" y="1"/>
                  </a:moveTo>
                  <a:lnTo>
                    <a:pt x="0" y="1174"/>
                  </a:lnTo>
                  <a:lnTo>
                    <a:pt x="937" y="4344"/>
                  </a:lnTo>
                  <a:lnTo>
                    <a:pt x="3710" y="3146"/>
                  </a:lnTo>
                  <a:lnTo>
                    <a:pt x="247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7" name="Google Shape;1347;p139"/>
            <p:cNvSpPr/>
            <p:nvPr/>
          </p:nvSpPr>
          <p:spPr>
            <a:xfrm>
              <a:off x="2729550" y="1370900"/>
              <a:ext cx="73850" cy="60475"/>
            </a:xfrm>
            <a:custGeom>
              <a:rect b="b" l="l" r="r" t="t"/>
              <a:pathLst>
                <a:path extrusionOk="0" h="2419" w="2954">
                  <a:moveTo>
                    <a:pt x="2482" y="1"/>
                  </a:moveTo>
                  <a:lnTo>
                    <a:pt x="1" y="1163"/>
                  </a:lnTo>
                  <a:lnTo>
                    <a:pt x="121" y="2418"/>
                  </a:lnTo>
                  <a:lnTo>
                    <a:pt x="2954" y="1104"/>
                  </a:lnTo>
                  <a:lnTo>
                    <a:pt x="2482" y="1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8" name="Google Shape;1348;p139"/>
            <p:cNvSpPr/>
            <p:nvPr/>
          </p:nvSpPr>
          <p:spPr>
            <a:xfrm>
              <a:off x="2755275" y="1428950"/>
              <a:ext cx="71100" cy="52050"/>
            </a:xfrm>
            <a:custGeom>
              <a:rect b="b" l="l" r="r" t="t"/>
              <a:pathLst>
                <a:path extrusionOk="0" h="2082" w="2844">
                  <a:moveTo>
                    <a:pt x="2505" y="1"/>
                  </a:moveTo>
                  <a:lnTo>
                    <a:pt x="14" y="1139"/>
                  </a:lnTo>
                  <a:lnTo>
                    <a:pt x="1" y="2082"/>
                  </a:lnTo>
                  <a:lnTo>
                    <a:pt x="2844" y="795"/>
                  </a:lnTo>
                  <a:lnTo>
                    <a:pt x="2505" y="1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p139"/>
            <p:cNvSpPr/>
            <p:nvPr/>
          </p:nvSpPr>
          <p:spPr>
            <a:xfrm>
              <a:off x="2699600" y="1355050"/>
              <a:ext cx="112650" cy="186300"/>
            </a:xfrm>
            <a:custGeom>
              <a:rect b="b" l="l" r="r" t="t"/>
              <a:pathLst>
                <a:path extrusionOk="0" h="7452" w="4506">
                  <a:moveTo>
                    <a:pt x="1804" y="0"/>
                  </a:moveTo>
                  <a:lnTo>
                    <a:pt x="1" y="1023"/>
                  </a:lnTo>
                  <a:lnTo>
                    <a:pt x="2426" y="7452"/>
                  </a:lnTo>
                  <a:lnTo>
                    <a:pt x="4506" y="6533"/>
                  </a:lnTo>
                  <a:lnTo>
                    <a:pt x="180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p139"/>
            <p:cNvSpPr/>
            <p:nvPr/>
          </p:nvSpPr>
          <p:spPr>
            <a:xfrm>
              <a:off x="2726950" y="1423650"/>
              <a:ext cx="74675" cy="99200"/>
            </a:xfrm>
            <a:custGeom>
              <a:rect b="b" l="l" r="r" t="t"/>
              <a:pathLst>
                <a:path extrusionOk="0" h="3968" w="2987">
                  <a:moveTo>
                    <a:pt x="1835" y="1"/>
                  </a:moveTo>
                  <a:lnTo>
                    <a:pt x="0" y="870"/>
                  </a:lnTo>
                  <a:lnTo>
                    <a:pt x="735" y="3967"/>
                  </a:lnTo>
                  <a:lnTo>
                    <a:pt x="2986" y="2794"/>
                  </a:lnTo>
                  <a:lnTo>
                    <a:pt x="1835" y="1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p139"/>
            <p:cNvSpPr/>
            <p:nvPr/>
          </p:nvSpPr>
          <p:spPr>
            <a:xfrm>
              <a:off x="2698250" y="1355050"/>
              <a:ext cx="74950" cy="91750"/>
            </a:xfrm>
            <a:custGeom>
              <a:rect b="b" l="l" r="r" t="t"/>
              <a:pathLst>
                <a:path extrusionOk="0" h="3670" w="2998">
                  <a:moveTo>
                    <a:pt x="1858" y="0"/>
                  </a:moveTo>
                  <a:lnTo>
                    <a:pt x="0" y="898"/>
                  </a:lnTo>
                  <a:lnTo>
                    <a:pt x="869" y="3669"/>
                  </a:lnTo>
                  <a:lnTo>
                    <a:pt x="2998" y="2748"/>
                  </a:lnTo>
                  <a:lnTo>
                    <a:pt x="1858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139"/>
            <p:cNvSpPr/>
            <p:nvPr/>
          </p:nvSpPr>
          <p:spPr>
            <a:xfrm>
              <a:off x="2572950" y="1200225"/>
              <a:ext cx="103225" cy="169050"/>
            </a:xfrm>
            <a:custGeom>
              <a:rect b="b" l="l" r="r" t="t"/>
              <a:pathLst>
                <a:path extrusionOk="0" h="6762" w="4129">
                  <a:moveTo>
                    <a:pt x="864" y="1"/>
                  </a:moveTo>
                  <a:lnTo>
                    <a:pt x="0" y="172"/>
                  </a:lnTo>
                  <a:lnTo>
                    <a:pt x="2103" y="6762"/>
                  </a:lnTo>
                  <a:lnTo>
                    <a:pt x="4129" y="6255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rgbClr val="6882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p139"/>
            <p:cNvSpPr/>
            <p:nvPr/>
          </p:nvSpPr>
          <p:spPr>
            <a:xfrm>
              <a:off x="2473275" y="1134675"/>
              <a:ext cx="233675" cy="182850"/>
            </a:xfrm>
            <a:custGeom>
              <a:rect b="b" l="l" r="r" t="t"/>
              <a:pathLst>
                <a:path extrusionOk="0" h="7314" w="9347">
                  <a:moveTo>
                    <a:pt x="5082" y="1"/>
                  </a:moveTo>
                  <a:cubicBezTo>
                    <a:pt x="4611" y="1"/>
                    <a:pt x="4123" y="70"/>
                    <a:pt x="3637" y="216"/>
                  </a:cubicBezTo>
                  <a:cubicBezTo>
                    <a:pt x="1370" y="898"/>
                    <a:pt x="0" y="2992"/>
                    <a:pt x="573" y="4892"/>
                  </a:cubicBezTo>
                  <a:cubicBezTo>
                    <a:pt x="1023" y="6384"/>
                    <a:pt x="2537" y="7314"/>
                    <a:pt x="4263" y="7314"/>
                  </a:cubicBezTo>
                  <a:cubicBezTo>
                    <a:pt x="4736" y="7314"/>
                    <a:pt x="5224" y="7244"/>
                    <a:pt x="5711" y="7098"/>
                  </a:cubicBezTo>
                  <a:cubicBezTo>
                    <a:pt x="7976" y="6416"/>
                    <a:pt x="9347" y="4323"/>
                    <a:pt x="8774" y="2422"/>
                  </a:cubicBezTo>
                  <a:cubicBezTo>
                    <a:pt x="8325" y="930"/>
                    <a:pt x="6810" y="1"/>
                    <a:pt x="508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p139"/>
            <p:cNvSpPr/>
            <p:nvPr/>
          </p:nvSpPr>
          <p:spPr>
            <a:xfrm>
              <a:off x="2469125" y="1127650"/>
              <a:ext cx="233675" cy="182850"/>
            </a:xfrm>
            <a:custGeom>
              <a:rect b="b" l="l" r="r" t="t"/>
              <a:pathLst>
                <a:path extrusionOk="0" h="7314" w="9347">
                  <a:moveTo>
                    <a:pt x="5084" y="0"/>
                  </a:moveTo>
                  <a:cubicBezTo>
                    <a:pt x="4611" y="0"/>
                    <a:pt x="4123" y="70"/>
                    <a:pt x="3637" y="217"/>
                  </a:cubicBezTo>
                  <a:cubicBezTo>
                    <a:pt x="1370" y="898"/>
                    <a:pt x="0" y="2991"/>
                    <a:pt x="573" y="4892"/>
                  </a:cubicBezTo>
                  <a:cubicBezTo>
                    <a:pt x="1023" y="6384"/>
                    <a:pt x="2538" y="7314"/>
                    <a:pt x="4265" y="7314"/>
                  </a:cubicBezTo>
                  <a:cubicBezTo>
                    <a:pt x="4737" y="7314"/>
                    <a:pt x="5225" y="7244"/>
                    <a:pt x="5711" y="7098"/>
                  </a:cubicBezTo>
                  <a:cubicBezTo>
                    <a:pt x="7974" y="6418"/>
                    <a:pt x="9347" y="4325"/>
                    <a:pt x="8774" y="2423"/>
                  </a:cubicBezTo>
                  <a:cubicBezTo>
                    <a:pt x="8325" y="930"/>
                    <a:pt x="6810" y="0"/>
                    <a:pt x="50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p139"/>
            <p:cNvSpPr/>
            <p:nvPr/>
          </p:nvSpPr>
          <p:spPr>
            <a:xfrm>
              <a:off x="2476775" y="1156900"/>
              <a:ext cx="226025" cy="153650"/>
            </a:xfrm>
            <a:custGeom>
              <a:rect b="b" l="l" r="r" t="t"/>
              <a:pathLst>
                <a:path extrusionOk="0" h="6146" w="9041">
                  <a:moveTo>
                    <a:pt x="7728" y="0"/>
                  </a:moveTo>
                  <a:cubicBezTo>
                    <a:pt x="7190" y="929"/>
                    <a:pt x="6237" y="1702"/>
                    <a:pt x="5021" y="2069"/>
                  </a:cubicBezTo>
                  <a:cubicBezTo>
                    <a:pt x="4536" y="2215"/>
                    <a:pt x="4049" y="2284"/>
                    <a:pt x="3577" y="2284"/>
                  </a:cubicBezTo>
                  <a:cubicBezTo>
                    <a:pt x="2407" y="2284"/>
                    <a:pt x="1334" y="1857"/>
                    <a:pt x="623" y="1117"/>
                  </a:cubicBezTo>
                  <a:cubicBezTo>
                    <a:pt x="158" y="1920"/>
                    <a:pt x="1" y="2842"/>
                    <a:pt x="267" y="3723"/>
                  </a:cubicBezTo>
                  <a:cubicBezTo>
                    <a:pt x="717" y="5216"/>
                    <a:pt x="2231" y="6146"/>
                    <a:pt x="3957" y="6146"/>
                  </a:cubicBezTo>
                  <a:cubicBezTo>
                    <a:pt x="4430" y="6146"/>
                    <a:pt x="4918" y="6076"/>
                    <a:pt x="5405" y="5929"/>
                  </a:cubicBezTo>
                  <a:cubicBezTo>
                    <a:pt x="7670" y="5248"/>
                    <a:pt x="9041" y="3154"/>
                    <a:pt x="8468" y="1254"/>
                  </a:cubicBezTo>
                  <a:cubicBezTo>
                    <a:pt x="8322" y="773"/>
                    <a:pt x="8067" y="351"/>
                    <a:pt x="7728" y="0"/>
                  </a:cubicBez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p139"/>
            <p:cNvSpPr/>
            <p:nvPr/>
          </p:nvSpPr>
          <p:spPr>
            <a:xfrm>
              <a:off x="2509275" y="1127650"/>
              <a:ext cx="191750" cy="169450"/>
            </a:xfrm>
            <a:custGeom>
              <a:rect b="b" l="l" r="r" t="t"/>
              <a:pathLst>
                <a:path extrusionOk="0" h="6778" w="7670">
                  <a:moveTo>
                    <a:pt x="3478" y="0"/>
                  </a:moveTo>
                  <a:cubicBezTo>
                    <a:pt x="3005" y="0"/>
                    <a:pt x="2517" y="70"/>
                    <a:pt x="2031" y="217"/>
                  </a:cubicBezTo>
                  <a:cubicBezTo>
                    <a:pt x="1223" y="460"/>
                    <a:pt x="533" y="884"/>
                    <a:pt x="1" y="1412"/>
                  </a:cubicBezTo>
                  <a:cubicBezTo>
                    <a:pt x="255" y="1285"/>
                    <a:pt x="526" y="1177"/>
                    <a:pt x="808" y="1091"/>
                  </a:cubicBezTo>
                  <a:cubicBezTo>
                    <a:pt x="1294" y="945"/>
                    <a:pt x="1781" y="876"/>
                    <a:pt x="2253" y="876"/>
                  </a:cubicBezTo>
                  <a:cubicBezTo>
                    <a:pt x="3979" y="876"/>
                    <a:pt x="5496" y="1805"/>
                    <a:pt x="5946" y="3297"/>
                  </a:cubicBezTo>
                  <a:cubicBezTo>
                    <a:pt x="6314" y="4521"/>
                    <a:pt x="5874" y="5823"/>
                    <a:pt x="4911" y="6777"/>
                  </a:cubicBezTo>
                  <a:cubicBezTo>
                    <a:pt x="6682" y="5894"/>
                    <a:pt x="7669" y="4085"/>
                    <a:pt x="7168" y="2421"/>
                  </a:cubicBezTo>
                  <a:cubicBezTo>
                    <a:pt x="6719" y="930"/>
                    <a:pt x="5204" y="0"/>
                    <a:pt x="3478" y="0"/>
                  </a:cubicBez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139"/>
            <p:cNvSpPr/>
            <p:nvPr/>
          </p:nvSpPr>
          <p:spPr>
            <a:xfrm>
              <a:off x="2519050" y="1186325"/>
              <a:ext cx="127775" cy="100050"/>
            </a:xfrm>
            <a:custGeom>
              <a:rect b="b" l="l" r="r" t="t"/>
              <a:pathLst>
                <a:path extrusionOk="0" h="4002" w="5111">
                  <a:moveTo>
                    <a:pt x="2781" y="0"/>
                  </a:moveTo>
                  <a:cubicBezTo>
                    <a:pt x="2522" y="0"/>
                    <a:pt x="2255" y="38"/>
                    <a:pt x="1989" y="119"/>
                  </a:cubicBezTo>
                  <a:cubicBezTo>
                    <a:pt x="751" y="491"/>
                    <a:pt x="0" y="1636"/>
                    <a:pt x="314" y="2675"/>
                  </a:cubicBezTo>
                  <a:cubicBezTo>
                    <a:pt x="559" y="3492"/>
                    <a:pt x="1389" y="4001"/>
                    <a:pt x="2334" y="4001"/>
                  </a:cubicBezTo>
                  <a:cubicBezTo>
                    <a:pt x="2591" y="4001"/>
                    <a:pt x="2857" y="3963"/>
                    <a:pt x="3123" y="3884"/>
                  </a:cubicBezTo>
                  <a:cubicBezTo>
                    <a:pt x="4361" y="3507"/>
                    <a:pt x="5111" y="2365"/>
                    <a:pt x="4797" y="1324"/>
                  </a:cubicBezTo>
                  <a:cubicBezTo>
                    <a:pt x="4551" y="508"/>
                    <a:pt x="3724" y="0"/>
                    <a:pt x="2781" y="0"/>
                  </a:cubicBez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p139"/>
            <p:cNvSpPr/>
            <p:nvPr/>
          </p:nvSpPr>
          <p:spPr>
            <a:xfrm>
              <a:off x="2120250" y="1387875"/>
              <a:ext cx="286950" cy="372750"/>
            </a:xfrm>
            <a:custGeom>
              <a:rect b="b" l="l" r="r" t="t"/>
              <a:pathLst>
                <a:path extrusionOk="0" h="14910" w="11478">
                  <a:moveTo>
                    <a:pt x="476" y="0"/>
                  </a:moveTo>
                  <a:lnTo>
                    <a:pt x="1" y="216"/>
                  </a:lnTo>
                  <a:cubicBezTo>
                    <a:pt x="84" y="7079"/>
                    <a:pt x="8722" y="10562"/>
                    <a:pt x="11477" y="14910"/>
                  </a:cubicBezTo>
                  <a:cubicBezTo>
                    <a:pt x="11291" y="13352"/>
                    <a:pt x="10447" y="13079"/>
                    <a:pt x="4367" y="7795"/>
                  </a:cubicBezTo>
                  <a:cubicBezTo>
                    <a:pt x="1223" y="5063"/>
                    <a:pt x="449" y="2278"/>
                    <a:pt x="4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9" name="Google Shape;1359;p139"/>
            <p:cNvSpPr/>
            <p:nvPr/>
          </p:nvSpPr>
          <p:spPr>
            <a:xfrm>
              <a:off x="2206050" y="1377525"/>
              <a:ext cx="147725" cy="167575"/>
            </a:xfrm>
            <a:custGeom>
              <a:rect b="b" l="l" r="r" t="t"/>
              <a:pathLst>
                <a:path extrusionOk="0" h="6703" w="5909">
                  <a:moveTo>
                    <a:pt x="849" y="0"/>
                  </a:moveTo>
                  <a:lnTo>
                    <a:pt x="0" y="154"/>
                  </a:lnTo>
                  <a:lnTo>
                    <a:pt x="3004" y="6703"/>
                  </a:lnTo>
                  <a:lnTo>
                    <a:pt x="5908" y="5160"/>
                  </a:lnTo>
                  <a:lnTo>
                    <a:pt x="849" y="0"/>
                  </a:lnTo>
                  <a:close/>
                </a:path>
              </a:pathLst>
            </a:custGeom>
            <a:solidFill>
              <a:srgbClr val="6882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0" name="Google Shape;1360;p139"/>
            <p:cNvSpPr/>
            <p:nvPr/>
          </p:nvSpPr>
          <p:spPr>
            <a:xfrm>
              <a:off x="2343150" y="1671025"/>
              <a:ext cx="140825" cy="110775"/>
            </a:xfrm>
            <a:custGeom>
              <a:rect b="b" l="l" r="r" t="t"/>
              <a:pathLst>
                <a:path extrusionOk="0" h="4431" w="5633">
                  <a:moveTo>
                    <a:pt x="2584" y="0"/>
                  </a:moveTo>
                  <a:lnTo>
                    <a:pt x="0" y="1468"/>
                  </a:lnTo>
                  <a:lnTo>
                    <a:pt x="2896" y="4431"/>
                  </a:lnTo>
                  <a:lnTo>
                    <a:pt x="5632" y="3178"/>
                  </a:lnTo>
                  <a:lnTo>
                    <a:pt x="258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1" name="Google Shape;1361;p139"/>
            <p:cNvSpPr/>
            <p:nvPr/>
          </p:nvSpPr>
          <p:spPr>
            <a:xfrm>
              <a:off x="2250675" y="1275575"/>
              <a:ext cx="578225" cy="500325"/>
            </a:xfrm>
            <a:custGeom>
              <a:rect b="b" l="l" r="r" t="t"/>
              <a:pathLst>
                <a:path extrusionOk="0" h="20013" w="23129">
                  <a:moveTo>
                    <a:pt x="17879" y="0"/>
                  </a:moveTo>
                  <a:lnTo>
                    <a:pt x="0" y="9597"/>
                  </a:lnTo>
                  <a:lnTo>
                    <a:pt x="7108" y="20013"/>
                  </a:lnTo>
                  <a:lnTo>
                    <a:pt x="23128" y="12683"/>
                  </a:lnTo>
                  <a:lnTo>
                    <a:pt x="1787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2" name="Google Shape;1362;p139"/>
            <p:cNvSpPr/>
            <p:nvPr/>
          </p:nvSpPr>
          <p:spPr>
            <a:xfrm>
              <a:off x="2248200" y="1272525"/>
              <a:ext cx="474825" cy="308475"/>
            </a:xfrm>
            <a:custGeom>
              <a:rect b="b" l="l" r="r" t="t"/>
              <a:pathLst>
                <a:path extrusionOk="0" h="12339" w="18993">
                  <a:moveTo>
                    <a:pt x="17941" y="0"/>
                  </a:moveTo>
                  <a:lnTo>
                    <a:pt x="1" y="9655"/>
                  </a:lnTo>
                  <a:lnTo>
                    <a:pt x="769" y="10737"/>
                  </a:lnTo>
                  <a:lnTo>
                    <a:pt x="771" y="10737"/>
                  </a:lnTo>
                  <a:lnTo>
                    <a:pt x="1886" y="12339"/>
                  </a:lnTo>
                  <a:cubicBezTo>
                    <a:pt x="2348" y="12210"/>
                    <a:pt x="2788" y="12051"/>
                    <a:pt x="3249" y="11838"/>
                  </a:cubicBezTo>
                  <a:cubicBezTo>
                    <a:pt x="5705" y="10714"/>
                    <a:pt x="7344" y="8724"/>
                    <a:pt x="7598" y="6836"/>
                  </a:cubicBezTo>
                  <a:lnTo>
                    <a:pt x="11453" y="4636"/>
                  </a:lnTo>
                  <a:cubicBezTo>
                    <a:pt x="11995" y="4821"/>
                    <a:pt x="12610" y="4917"/>
                    <a:pt x="13266" y="4917"/>
                  </a:cubicBezTo>
                  <a:cubicBezTo>
                    <a:pt x="14329" y="4917"/>
                    <a:pt x="15500" y="4666"/>
                    <a:pt x="16648" y="4142"/>
                  </a:cubicBezTo>
                  <a:cubicBezTo>
                    <a:pt x="17563" y="3722"/>
                    <a:pt x="18356" y="3178"/>
                    <a:pt x="18993" y="2568"/>
                  </a:cubicBezTo>
                  <a:lnTo>
                    <a:pt x="18194" y="645"/>
                  </a:lnTo>
                  <a:lnTo>
                    <a:pt x="18191" y="646"/>
                  </a:lnTo>
                  <a:lnTo>
                    <a:pt x="17941" y="0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3" name="Google Shape;1363;p139"/>
            <p:cNvSpPr/>
            <p:nvPr/>
          </p:nvSpPr>
          <p:spPr>
            <a:xfrm>
              <a:off x="2273500" y="1296250"/>
              <a:ext cx="532450" cy="460800"/>
            </a:xfrm>
            <a:custGeom>
              <a:rect b="b" l="l" r="r" t="t"/>
              <a:pathLst>
                <a:path extrusionOk="0" h="18432" w="21298">
                  <a:moveTo>
                    <a:pt x="16191" y="446"/>
                  </a:moveTo>
                  <a:lnTo>
                    <a:pt x="20802" y="11584"/>
                  </a:lnTo>
                  <a:lnTo>
                    <a:pt x="6733" y="18021"/>
                  </a:lnTo>
                  <a:lnTo>
                    <a:pt x="492" y="8873"/>
                  </a:lnTo>
                  <a:lnTo>
                    <a:pt x="16191" y="446"/>
                  </a:lnTo>
                  <a:close/>
                  <a:moveTo>
                    <a:pt x="16463" y="0"/>
                  </a:moveTo>
                  <a:lnTo>
                    <a:pt x="1" y="8837"/>
                  </a:lnTo>
                  <a:lnTo>
                    <a:pt x="6546" y="18431"/>
                  </a:lnTo>
                  <a:lnTo>
                    <a:pt x="21298" y="11682"/>
                  </a:lnTo>
                  <a:lnTo>
                    <a:pt x="16463" y="0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139"/>
            <p:cNvSpPr/>
            <p:nvPr/>
          </p:nvSpPr>
          <p:spPr>
            <a:xfrm>
              <a:off x="2250675" y="1275575"/>
              <a:ext cx="535950" cy="340475"/>
            </a:xfrm>
            <a:custGeom>
              <a:rect b="b" l="l" r="r" t="t"/>
              <a:pathLst>
                <a:path extrusionOk="0" h="13619" w="21438">
                  <a:moveTo>
                    <a:pt x="17879" y="0"/>
                  </a:moveTo>
                  <a:lnTo>
                    <a:pt x="0" y="9597"/>
                  </a:lnTo>
                  <a:lnTo>
                    <a:pt x="3133" y="13618"/>
                  </a:lnTo>
                  <a:lnTo>
                    <a:pt x="21438" y="8911"/>
                  </a:lnTo>
                  <a:lnTo>
                    <a:pt x="17879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5" name="Google Shape;1365;p139"/>
            <p:cNvSpPr/>
            <p:nvPr/>
          </p:nvSpPr>
          <p:spPr>
            <a:xfrm>
              <a:off x="2188150" y="1364700"/>
              <a:ext cx="73400" cy="60575"/>
            </a:xfrm>
            <a:custGeom>
              <a:rect b="b" l="l" r="r" t="t"/>
              <a:pathLst>
                <a:path extrusionOk="0" h="2423" w="2936">
                  <a:moveTo>
                    <a:pt x="1527" y="0"/>
                  </a:moveTo>
                  <a:cubicBezTo>
                    <a:pt x="1443" y="0"/>
                    <a:pt x="1358" y="7"/>
                    <a:pt x="1272" y="21"/>
                  </a:cubicBezTo>
                  <a:cubicBezTo>
                    <a:pt x="520" y="144"/>
                    <a:pt x="0" y="778"/>
                    <a:pt x="108" y="1435"/>
                  </a:cubicBezTo>
                  <a:cubicBezTo>
                    <a:pt x="204" y="2016"/>
                    <a:pt x="761" y="2423"/>
                    <a:pt x="1409" y="2423"/>
                  </a:cubicBezTo>
                  <a:cubicBezTo>
                    <a:pt x="1493" y="2423"/>
                    <a:pt x="1578" y="2416"/>
                    <a:pt x="1664" y="2402"/>
                  </a:cubicBezTo>
                  <a:cubicBezTo>
                    <a:pt x="2414" y="2277"/>
                    <a:pt x="2935" y="1646"/>
                    <a:pt x="2828" y="987"/>
                  </a:cubicBezTo>
                  <a:cubicBezTo>
                    <a:pt x="2733" y="406"/>
                    <a:pt x="2174" y="0"/>
                    <a:pt x="1527" y="0"/>
                  </a:cubicBezTo>
                  <a:close/>
                </a:path>
              </a:pathLst>
            </a:custGeom>
            <a:solidFill>
              <a:srgbClr val="8263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p139"/>
            <p:cNvSpPr/>
            <p:nvPr/>
          </p:nvSpPr>
          <p:spPr>
            <a:xfrm>
              <a:off x="2196875" y="1371925"/>
              <a:ext cx="55925" cy="46150"/>
            </a:xfrm>
            <a:custGeom>
              <a:rect b="b" l="l" r="r" t="t"/>
              <a:pathLst>
                <a:path extrusionOk="0" h="1846" w="2237">
                  <a:moveTo>
                    <a:pt x="1166" y="1"/>
                  </a:moveTo>
                  <a:cubicBezTo>
                    <a:pt x="1102" y="1"/>
                    <a:pt x="1036" y="6"/>
                    <a:pt x="970" y="17"/>
                  </a:cubicBezTo>
                  <a:cubicBezTo>
                    <a:pt x="399" y="111"/>
                    <a:pt x="1" y="592"/>
                    <a:pt x="84" y="1093"/>
                  </a:cubicBezTo>
                  <a:cubicBezTo>
                    <a:pt x="157" y="1537"/>
                    <a:pt x="579" y="1845"/>
                    <a:pt x="1072" y="1845"/>
                  </a:cubicBezTo>
                  <a:cubicBezTo>
                    <a:pt x="1136" y="1845"/>
                    <a:pt x="1202" y="1840"/>
                    <a:pt x="1268" y="1829"/>
                  </a:cubicBezTo>
                  <a:cubicBezTo>
                    <a:pt x="1839" y="1735"/>
                    <a:pt x="2237" y="1254"/>
                    <a:pt x="2154" y="753"/>
                  </a:cubicBezTo>
                  <a:cubicBezTo>
                    <a:pt x="2082" y="309"/>
                    <a:pt x="1659" y="1"/>
                    <a:pt x="1166" y="1"/>
                  </a:cubicBezTo>
                  <a:close/>
                </a:path>
              </a:pathLst>
            </a:custGeom>
            <a:solidFill>
              <a:srgbClr val="D9A4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7" name="Google Shape;1367;p139"/>
            <p:cNvSpPr/>
            <p:nvPr/>
          </p:nvSpPr>
          <p:spPr>
            <a:xfrm>
              <a:off x="2789100" y="1232400"/>
              <a:ext cx="152800" cy="252375"/>
            </a:xfrm>
            <a:custGeom>
              <a:rect b="b" l="l" r="r" t="t"/>
              <a:pathLst>
                <a:path extrusionOk="0" h="10095" w="6112">
                  <a:moveTo>
                    <a:pt x="2371" y="1"/>
                  </a:moveTo>
                  <a:lnTo>
                    <a:pt x="1" y="5658"/>
                  </a:lnTo>
                  <a:lnTo>
                    <a:pt x="1325" y="8668"/>
                  </a:lnTo>
                  <a:lnTo>
                    <a:pt x="6112" y="10094"/>
                  </a:lnTo>
                  <a:lnTo>
                    <a:pt x="23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8" name="Google Shape;1368;p139"/>
            <p:cNvSpPr/>
            <p:nvPr/>
          </p:nvSpPr>
          <p:spPr>
            <a:xfrm>
              <a:off x="2789100" y="1232400"/>
              <a:ext cx="102200" cy="160725"/>
            </a:xfrm>
            <a:custGeom>
              <a:rect b="b" l="l" r="r" t="t"/>
              <a:pathLst>
                <a:path extrusionOk="0" h="6429" w="4088">
                  <a:moveTo>
                    <a:pt x="2371" y="1"/>
                  </a:moveTo>
                  <a:lnTo>
                    <a:pt x="1" y="5658"/>
                  </a:lnTo>
                  <a:lnTo>
                    <a:pt x="351" y="6428"/>
                  </a:lnTo>
                  <a:lnTo>
                    <a:pt x="4088" y="4769"/>
                  </a:lnTo>
                  <a:lnTo>
                    <a:pt x="2371" y="1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9" name="Google Shape;1369;p139"/>
            <p:cNvSpPr/>
            <p:nvPr/>
          </p:nvSpPr>
          <p:spPr>
            <a:xfrm>
              <a:off x="2793050" y="1305400"/>
              <a:ext cx="98250" cy="87725"/>
            </a:xfrm>
            <a:custGeom>
              <a:rect b="b" l="l" r="r" t="t"/>
              <a:pathLst>
                <a:path extrusionOk="0" h="3509" w="3930">
                  <a:moveTo>
                    <a:pt x="3361" y="1"/>
                  </a:moveTo>
                  <a:lnTo>
                    <a:pt x="0" y="3122"/>
                  </a:lnTo>
                  <a:lnTo>
                    <a:pt x="193" y="3508"/>
                  </a:lnTo>
                  <a:lnTo>
                    <a:pt x="3930" y="1849"/>
                  </a:lnTo>
                  <a:lnTo>
                    <a:pt x="3361" y="1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0" name="Google Shape;1370;p139"/>
            <p:cNvSpPr/>
            <p:nvPr/>
          </p:nvSpPr>
          <p:spPr>
            <a:xfrm>
              <a:off x="2838075" y="1232400"/>
              <a:ext cx="103825" cy="252375"/>
            </a:xfrm>
            <a:custGeom>
              <a:rect b="b" l="l" r="r" t="t"/>
              <a:pathLst>
                <a:path extrusionOk="0" h="10095" w="4153">
                  <a:moveTo>
                    <a:pt x="412" y="1"/>
                  </a:moveTo>
                  <a:lnTo>
                    <a:pt x="0" y="1017"/>
                  </a:lnTo>
                  <a:lnTo>
                    <a:pt x="2149" y="9401"/>
                  </a:lnTo>
                  <a:lnTo>
                    <a:pt x="4153" y="10094"/>
                  </a:lnTo>
                  <a:lnTo>
                    <a:pt x="412" y="1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1" name="Google Shape;1371;p139"/>
            <p:cNvSpPr/>
            <p:nvPr/>
          </p:nvSpPr>
          <p:spPr>
            <a:xfrm>
              <a:off x="2108050" y="1305350"/>
              <a:ext cx="247425" cy="193625"/>
            </a:xfrm>
            <a:custGeom>
              <a:rect b="b" l="l" r="r" t="t"/>
              <a:pathLst>
                <a:path extrusionOk="0" h="7745" w="9897">
                  <a:moveTo>
                    <a:pt x="5379" y="0"/>
                  </a:moveTo>
                  <a:cubicBezTo>
                    <a:pt x="4881" y="0"/>
                    <a:pt x="4365" y="73"/>
                    <a:pt x="3852" y="228"/>
                  </a:cubicBezTo>
                  <a:cubicBezTo>
                    <a:pt x="1454" y="951"/>
                    <a:pt x="1" y="3167"/>
                    <a:pt x="608" y="5179"/>
                  </a:cubicBezTo>
                  <a:cubicBezTo>
                    <a:pt x="1085" y="6761"/>
                    <a:pt x="2689" y="7745"/>
                    <a:pt x="4518" y="7745"/>
                  </a:cubicBezTo>
                  <a:cubicBezTo>
                    <a:pt x="5016" y="7745"/>
                    <a:pt x="5532" y="7671"/>
                    <a:pt x="6046" y="7517"/>
                  </a:cubicBezTo>
                  <a:cubicBezTo>
                    <a:pt x="8444" y="6796"/>
                    <a:pt x="9897" y="4578"/>
                    <a:pt x="9290" y="2565"/>
                  </a:cubicBezTo>
                  <a:cubicBezTo>
                    <a:pt x="8813" y="984"/>
                    <a:pt x="7208" y="0"/>
                    <a:pt x="53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2" name="Google Shape;1372;p139"/>
            <p:cNvSpPr/>
            <p:nvPr/>
          </p:nvSpPr>
          <p:spPr>
            <a:xfrm>
              <a:off x="2105775" y="1298600"/>
              <a:ext cx="247450" cy="193625"/>
            </a:xfrm>
            <a:custGeom>
              <a:rect b="b" l="l" r="r" t="t"/>
              <a:pathLst>
                <a:path extrusionOk="0" h="7745" w="9898">
                  <a:moveTo>
                    <a:pt x="5382" y="0"/>
                  </a:moveTo>
                  <a:cubicBezTo>
                    <a:pt x="4882" y="0"/>
                    <a:pt x="4366" y="74"/>
                    <a:pt x="3851" y="229"/>
                  </a:cubicBezTo>
                  <a:cubicBezTo>
                    <a:pt x="1453" y="951"/>
                    <a:pt x="0" y="3166"/>
                    <a:pt x="607" y="5179"/>
                  </a:cubicBezTo>
                  <a:cubicBezTo>
                    <a:pt x="1084" y="6761"/>
                    <a:pt x="2688" y="7745"/>
                    <a:pt x="4516" y="7745"/>
                  </a:cubicBezTo>
                  <a:cubicBezTo>
                    <a:pt x="5015" y="7745"/>
                    <a:pt x="5531" y="7671"/>
                    <a:pt x="6045" y="7516"/>
                  </a:cubicBezTo>
                  <a:cubicBezTo>
                    <a:pt x="8445" y="6795"/>
                    <a:pt x="9898" y="4578"/>
                    <a:pt x="9291" y="2565"/>
                  </a:cubicBezTo>
                  <a:cubicBezTo>
                    <a:pt x="8815" y="984"/>
                    <a:pt x="7210" y="0"/>
                    <a:pt x="53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3" name="Google Shape;1373;p139"/>
            <p:cNvSpPr/>
            <p:nvPr/>
          </p:nvSpPr>
          <p:spPr>
            <a:xfrm>
              <a:off x="2114775" y="1343175"/>
              <a:ext cx="238450" cy="149050"/>
            </a:xfrm>
            <a:custGeom>
              <a:rect b="b" l="l" r="r" t="t"/>
              <a:pathLst>
                <a:path extrusionOk="0" h="5962" w="9538">
                  <a:moveTo>
                    <a:pt x="8576" y="0"/>
                  </a:moveTo>
                  <a:cubicBezTo>
                    <a:pt x="8047" y="1118"/>
                    <a:pt x="6962" y="2064"/>
                    <a:pt x="5548" y="2491"/>
                  </a:cubicBezTo>
                  <a:cubicBezTo>
                    <a:pt x="5034" y="2646"/>
                    <a:pt x="4518" y="2719"/>
                    <a:pt x="4019" y="2719"/>
                  </a:cubicBezTo>
                  <a:cubicBezTo>
                    <a:pt x="2515" y="2719"/>
                    <a:pt x="1163" y="2052"/>
                    <a:pt x="466" y="935"/>
                  </a:cubicBezTo>
                  <a:cubicBezTo>
                    <a:pt x="98" y="1712"/>
                    <a:pt x="1" y="2571"/>
                    <a:pt x="248" y="3396"/>
                  </a:cubicBezTo>
                  <a:cubicBezTo>
                    <a:pt x="725" y="4977"/>
                    <a:pt x="2330" y="5962"/>
                    <a:pt x="4158" y="5962"/>
                  </a:cubicBezTo>
                  <a:cubicBezTo>
                    <a:pt x="4657" y="5962"/>
                    <a:pt x="5173" y="5888"/>
                    <a:pt x="5687" y="5733"/>
                  </a:cubicBezTo>
                  <a:cubicBezTo>
                    <a:pt x="8085" y="5011"/>
                    <a:pt x="9538" y="2795"/>
                    <a:pt x="8931" y="782"/>
                  </a:cubicBezTo>
                  <a:cubicBezTo>
                    <a:pt x="8846" y="501"/>
                    <a:pt x="8725" y="239"/>
                    <a:pt x="8576" y="0"/>
                  </a:cubicBez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4" name="Google Shape;1374;p139"/>
            <p:cNvSpPr/>
            <p:nvPr/>
          </p:nvSpPr>
          <p:spPr>
            <a:xfrm>
              <a:off x="2141375" y="1298625"/>
              <a:ext cx="208300" cy="169600"/>
            </a:xfrm>
            <a:custGeom>
              <a:rect b="b" l="l" r="r" t="t"/>
              <a:pathLst>
                <a:path extrusionOk="0" h="6784" w="8332">
                  <a:moveTo>
                    <a:pt x="3961" y="0"/>
                  </a:moveTo>
                  <a:cubicBezTo>
                    <a:pt x="3461" y="0"/>
                    <a:pt x="2945" y="74"/>
                    <a:pt x="2430" y="229"/>
                  </a:cubicBezTo>
                  <a:cubicBezTo>
                    <a:pt x="1428" y="531"/>
                    <a:pt x="592" y="1092"/>
                    <a:pt x="0" y="1792"/>
                  </a:cubicBezTo>
                  <a:cubicBezTo>
                    <a:pt x="444" y="1482"/>
                    <a:pt x="955" y="1227"/>
                    <a:pt x="1516" y="1059"/>
                  </a:cubicBezTo>
                  <a:cubicBezTo>
                    <a:pt x="2031" y="904"/>
                    <a:pt x="2547" y="831"/>
                    <a:pt x="3047" y="831"/>
                  </a:cubicBezTo>
                  <a:cubicBezTo>
                    <a:pt x="4875" y="831"/>
                    <a:pt x="6480" y="1815"/>
                    <a:pt x="6956" y="3396"/>
                  </a:cubicBezTo>
                  <a:cubicBezTo>
                    <a:pt x="7308" y="4568"/>
                    <a:pt x="6963" y="5808"/>
                    <a:pt x="6140" y="6784"/>
                  </a:cubicBezTo>
                  <a:cubicBezTo>
                    <a:pt x="7589" y="5765"/>
                    <a:pt x="8332" y="4107"/>
                    <a:pt x="7867" y="2565"/>
                  </a:cubicBezTo>
                  <a:cubicBezTo>
                    <a:pt x="7392" y="985"/>
                    <a:pt x="5789" y="0"/>
                    <a:pt x="3961" y="0"/>
                  </a:cubicBez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5" name="Google Shape;1375;p139"/>
            <p:cNvSpPr/>
            <p:nvPr/>
          </p:nvSpPr>
          <p:spPr>
            <a:xfrm>
              <a:off x="2164375" y="1362875"/>
              <a:ext cx="126975" cy="99375"/>
            </a:xfrm>
            <a:custGeom>
              <a:rect b="b" l="l" r="r" t="t"/>
              <a:pathLst>
                <a:path extrusionOk="0" h="3975" w="5079">
                  <a:moveTo>
                    <a:pt x="2761" y="0"/>
                  </a:moveTo>
                  <a:cubicBezTo>
                    <a:pt x="2505" y="0"/>
                    <a:pt x="2240" y="38"/>
                    <a:pt x="1976" y="117"/>
                  </a:cubicBezTo>
                  <a:cubicBezTo>
                    <a:pt x="745" y="488"/>
                    <a:pt x="1" y="1626"/>
                    <a:pt x="312" y="2658"/>
                  </a:cubicBezTo>
                  <a:cubicBezTo>
                    <a:pt x="557" y="3470"/>
                    <a:pt x="1379" y="3975"/>
                    <a:pt x="2317" y="3975"/>
                  </a:cubicBezTo>
                  <a:cubicBezTo>
                    <a:pt x="2574" y="3975"/>
                    <a:pt x="2839" y="3937"/>
                    <a:pt x="3103" y="3857"/>
                  </a:cubicBezTo>
                  <a:cubicBezTo>
                    <a:pt x="4334" y="3487"/>
                    <a:pt x="5079" y="2349"/>
                    <a:pt x="4768" y="1317"/>
                  </a:cubicBezTo>
                  <a:cubicBezTo>
                    <a:pt x="4523" y="505"/>
                    <a:pt x="3699" y="0"/>
                    <a:pt x="2761" y="0"/>
                  </a:cubicBez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6" name="Google Shape;1376;p139"/>
            <p:cNvSpPr/>
            <p:nvPr/>
          </p:nvSpPr>
          <p:spPr>
            <a:xfrm>
              <a:off x="2030025" y="1241125"/>
              <a:ext cx="388150" cy="304975"/>
            </a:xfrm>
            <a:custGeom>
              <a:rect b="b" l="l" r="r" t="t"/>
              <a:pathLst>
                <a:path extrusionOk="0" h="12199" w="15526">
                  <a:moveTo>
                    <a:pt x="6212" y="990"/>
                  </a:moveTo>
                  <a:cubicBezTo>
                    <a:pt x="6834" y="990"/>
                    <a:pt x="7483" y="1512"/>
                    <a:pt x="7780" y="2309"/>
                  </a:cubicBezTo>
                  <a:cubicBezTo>
                    <a:pt x="8136" y="3266"/>
                    <a:pt x="7846" y="4255"/>
                    <a:pt x="7131" y="4520"/>
                  </a:cubicBezTo>
                  <a:cubicBezTo>
                    <a:pt x="7012" y="4565"/>
                    <a:pt x="6888" y="4586"/>
                    <a:pt x="6763" y="4586"/>
                  </a:cubicBezTo>
                  <a:cubicBezTo>
                    <a:pt x="6142" y="4586"/>
                    <a:pt x="5493" y="4065"/>
                    <a:pt x="5196" y="3268"/>
                  </a:cubicBezTo>
                  <a:cubicBezTo>
                    <a:pt x="4840" y="2313"/>
                    <a:pt x="5130" y="1321"/>
                    <a:pt x="5843" y="1056"/>
                  </a:cubicBezTo>
                  <a:cubicBezTo>
                    <a:pt x="5963" y="1011"/>
                    <a:pt x="6087" y="990"/>
                    <a:pt x="6212" y="990"/>
                  </a:cubicBezTo>
                  <a:close/>
                  <a:moveTo>
                    <a:pt x="10741" y="1341"/>
                  </a:moveTo>
                  <a:cubicBezTo>
                    <a:pt x="10962" y="1341"/>
                    <a:pt x="11172" y="1399"/>
                    <a:pt x="11354" y="1520"/>
                  </a:cubicBezTo>
                  <a:cubicBezTo>
                    <a:pt x="11990" y="1941"/>
                    <a:pt x="12046" y="2971"/>
                    <a:pt x="11482" y="3820"/>
                  </a:cubicBezTo>
                  <a:cubicBezTo>
                    <a:pt x="11080" y="4426"/>
                    <a:pt x="10472" y="4777"/>
                    <a:pt x="9926" y="4777"/>
                  </a:cubicBezTo>
                  <a:cubicBezTo>
                    <a:pt x="9705" y="4777"/>
                    <a:pt x="9494" y="4720"/>
                    <a:pt x="9312" y="4599"/>
                  </a:cubicBezTo>
                  <a:cubicBezTo>
                    <a:pt x="8677" y="4178"/>
                    <a:pt x="8620" y="3147"/>
                    <a:pt x="9184" y="2298"/>
                  </a:cubicBezTo>
                  <a:cubicBezTo>
                    <a:pt x="9586" y="1693"/>
                    <a:pt x="10195" y="1341"/>
                    <a:pt x="10741" y="1341"/>
                  </a:cubicBezTo>
                  <a:close/>
                  <a:moveTo>
                    <a:pt x="3793" y="4479"/>
                  </a:moveTo>
                  <a:cubicBezTo>
                    <a:pt x="3831" y="4479"/>
                    <a:pt x="3870" y="4480"/>
                    <a:pt x="3909" y="4482"/>
                  </a:cubicBezTo>
                  <a:cubicBezTo>
                    <a:pt x="4930" y="4527"/>
                    <a:pt x="5727" y="5183"/>
                    <a:pt x="5691" y="5943"/>
                  </a:cubicBezTo>
                  <a:cubicBezTo>
                    <a:pt x="5657" y="6674"/>
                    <a:pt x="4866" y="7237"/>
                    <a:pt x="3898" y="7237"/>
                  </a:cubicBezTo>
                  <a:cubicBezTo>
                    <a:pt x="3860" y="7237"/>
                    <a:pt x="3821" y="7236"/>
                    <a:pt x="3782" y="7234"/>
                  </a:cubicBezTo>
                  <a:cubicBezTo>
                    <a:pt x="2762" y="7189"/>
                    <a:pt x="1964" y="6533"/>
                    <a:pt x="1999" y="5773"/>
                  </a:cubicBezTo>
                  <a:cubicBezTo>
                    <a:pt x="2032" y="5042"/>
                    <a:pt x="2825" y="4479"/>
                    <a:pt x="3793" y="4479"/>
                  </a:cubicBezTo>
                  <a:close/>
                  <a:moveTo>
                    <a:pt x="11784" y="5249"/>
                  </a:moveTo>
                  <a:cubicBezTo>
                    <a:pt x="11821" y="5249"/>
                    <a:pt x="11859" y="5250"/>
                    <a:pt x="11897" y="5252"/>
                  </a:cubicBezTo>
                  <a:cubicBezTo>
                    <a:pt x="12915" y="5299"/>
                    <a:pt x="13715" y="5953"/>
                    <a:pt x="13679" y="6715"/>
                  </a:cubicBezTo>
                  <a:cubicBezTo>
                    <a:pt x="13646" y="7446"/>
                    <a:pt x="12854" y="8009"/>
                    <a:pt x="11886" y="8009"/>
                  </a:cubicBezTo>
                  <a:cubicBezTo>
                    <a:pt x="11847" y="8009"/>
                    <a:pt x="11809" y="8008"/>
                    <a:pt x="11770" y="8006"/>
                  </a:cubicBezTo>
                  <a:cubicBezTo>
                    <a:pt x="10750" y="7960"/>
                    <a:pt x="9952" y="7305"/>
                    <a:pt x="9987" y="6544"/>
                  </a:cubicBezTo>
                  <a:cubicBezTo>
                    <a:pt x="10020" y="5813"/>
                    <a:pt x="10814" y="5249"/>
                    <a:pt x="11784" y="5249"/>
                  </a:cubicBezTo>
                  <a:close/>
                  <a:moveTo>
                    <a:pt x="5896" y="7486"/>
                  </a:moveTo>
                  <a:cubicBezTo>
                    <a:pt x="6117" y="7486"/>
                    <a:pt x="6327" y="7543"/>
                    <a:pt x="6509" y="7664"/>
                  </a:cubicBezTo>
                  <a:cubicBezTo>
                    <a:pt x="7144" y="8083"/>
                    <a:pt x="7202" y="9114"/>
                    <a:pt x="6638" y="9966"/>
                  </a:cubicBezTo>
                  <a:cubicBezTo>
                    <a:pt x="6237" y="10572"/>
                    <a:pt x="5628" y="10922"/>
                    <a:pt x="5081" y="10922"/>
                  </a:cubicBezTo>
                  <a:cubicBezTo>
                    <a:pt x="4861" y="10922"/>
                    <a:pt x="4650" y="10865"/>
                    <a:pt x="4467" y="10745"/>
                  </a:cubicBezTo>
                  <a:cubicBezTo>
                    <a:pt x="3832" y="10324"/>
                    <a:pt x="3776" y="9293"/>
                    <a:pt x="4340" y="8443"/>
                  </a:cubicBezTo>
                  <a:cubicBezTo>
                    <a:pt x="4742" y="7837"/>
                    <a:pt x="5351" y="7486"/>
                    <a:pt x="5896" y="7486"/>
                  </a:cubicBezTo>
                  <a:close/>
                  <a:moveTo>
                    <a:pt x="8856" y="7499"/>
                  </a:moveTo>
                  <a:cubicBezTo>
                    <a:pt x="9467" y="7499"/>
                    <a:pt x="10114" y="8000"/>
                    <a:pt x="10427" y="8776"/>
                  </a:cubicBezTo>
                  <a:cubicBezTo>
                    <a:pt x="10808" y="9722"/>
                    <a:pt x="10543" y="10720"/>
                    <a:pt x="9836" y="11004"/>
                  </a:cubicBezTo>
                  <a:cubicBezTo>
                    <a:pt x="9708" y="11055"/>
                    <a:pt x="9574" y="11080"/>
                    <a:pt x="9438" y="11080"/>
                  </a:cubicBezTo>
                  <a:cubicBezTo>
                    <a:pt x="8826" y="11080"/>
                    <a:pt x="8179" y="10577"/>
                    <a:pt x="7869" y="9803"/>
                  </a:cubicBezTo>
                  <a:cubicBezTo>
                    <a:pt x="7488" y="8856"/>
                    <a:pt x="7753" y="7857"/>
                    <a:pt x="8458" y="7575"/>
                  </a:cubicBezTo>
                  <a:cubicBezTo>
                    <a:pt x="8586" y="7523"/>
                    <a:pt x="8720" y="7499"/>
                    <a:pt x="8856" y="7499"/>
                  </a:cubicBezTo>
                  <a:close/>
                  <a:moveTo>
                    <a:pt x="8504" y="0"/>
                  </a:moveTo>
                  <a:cubicBezTo>
                    <a:pt x="7607" y="0"/>
                    <a:pt x="6676" y="156"/>
                    <a:pt x="5757" y="483"/>
                  </a:cubicBezTo>
                  <a:cubicBezTo>
                    <a:pt x="2082" y="1795"/>
                    <a:pt x="1" y="5373"/>
                    <a:pt x="1109" y="8476"/>
                  </a:cubicBezTo>
                  <a:cubicBezTo>
                    <a:pt x="1939" y="10802"/>
                    <a:pt x="4327" y="12199"/>
                    <a:pt x="7018" y="12199"/>
                  </a:cubicBezTo>
                  <a:cubicBezTo>
                    <a:pt x="7916" y="12199"/>
                    <a:pt x="8848" y="12043"/>
                    <a:pt x="9767" y="11715"/>
                  </a:cubicBezTo>
                  <a:cubicBezTo>
                    <a:pt x="13444" y="10404"/>
                    <a:pt x="15526" y="6825"/>
                    <a:pt x="14418" y="3724"/>
                  </a:cubicBezTo>
                  <a:cubicBezTo>
                    <a:pt x="13588" y="1398"/>
                    <a:pt x="11198" y="0"/>
                    <a:pt x="85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7" name="Google Shape;1377;p139"/>
            <p:cNvSpPr/>
            <p:nvPr/>
          </p:nvSpPr>
          <p:spPr>
            <a:xfrm>
              <a:off x="2028525" y="1233425"/>
              <a:ext cx="388075" cy="305000"/>
            </a:xfrm>
            <a:custGeom>
              <a:rect b="b" l="l" r="r" t="t"/>
              <a:pathLst>
                <a:path extrusionOk="0" h="12200" w="15523">
                  <a:moveTo>
                    <a:pt x="6210" y="992"/>
                  </a:moveTo>
                  <a:cubicBezTo>
                    <a:pt x="6830" y="992"/>
                    <a:pt x="7480" y="1514"/>
                    <a:pt x="7777" y="2310"/>
                  </a:cubicBezTo>
                  <a:cubicBezTo>
                    <a:pt x="8133" y="3268"/>
                    <a:pt x="7843" y="4257"/>
                    <a:pt x="7130" y="4525"/>
                  </a:cubicBezTo>
                  <a:cubicBezTo>
                    <a:pt x="7010" y="4569"/>
                    <a:pt x="6886" y="4590"/>
                    <a:pt x="6761" y="4590"/>
                  </a:cubicBezTo>
                  <a:cubicBezTo>
                    <a:pt x="6139" y="4590"/>
                    <a:pt x="5490" y="4068"/>
                    <a:pt x="5193" y="3272"/>
                  </a:cubicBezTo>
                  <a:cubicBezTo>
                    <a:pt x="4837" y="2313"/>
                    <a:pt x="5127" y="1322"/>
                    <a:pt x="5841" y="1058"/>
                  </a:cubicBezTo>
                  <a:cubicBezTo>
                    <a:pt x="5961" y="1013"/>
                    <a:pt x="6085" y="992"/>
                    <a:pt x="6210" y="992"/>
                  </a:cubicBezTo>
                  <a:close/>
                  <a:moveTo>
                    <a:pt x="10738" y="1342"/>
                  </a:moveTo>
                  <a:cubicBezTo>
                    <a:pt x="10959" y="1342"/>
                    <a:pt x="11170" y="1399"/>
                    <a:pt x="11353" y="1520"/>
                  </a:cubicBezTo>
                  <a:cubicBezTo>
                    <a:pt x="11987" y="1941"/>
                    <a:pt x="12044" y="2970"/>
                    <a:pt x="11479" y="3820"/>
                  </a:cubicBezTo>
                  <a:cubicBezTo>
                    <a:pt x="11078" y="4426"/>
                    <a:pt x="10470" y="4778"/>
                    <a:pt x="9923" y="4778"/>
                  </a:cubicBezTo>
                  <a:cubicBezTo>
                    <a:pt x="9702" y="4778"/>
                    <a:pt x="9491" y="4720"/>
                    <a:pt x="9309" y="4599"/>
                  </a:cubicBezTo>
                  <a:cubicBezTo>
                    <a:pt x="8673" y="4181"/>
                    <a:pt x="8616" y="3149"/>
                    <a:pt x="9181" y="2299"/>
                  </a:cubicBezTo>
                  <a:cubicBezTo>
                    <a:pt x="9583" y="1693"/>
                    <a:pt x="10192" y="1342"/>
                    <a:pt x="10738" y="1342"/>
                  </a:cubicBezTo>
                  <a:close/>
                  <a:moveTo>
                    <a:pt x="3790" y="4479"/>
                  </a:moveTo>
                  <a:cubicBezTo>
                    <a:pt x="3828" y="4479"/>
                    <a:pt x="3867" y="4480"/>
                    <a:pt x="3906" y="4482"/>
                  </a:cubicBezTo>
                  <a:cubicBezTo>
                    <a:pt x="4927" y="4528"/>
                    <a:pt x="5724" y="5183"/>
                    <a:pt x="5688" y="5943"/>
                  </a:cubicBezTo>
                  <a:cubicBezTo>
                    <a:pt x="5654" y="6674"/>
                    <a:pt x="4863" y="7237"/>
                    <a:pt x="3896" y="7237"/>
                  </a:cubicBezTo>
                  <a:cubicBezTo>
                    <a:pt x="3858" y="7237"/>
                    <a:pt x="3819" y="7236"/>
                    <a:pt x="3780" y="7235"/>
                  </a:cubicBezTo>
                  <a:cubicBezTo>
                    <a:pt x="2759" y="7189"/>
                    <a:pt x="1962" y="6533"/>
                    <a:pt x="1998" y="5773"/>
                  </a:cubicBezTo>
                  <a:cubicBezTo>
                    <a:pt x="2029" y="5042"/>
                    <a:pt x="2822" y="4479"/>
                    <a:pt x="3790" y="4479"/>
                  </a:cubicBezTo>
                  <a:close/>
                  <a:moveTo>
                    <a:pt x="11781" y="5249"/>
                  </a:moveTo>
                  <a:cubicBezTo>
                    <a:pt x="11818" y="5249"/>
                    <a:pt x="11856" y="5250"/>
                    <a:pt x="11894" y="5252"/>
                  </a:cubicBezTo>
                  <a:cubicBezTo>
                    <a:pt x="12913" y="5299"/>
                    <a:pt x="13711" y="5953"/>
                    <a:pt x="13676" y="6715"/>
                  </a:cubicBezTo>
                  <a:cubicBezTo>
                    <a:pt x="13645" y="7446"/>
                    <a:pt x="12852" y="8009"/>
                    <a:pt x="11884" y="8009"/>
                  </a:cubicBezTo>
                  <a:cubicBezTo>
                    <a:pt x="11846" y="8009"/>
                    <a:pt x="11807" y="8008"/>
                    <a:pt x="11768" y="8006"/>
                  </a:cubicBezTo>
                  <a:cubicBezTo>
                    <a:pt x="10747" y="7960"/>
                    <a:pt x="9950" y="7305"/>
                    <a:pt x="9986" y="6545"/>
                  </a:cubicBezTo>
                  <a:cubicBezTo>
                    <a:pt x="10017" y="5813"/>
                    <a:pt x="10812" y="5249"/>
                    <a:pt x="11781" y="5249"/>
                  </a:cubicBezTo>
                  <a:close/>
                  <a:moveTo>
                    <a:pt x="5893" y="7486"/>
                  </a:moveTo>
                  <a:cubicBezTo>
                    <a:pt x="6114" y="7486"/>
                    <a:pt x="6324" y="7543"/>
                    <a:pt x="6506" y="7664"/>
                  </a:cubicBezTo>
                  <a:cubicBezTo>
                    <a:pt x="7141" y="8085"/>
                    <a:pt x="7199" y="9116"/>
                    <a:pt x="6636" y="9966"/>
                  </a:cubicBezTo>
                  <a:cubicBezTo>
                    <a:pt x="6234" y="10572"/>
                    <a:pt x="5625" y="10923"/>
                    <a:pt x="5078" y="10923"/>
                  </a:cubicBezTo>
                  <a:cubicBezTo>
                    <a:pt x="4858" y="10923"/>
                    <a:pt x="4647" y="10865"/>
                    <a:pt x="4464" y="10745"/>
                  </a:cubicBezTo>
                  <a:cubicBezTo>
                    <a:pt x="3830" y="10324"/>
                    <a:pt x="3774" y="9293"/>
                    <a:pt x="4337" y="8443"/>
                  </a:cubicBezTo>
                  <a:cubicBezTo>
                    <a:pt x="4739" y="7837"/>
                    <a:pt x="5348" y="7486"/>
                    <a:pt x="5893" y="7486"/>
                  </a:cubicBezTo>
                  <a:close/>
                  <a:moveTo>
                    <a:pt x="8852" y="7501"/>
                  </a:moveTo>
                  <a:cubicBezTo>
                    <a:pt x="9465" y="7501"/>
                    <a:pt x="10111" y="8003"/>
                    <a:pt x="10424" y="8778"/>
                  </a:cubicBezTo>
                  <a:cubicBezTo>
                    <a:pt x="10803" y="9724"/>
                    <a:pt x="10540" y="10720"/>
                    <a:pt x="9833" y="11005"/>
                  </a:cubicBezTo>
                  <a:cubicBezTo>
                    <a:pt x="9705" y="11057"/>
                    <a:pt x="9571" y="11082"/>
                    <a:pt x="9436" y="11082"/>
                  </a:cubicBezTo>
                  <a:cubicBezTo>
                    <a:pt x="8824" y="11082"/>
                    <a:pt x="8177" y="10580"/>
                    <a:pt x="7864" y="9804"/>
                  </a:cubicBezTo>
                  <a:cubicBezTo>
                    <a:pt x="7483" y="8858"/>
                    <a:pt x="7748" y="7860"/>
                    <a:pt x="8455" y="7577"/>
                  </a:cubicBezTo>
                  <a:cubicBezTo>
                    <a:pt x="8583" y="7525"/>
                    <a:pt x="8717" y="7501"/>
                    <a:pt x="8852" y="7501"/>
                  </a:cubicBezTo>
                  <a:close/>
                  <a:moveTo>
                    <a:pt x="8503" y="1"/>
                  </a:moveTo>
                  <a:cubicBezTo>
                    <a:pt x="7606" y="1"/>
                    <a:pt x="6675" y="156"/>
                    <a:pt x="5757" y="484"/>
                  </a:cubicBezTo>
                  <a:cubicBezTo>
                    <a:pt x="2081" y="1795"/>
                    <a:pt x="1" y="5374"/>
                    <a:pt x="1107" y="8476"/>
                  </a:cubicBezTo>
                  <a:cubicBezTo>
                    <a:pt x="1938" y="10802"/>
                    <a:pt x="4327" y="12199"/>
                    <a:pt x="7018" y="12199"/>
                  </a:cubicBezTo>
                  <a:cubicBezTo>
                    <a:pt x="7916" y="12199"/>
                    <a:pt x="8848" y="12044"/>
                    <a:pt x="9767" y="11715"/>
                  </a:cubicBezTo>
                  <a:cubicBezTo>
                    <a:pt x="13440" y="10404"/>
                    <a:pt x="15523" y="6825"/>
                    <a:pt x="14416" y="3725"/>
                  </a:cubicBezTo>
                  <a:cubicBezTo>
                    <a:pt x="13585" y="1399"/>
                    <a:pt x="11196" y="1"/>
                    <a:pt x="850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p139"/>
            <p:cNvSpPr/>
            <p:nvPr/>
          </p:nvSpPr>
          <p:spPr>
            <a:xfrm>
              <a:off x="2029075" y="1238975"/>
              <a:ext cx="388150" cy="305000"/>
            </a:xfrm>
            <a:custGeom>
              <a:rect b="b" l="l" r="r" t="t"/>
              <a:pathLst>
                <a:path extrusionOk="0" h="12200" w="15526">
                  <a:moveTo>
                    <a:pt x="6211" y="990"/>
                  </a:moveTo>
                  <a:cubicBezTo>
                    <a:pt x="6832" y="990"/>
                    <a:pt x="7482" y="1512"/>
                    <a:pt x="7778" y="2309"/>
                  </a:cubicBezTo>
                  <a:cubicBezTo>
                    <a:pt x="8134" y="3266"/>
                    <a:pt x="7844" y="4255"/>
                    <a:pt x="7131" y="4520"/>
                  </a:cubicBezTo>
                  <a:cubicBezTo>
                    <a:pt x="7011" y="4565"/>
                    <a:pt x="6887" y="4586"/>
                    <a:pt x="6761" y="4586"/>
                  </a:cubicBezTo>
                  <a:cubicBezTo>
                    <a:pt x="6140" y="4586"/>
                    <a:pt x="5490" y="4065"/>
                    <a:pt x="5194" y="3268"/>
                  </a:cubicBezTo>
                  <a:cubicBezTo>
                    <a:pt x="4839" y="2313"/>
                    <a:pt x="5128" y="1322"/>
                    <a:pt x="5842" y="1056"/>
                  </a:cubicBezTo>
                  <a:cubicBezTo>
                    <a:pt x="5962" y="1012"/>
                    <a:pt x="6086" y="990"/>
                    <a:pt x="6211" y="990"/>
                  </a:cubicBezTo>
                  <a:close/>
                  <a:moveTo>
                    <a:pt x="10739" y="1341"/>
                  </a:moveTo>
                  <a:cubicBezTo>
                    <a:pt x="10960" y="1341"/>
                    <a:pt x="11171" y="1399"/>
                    <a:pt x="11354" y="1520"/>
                  </a:cubicBezTo>
                  <a:cubicBezTo>
                    <a:pt x="11989" y="1941"/>
                    <a:pt x="12044" y="2971"/>
                    <a:pt x="11481" y="3820"/>
                  </a:cubicBezTo>
                  <a:cubicBezTo>
                    <a:pt x="11079" y="4426"/>
                    <a:pt x="10471" y="4777"/>
                    <a:pt x="9924" y="4777"/>
                  </a:cubicBezTo>
                  <a:cubicBezTo>
                    <a:pt x="9703" y="4777"/>
                    <a:pt x="9492" y="4720"/>
                    <a:pt x="9310" y="4599"/>
                  </a:cubicBezTo>
                  <a:cubicBezTo>
                    <a:pt x="8677" y="4178"/>
                    <a:pt x="8620" y="3150"/>
                    <a:pt x="9184" y="2299"/>
                  </a:cubicBezTo>
                  <a:cubicBezTo>
                    <a:pt x="9584" y="1693"/>
                    <a:pt x="10193" y="1341"/>
                    <a:pt x="10739" y="1341"/>
                  </a:cubicBezTo>
                  <a:close/>
                  <a:moveTo>
                    <a:pt x="3795" y="4478"/>
                  </a:moveTo>
                  <a:cubicBezTo>
                    <a:pt x="3833" y="4478"/>
                    <a:pt x="3870" y="4479"/>
                    <a:pt x="3908" y="4480"/>
                  </a:cubicBezTo>
                  <a:cubicBezTo>
                    <a:pt x="4928" y="4527"/>
                    <a:pt x="5726" y="5183"/>
                    <a:pt x="5691" y="5943"/>
                  </a:cubicBezTo>
                  <a:cubicBezTo>
                    <a:pt x="5656" y="6674"/>
                    <a:pt x="4864" y="7237"/>
                    <a:pt x="3897" y="7237"/>
                  </a:cubicBezTo>
                  <a:cubicBezTo>
                    <a:pt x="3859" y="7237"/>
                    <a:pt x="3820" y="7236"/>
                    <a:pt x="3781" y="7235"/>
                  </a:cubicBezTo>
                  <a:cubicBezTo>
                    <a:pt x="2763" y="7189"/>
                    <a:pt x="1964" y="6533"/>
                    <a:pt x="1999" y="5773"/>
                  </a:cubicBezTo>
                  <a:cubicBezTo>
                    <a:pt x="2032" y="5041"/>
                    <a:pt x="2825" y="4478"/>
                    <a:pt x="3795" y="4478"/>
                  </a:cubicBezTo>
                  <a:close/>
                  <a:moveTo>
                    <a:pt x="11783" y="5249"/>
                  </a:moveTo>
                  <a:cubicBezTo>
                    <a:pt x="11821" y="5249"/>
                    <a:pt x="11858" y="5250"/>
                    <a:pt x="11896" y="5252"/>
                  </a:cubicBezTo>
                  <a:cubicBezTo>
                    <a:pt x="12914" y="5299"/>
                    <a:pt x="13714" y="5953"/>
                    <a:pt x="13679" y="6715"/>
                  </a:cubicBezTo>
                  <a:cubicBezTo>
                    <a:pt x="13646" y="7446"/>
                    <a:pt x="12853" y="8009"/>
                    <a:pt x="11885" y="8009"/>
                  </a:cubicBezTo>
                  <a:cubicBezTo>
                    <a:pt x="11847" y="8009"/>
                    <a:pt x="11808" y="8008"/>
                    <a:pt x="11769" y="8006"/>
                  </a:cubicBezTo>
                  <a:cubicBezTo>
                    <a:pt x="10748" y="7960"/>
                    <a:pt x="9951" y="7305"/>
                    <a:pt x="9987" y="6545"/>
                  </a:cubicBezTo>
                  <a:cubicBezTo>
                    <a:pt x="10018" y="5813"/>
                    <a:pt x="10813" y="5249"/>
                    <a:pt x="11783" y="5249"/>
                  </a:cubicBezTo>
                  <a:close/>
                  <a:moveTo>
                    <a:pt x="5895" y="7486"/>
                  </a:moveTo>
                  <a:cubicBezTo>
                    <a:pt x="6115" y="7486"/>
                    <a:pt x="6326" y="7543"/>
                    <a:pt x="6508" y="7664"/>
                  </a:cubicBezTo>
                  <a:cubicBezTo>
                    <a:pt x="7144" y="8085"/>
                    <a:pt x="7201" y="9114"/>
                    <a:pt x="6637" y="9966"/>
                  </a:cubicBezTo>
                  <a:cubicBezTo>
                    <a:pt x="6235" y="10572"/>
                    <a:pt x="5626" y="10922"/>
                    <a:pt x="5080" y="10922"/>
                  </a:cubicBezTo>
                  <a:cubicBezTo>
                    <a:pt x="4859" y="10922"/>
                    <a:pt x="4649" y="10865"/>
                    <a:pt x="4467" y="10745"/>
                  </a:cubicBezTo>
                  <a:cubicBezTo>
                    <a:pt x="3831" y="10324"/>
                    <a:pt x="3775" y="9293"/>
                    <a:pt x="4339" y="8443"/>
                  </a:cubicBezTo>
                  <a:cubicBezTo>
                    <a:pt x="4740" y="7837"/>
                    <a:pt x="5349" y="7486"/>
                    <a:pt x="5895" y="7486"/>
                  </a:cubicBezTo>
                  <a:close/>
                  <a:moveTo>
                    <a:pt x="8851" y="7501"/>
                  </a:moveTo>
                  <a:cubicBezTo>
                    <a:pt x="9463" y="7501"/>
                    <a:pt x="10110" y="8003"/>
                    <a:pt x="10423" y="8778"/>
                  </a:cubicBezTo>
                  <a:cubicBezTo>
                    <a:pt x="10805" y="9723"/>
                    <a:pt x="10541" y="10720"/>
                    <a:pt x="9835" y="11005"/>
                  </a:cubicBezTo>
                  <a:cubicBezTo>
                    <a:pt x="9707" y="11057"/>
                    <a:pt x="9573" y="11081"/>
                    <a:pt x="9437" y="11081"/>
                  </a:cubicBezTo>
                  <a:cubicBezTo>
                    <a:pt x="8825" y="11081"/>
                    <a:pt x="8178" y="10580"/>
                    <a:pt x="7867" y="9804"/>
                  </a:cubicBezTo>
                  <a:cubicBezTo>
                    <a:pt x="7484" y="8858"/>
                    <a:pt x="7749" y="7860"/>
                    <a:pt x="8455" y="7577"/>
                  </a:cubicBezTo>
                  <a:cubicBezTo>
                    <a:pt x="8583" y="7525"/>
                    <a:pt x="8716" y="7501"/>
                    <a:pt x="8851" y="7501"/>
                  </a:cubicBezTo>
                  <a:close/>
                  <a:moveTo>
                    <a:pt x="8503" y="1"/>
                  </a:moveTo>
                  <a:cubicBezTo>
                    <a:pt x="7606" y="1"/>
                    <a:pt x="6675" y="156"/>
                    <a:pt x="5756" y="483"/>
                  </a:cubicBezTo>
                  <a:cubicBezTo>
                    <a:pt x="2080" y="1795"/>
                    <a:pt x="0" y="5374"/>
                    <a:pt x="1107" y="8476"/>
                  </a:cubicBezTo>
                  <a:cubicBezTo>
                    <a:pt x="1938" y="10802"/>
                    <a:pt x="4325" y="12199"/>
                    <a:pt x="7017" y="12199"/>
                  </a:cubicBezTo>
                  <a:cubicBezTo>
                    <a:pt x="7915" y="12199"/>
                    <a:pt x="8847" y="12044"/>
                    <a:pt x="9766" y="11715"/>
                  </a:cubicBezTo>
                  <a:cubicBezTo>
                    <a:pt x="13444" y="10404"/>
                    <a:pt x="15525" y="6825"/>
                    <a:pt x="14417" y="3724"/>
                  </a:cubicBezTo>
                  <a:cubicBezTo>
                    <a:pt x="13586" y="1399"/>
                    <a:pt x="11196" y="1"/>
                    <a:pt x="85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9" name="Google Shape;1379;p139"/>
            <p:cNvSpPr/>
            <p:nvPr/>
          </p:nvSpPr>
          <p:spPr>
            <a:xfrm>
              <a:off x="2411175" y="1084700"/>
              <a:ext cx="349725" cy="274900"/>
            </a:xfrm>
            <a:custGeom>
              <a:rect b="b" l="l" r="r" t="t"/>
              <a:pathLst>
                <a:path extrusionOk="0" h="10996" w="13989">
                  <a:moveTo>
                    <a:pt x="5597" y="894"/>
                  </a:moveTo>
                  <a:cubicBezTo>
                    <a:pt x="6156" y="894"/>
                    <a:pt x="6741" y="1365"/>
                    <a:pt x="7008" y="2081"/>
                  </a:cubicBezTo>
                  <a:cubicBezTo>
                    <a:pt x="7329" y="2944"/>
                    <a:pt x="7067" y="3836"/>
                    <a:pt x="6424" y="4075"/>
                  </a:cubicBezTo>
                  <a:cubicBezTo>
                    <a:pt x="6317" y="4115"/>
                    <a:pt x="6205" y="4134"/>
                    <a:pt x="6092" y="4134"/>
                  </a:cubicBezTo>
                  <a:cubicBezTo>
                    <a:pt x="5533" y="4134"/>
                    <a:pt x="4946" y="3663"/>
                    <a:pt x="4680" y="2945"/>
                  </a:cubicBezTo>
                  <a:cubicBezTo>
                    <a:pt x="4360" y="2086"/>
                    <a:pt x="4622" y="1193"/>
                    <a:pt x="5263" y="954"/>
                  </a:cubicBezTo>
                  <a:cubicBezTo>
                    <a:pt x="5371" y="914"/>
                    <a:pt x="5483" y="894"/>
                    <a:pt x="5597" y="894"/>
                  </a:cubicBezTo>
                  <a:close/>
                  <a:moveTo>
                    <a:pt x="9677" y="1210"/>
                  </a:moveTo>
                  <a:cubicBezTo>
                    <a:pt x="9876" y="1210"/>
                    <a:pt x="10066" y="1261"/>
                    <a:pt x="10231" y="1371"/>
                  </a:cubicBezTo>
                  <a:cubicBezTo>
                    <a:pt x="10803" y="1750"/>
                    <a:pt x="10853" y="2679"/>
                    <a:pt x="10345" y="3443"/>
                  </a:cubicBezTo>
                  <a:cubicBezTo>
                    <a:pt x="9983" y="3989"/>
                    <a:pt x="9434" y="4306"/>
                    <a:pt x="8942" y="4306"/>
                  </a:cubicBezTo>
                  <a:cubicBezTo>
                    <a:pt x="8743" y="4306"/>
                    <a:pt x="8554" y="4255"/>
                    <a:pt x="8390" y="4146"/>
                  </a:cubicBezTo>
                  <a:cubicBezTo>
                    <a:pt x="7817" y="3768"/>
                    <a:pt x="7765" y="2839"/>
                    <a:pt x="8275" y="2072"/>
                  </a:cubicBezTo>
                  <a:cubicBezTo>
                    <a:pt x="8637" y="1527"/>
                    <a:pt x="9185" y="1210"/>
                    <a:pt x="9677" y="1210"/>
                  </a:cubicBezTo>
                  <a:close/>
                  <a:moveTo>
                    <a:pt x="3419" y="4038"/>
                  </a:moveTo>
                  <a:cubicBezTo>
                    <a:pt x="3452" y="4038"/>
                    <a:pt x="3487" y="4039"/>
                    <a:pt x="3521" y="4040"/>
                  </a:cubicBezTo>
                  <a:cubicBezTo>
                    <a:pt x="4439" y="4083"/>
                    <a:pt x="5159" y="4672"/>
                    <a:pt x="5127" y="5357"/>
                  </a:cubicBezTo>
                  <a:cubicBezTo>
                    <a:pt x="5097" y="6017"/>
                    <a:pt x="4382" y="6524"/>
                    <a:pt x="3510" y="6524"/>
                  </a:cubicBezTo>
                  <a:cubicBezTo>
                    <a:pt x="3476" y="6524"/>
                    <a:pt x="3442" y="6523"/>
                    <a:pt x="3408" y="6521"/>
                  </a:cubicBezTo>
                  <a:cubicBezTo>
                    <a:pt x="2489" y="6480"/>
                    <a:pt x="1769" y="5890"/>
                    <a:pt x="1802" y="5206"/>
                  </a:cubicBezTo>
                  <a:cubicBezTo>
                    <a:pt x="1831" y="4546"/>
                    <a:pt x="2547" y="4038"/>
                    <a:pt x="3419" y="4038"/>
                  </a:cubicBezTo>
                  <a:close/>
                  <a:moveTo>
                    <a:pt x="10614" y="4734"/>
                  </a:moveTo>
                  <a:cubicBezTo>
                    <a:pt x="10649" y="4734"/>
                    <a:pt x="10685" y="4735"/>
                    <a:pt x="10720" y="4736"/>
                  </a:cubicBezTo>
                  <a:cubicBezTo>
                    <a:pt x="11638" y="4778"/>
                    <a:pt x="12356" y="5366"/>
                    <a:pt x="12325" y="6052"/>
                  </a:cubicBezTo>
                  <a:cubicBezTo>
                    <a:pt x="12296" y="6710"/>
                    <a:pt x="11580" y="7218"/>
                    <a:pt x="10708" y="7218"/>
                  </a:cubicBezTo>
                  <a:cubicBezTo>
                    <a:pt x="10674" y="7218"/>
                    <a:pt x="10640" y="7217"/>
                    <a:pt x="10606" y="7216"/>
                  </a:cubicBezTo>
                  <a:cubicBezTo>
                    <a:pt x="9685" y="7175"/>
                    <a:pt x="8968" y="6584"/>
                    <a:pt x="8998" y="5899"/>
                  </a:cubicBezTo>
                  <a:cubicBezTo>
                    <a:pt x="9027" y="5241"/>
                    <a:pt x="9741" y="4734"/>
                    <a:pt x="10614" y="4734"/>
                  </a:cubicBezTo>
                  <a:close/>
                  <a:moveTo>
                    <a:pt x="5311" y="6746"/>
                  </a:moveTo>
                  <a:cubicBezTo>
                    <a:pt x="5510" y="6746"/>
                    <a:pt x="5700" y="6797"/>
                    <a:pt x="5864" y="6906"/>
                  </a:cubicBezTo>
                  <a:cubicBezTo>
                    <a:pt x="6436" y="7286"/>
                    <a:pt x="6487" y="8215"/>
                    <a:pt x="5979" y="8981"/>
                  </a:cubicBezTo>
                  <a:cubicBezTo>
                    <a:pt x="5617" y="9526"/>
                    <a:pt x="5069" y="9843"/>
                    <a:pt x="4577" y="9843"/>
                  </a:cubicBezTo>
                  <a:cubicBezTo>
                    <a:pt x="4378" y="9843"/>
                    <a:pt x="4188" y="9791"/>
                    <a:pt x="4023" y="9682"/>
                  </a:cubicBezTo>
                  <a:cubicBezTo>
                    <a:pt x="3452" y="9303"/>
                    <a:pt x="3401" y="8374"/>
                    <a:pt x="3909" y="7608"/>
                  </a:cubicBezTo>
                  <a:cubicBezTo>
                    <a:pt x="4271" y="7062"/>
                    <a:pt x="4819" y="6746"/>
                    <a:pt x="5311" y="6746"/>
                  </a:cubicBezTo>
                  <a:close/>
                  <a:moveTo>
                    <a:pt x="7978" y="6760"/>
                  </a:moveTo>
                  <a:cubicBezTo>
                    <a:pt x="8529" y="6760"/>
                    <a:pt x="9112" y="7211"/>
                    <a:pt x="9393" y="7911"/>
                  </a:cubicBezTo>
                  <a:cubicBezTo>
                    <a:pt x="9737" y="8763"/>
                    <a:pt x="9499" y="9662"/>
                    <a:pt x="8862" y="9918"/>
                  </a:cubicBezTo>
                  <a:cubicBezTo>
                    <a:pt x="8747" y="9965"/>
                    <a:pt x="8626" y="9987"/>
                    <a:pt x="8504" y="9987"/>
                  </a:cubicBezTo>
                  <a:cubicBezTo>
                    <a:pt x="7953" y="9987"/>
                    <a:pt x="7370" y="9535"/>
                    <a:pt x="7088" y="8836"/>
                  </a:cubicBezTo>
                  <a:cubicBezTo>
                    <a:pt x="6745" y="7983"/>
                    <a:pt x="6984" y="7084"/>
                    <a:pt x="7621" y="6828"/>
                  </a:cubicBezTo>
                  <a:cubicBezTo>
                    <a:pt x="7736" y="6782"/>
                    <a:pt x="7856" y="6760"/>
                    <a:pt x="7978" y="6760"/>
                  </a:cubicBezTo>
                  <a:close/>
                  <a:moveTo>
                    <a:pt x="7664" y="1"/>
                  </a:moveTo>
                  <a:cubicBezTo>
                    <a:pt x="6856" y="1"/>
                    <a:pt x="6016" y="141"/>
                    <a:pt x="5189" y="436"/>
                  </a:cubicBezTo>
                  <a:cubicBezTo>
                    <a:pt x="1876" y="1620"/>
                    <a:pt x="1" y="4844"/>
                    <a:pt x="999" y="7639"/>
                  </a:cubicBezTo>
                  <a:cubicBezTo>
                    <a:pt x="1748" y="9735"/>
                    <a:pt x="3900" y="10995"/>
                    <a:pt x="6327" y="10995"/>
                  </a:cubicBezTo>
                  <a:cubicBezTo>
                    <a:pt x="7136" y="10995"/>
                    <a:pt x="7975" y="10855"/>
                    <a:pt x="8803" y="10560"/>
                  </a:cubicBezTo>
                  <a:cubicBezTo>
                    <a:pt x="12113" y="9376"/>
                    <a:pt x="13988" y="6152"/>
                    <a:pt x="12992" y="3356"/>
                  </a:cubicBezTo>
                  <a:cubicBezTo>
                    <a:pt x="12244" y="1260"/>
                    <a:pt x="10091" y="1"/>
                    <a:pt x="766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0" name="Google Shape;1380;p139"/>
            <p:cNvSpPr/>
            <p:nvPr/>
          </p:nvSpPr>
          <p:spPr>
            <a:xfrm>
              <a:off x="2409750" y="1077825"/>
              <a:ext cx="349775" cy="274875"/>
            </a:xfrm>
            <a:custGeom>
              <a:rect b="b" l="l" r="r" t="t"/>
              <a:pathLst>
                <a:path extrusionOk="0" h="10995" w="13991">
                  <a:moveTo>
                    <a:pt x="5598" y="893"/>
                  </a:moveTo>
                  <a:cubicBezTo>
                    <a:pt x="6157" y="893"/>
                    <a:pt x="6744" y="1364"/>
                    <a:pt x="7009" y="2081"/>
                  </a:cubicBezTo>
                  <a:cubicBezTo>
                    <a:pt x="7330" y="2943"/>
                    <a:pt x="7069" y="3836"/>
                    <a:pt x="6427" y="4074"/>
                  </a:cubicBezTo>
                  <a:cubicBezTo>
                    <a:pt x="6318" y="4114"/>
                    <a:pt x="6206" y="4133"/>
                    <a:pt x="6093" y="4133"/>
                  </a:cubicBezTo>
                  <a:cubicBezTo>
                    <a:pt x="5534" y="4133"/>
                    <a:pt x="4948" y="3662"/>
                    <a:pt x="4682" y="2944"/>
                  </a:cubicBezTo>
                  <a:cubicBezTo>
                    <a:pt x="4360" y="2084"/>
                    <a:pt x="4622" y="1190"/>
                    <a:pt x="5266" y="953"/>
                  </a:cubicBezTo>
                  <a:cubicBezTo>
                    <a:pt x="5373" y="913"/>
                    <a:pt x="5485" y="893"/>
                    <a:pt x="5598" y="893"/>
                  </a:cubicBezTo>
                  <a:close/>
                  <a:moveTo>
                    <a:pt x="9677" y="1209"/>
                  </a:moveTo>
                  <a:cubicBezTo>
                    <a:pt x="9876" y="1209"/>
                    <a:pt x="10066" y="1260"/>
                    <a:pt x="10230" y="1369"/>
                  </a:cubicBezTo>
                  <a:cubicBezTo>
                    <a:pt x="10801" y="1749"/>
                    <a:pt x="10853" y="2678"/>
                    <a:pt x="10345" y="3444"/>
                  </a:cubicBezTo>
                  <a:cubicBezTo>
                    <a:pt x="9983" y="3989"/>
                    <a:pt x="9435" y="4306"/>
                    <a:pt x="8943" y="4306"/>
                  </a:cubicBezTo>
                  <a:cubicBezTo>
                    <a:pt x="8744" y="4306"/>
                    <a:pt x="8554" y="4254"/>
                    <a:pt x="8389" y="4145"/>
                  </a:cubicBezTo>
                  <a:cubicBezTo>
                    <a:pt x="7818" y="3766"/>
                    <a:pt x="7767" y="2837"/>
                    <a:pt x="8275" y="2071"/>
                  </a:cubicBezTo>
                  <a:cubicBezTo>
                    <a:pt x="8637" y="1525"/>
                    <a:pt x="9185" y="1209"/>
                    <a:pt x="9677" y="1209"/>
                  </a:cubicBezTo>
                  <a:close/>
                  <a:moveTo>
                    <a:pt x="3420" y="4035"/>
                  </a:moveTo>
                  <a:cubicBezTo>
                    <a:pt x="3454" y="4035"/>
                    <a:pt x="3488" y="4036"/>
                    <a:pt x="3522" y="4038"/>
                  </a:cubicBezTo>
                  <a:cubicBezTo>
                    <a:pt x="4440" y="4081"/>
                    <a:pt x="5160" y="4669"/>
                    <a:pt x="5130" y="5355"/>
                  </a:cubicBezTo>
                  <a:cubicBezTo>
                    <a:pt x="5098" y="6015"/>
                    <a:pt x="4384" y="6522"/>
                    <a:pt x="3511" y="6522"/>
                  </a:cubicBezTo>
                  <a:cubicBezTo>
                    <a:pt x="3478" y="6522"/>
                    <a:pt x="3443" y="6522"/>
                    <a:pt x="3409" y="6520"/>
                  </a:cubicBezTo>
                  <a:cubicBezTo>
                    <a:pt x="2487" y="6477"/>
                    <a:pt x="1768" y="5889"/>
                    <a:pt x="1801" y="5203"/>
                  </a:cubicBezTo>
                  <a:cubicBezTo>
                    <a:pt x="1832" y="4543"/>
                    <a:pt x="2546" y="4035"/>
                    <a:pt x="3420" y="4035"/>
                  </a:cubicBezTo>
                  <a:close/>
                  <a:moveTo>
                    <a:pt x="10614" y="4734"/>
                  </a:moveTo>
                  <a:cubicBezTo>
                    <a:pt x="10649" y="4734"/>
                    <a:pt x="10684" y="4735"/>
                    <a:pt x="10720" y="4736"/>
                  </a:cubicBezTo>
                  <a:cubicBezTo>
                    <a:pt x="11637" y="4775"/>
                    <a:pt x="12356" y="5366"/>
                    <a:pt x="12326" y="6050"/>
                  </a:cubicBezTo>
                  <a:cubicBezTo>
                    <a:pt x="12296" y="6711"/>
                    <a:pt x="11581" y="7218"/>
                    <a:pt x="10709" y="7218"/>
                  </a:cubicBezTo>
                  <a:cubicBezTo>
                    <a:pt x="10675" y="7218"/>
                    <a:pt x="10641" y="7217"/>
                    <a:pt x="10607" y="7216"/>
                  </a:cubicBezTo>
                  <a:cubicBezTo>
                    <a:pt x="9686" y="7173"/>
                    <a:pt x="8969" y="6584"/>
                    <a:pt x="8999" y="5899"/>
                  </a:cubicBezTo>
                  <a:cubicBezTo>
                    <a:pt x="9031" y="5240"/>
                    <a:pt x="9742" y="4734"/>
                    <a:pt x="10614" y="4734"/>
                  </a:cubicBezTo>
                  <a:close/>
                  <a:moveTo>
                    <a:pt x="5313" y="6746"/>
                  </a:moveTo>
                  <a:cubicBezTo>
                    <a:pt x="5512" y="6746"/>
                    <a:pt x="5702" y="6797"/>
                    <a:pt x="5867" y="6907"/>
                  </a:cubicBezTo>
                  <a:cubicBezTo>
                    <a:pt x="6437" y="7284"/>
                    <a:pt x="6490" y="8215"/>
                    <a:pt x="5981" y="8979"/>
                  </a:cubicBezTo>
                  <a:cubicBezTo>
                    <a:pt x="5619" y="9525"/>
                    <a:pt x="5070" y="9843"/>
                    <a:pt x="4577" y="9843"/>
                  </a:cubicBezTo>
                  <a:cubicBezTo>
                    <a:pt x="4379" y="9843"/>
                    <a:pt x="4189" y="9791"/>
                    <a:pt x="4025" y="9682"/>
                  </a:cubicBezTo>
                  <a:cubicBezTo>
                    <a:pt x="3455" y="9301"/>
                    <a:pt x="3402" y="8374"/>
                    <a:pt x="3910" y="7608"/>
                  </a:cubicBezTo>
                  <a:cubicBezTo>
                    <a:pt x="4272" y="7062"/>
                    <a:pt x="4821" y="6746"/>
                    <a:pt x="5313" y="6746"/>
                  </a:cubicBezTo>
                  <a:close/>
                  <a:moveTo>
                    <a:pt x="7978" y="6758"/>
                  </a:moveTo>
                  <a:cubicBezTo>
                    <a:pt x="8530" y="6758"/>
                    <a:pt x="9114" y="7210"/>
                    <a:pt x="9393" y="7909"/>
                  </a:cubicBezTo>
                  <a:cubicBezTo>
                    <a:pt x="9736" y="8762"/>
                    <a:pt x="9499" y="9659"/>
                    <a:pt x="8862" y="9916"/>
                  </a:cubicBezTo>
                  <a:cubicBezTo>
                    <a:pt x="8746" y="9962"/>
                    <a:pt x="8626" y="9984"/>
                    <a:pt x="8504" y="9984"/>
                  </a:cubicBezTo>
                  <a:cubicBezTo>
                    <a:pt x="7952" y="9984"/>
                    <a:pt x="7369" y="9532"/>
                    <a:pt x="7088" y="8833"/>
                  </a:cubicBezTo>
                  <a:cubicBezTo>
                    <a:pt x="6744" y="7980"/>
                    <a:pt x="6984" y="7081"/>
                    <a:pt x="7621" y="6826"/>
                  </a:cubicBezTo>
                  <a:cubicBezTo>
                    <a:pt x="7736" y="6780"/>
                    <a:pt x="7856" y="6758"/>
                    <a:pt x="7978" y="6758"/>
                  </a:cubicBezTo>
                  <a:close/>
                  <a:moveTo>
                    <a:pt x="7665" y="1"/>
                  </a:moveTo>
                  <a:cubicBezTo>
                    <a:pt x="6856" y="1"/>
                    <a:pt x="6017" y="141"/>
                    <a:pt x="5188" y="436"/>
                  </a:cubicBezTo>
                  <a:cubicBezTo>
                    <a:pt x="1876" y="1618"/>
                    <a:pt x="1" y="4842"/>
                    <a:pt x="997" y="7638"/>
                  </a:cubicBezTo>
                  <a:cubicBezTo>
                    <a:pt x="1746" y="9735"/>
                    <a:pt x="3898" y="10994"/>
                    <a:pt x="6325" y="10994"/>
                  </a:cubicBezTo>
                  <a:cubicBezTo>
                    <a:pt x="7134" y="10994"/>
                    <a:pt x="7973" y="10854"/>
                    <a:pt x="8802" y="10558"/>
                  </a:cubicBezTo>
                  <a:cubicBezTo>
                    <a:pt x="12113" y="9376"/>
                    <a:pt x="13991" y="6151"/>
                    <a:pt x="12992" y="3356"/>
                  </a:cubicBezTo>
                  <a:cubicBezTo>
                    <a:pt x="12243" y="1259"/>
                    <a:pt x="10091" y="1"/>
                    <a:pt x="76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1" name="Google Shape;1381;p139"/>
            <p:cNvSpPr/>
            <p:nvPr/>
          </p:nvSpPr>
          <p:spPr>
            <a:xfrm>
              <a:off x="2410275" y="1082800"/>
              <a:ext cx="349800" cy="274850"/>
            </a:xfrm>
            <a:custGeom>
              <a:rect b="b" l="l" r="r" t="t"/>
              <a:pathLst>
                <a:path extrusionOk="0" h="10994" w="13992">
                  <a:moveTo>
                    <a:pt x="5599" y="893"/>
                  </a:moveTo>
                  <a:cubicBezTo>
                    <a:pt x="6158" y="893"/>
                    <a:pt x="6744" y="1364"/>
                    <a:pt x="7010" y="2079"/>
                  </a:cubicBezTo>
                  <a:cubicBezTo>
                    <a:pt x="7330" y="2943"/>
                    <a:pt x="7070" y="3836"/>
                    <a:pt x="6427" y="4073"/>
                  </a:cubicBezTo>
                  <a:cubicBezTo>
                    <a:pt x="6320" y="4113"/>
                    <a:pt x="6208" y="4132"/>
                    <a:pt x="6095" y="4132"/>
                  </a:cubicBezTo>
                  <a:cubicBezTo>
                    <a:pt x="5536" y="4132"/>
                    <a:pt x="4949" y="3663"/>
                    <a:pt x="4682" y="2944"/>
                  </a:cubicBezTo>
                  <a:cubicBezTo>
                    <a:pt x="4360" y="2085"/>
                    <a:pt x="4622" y="1192"/>
                    <a:pt x="5266" y="953"/>
                  </a:cubicBezTo>
                  <a:cubicBezTo>
                    <a:pt x="5374" y="912"/>
                    <a:pt x="5486" y="893"/>
                    <a:pt x="5599" y="893"/>
                  </a:cubicBezTo>
                  <a:close/>
                  <a:moveTo>
                    <a:pt x="9677" y="1209"/>
                  </a:moveTo>
                  <a:cubicBezTo>
                    <a:pt x="9876" y="1209"/>
                    <a:pt x="10066" y="1260"/>
                    <a:pt x="10231" y="1369"/>
                  </a:cubicBezTo>
                  <a:cubicBezTo>
                    <a:pt x="10802" y="1749"/>
                    <a:pt x="10853" y="2678"/>
                    <a:pt x="10345" y="3444"/>
                  </a:cubicBezTo>
                  <a:cubicBezTo>
                    <a:pt x="9983" y="3989"/>
                    <a:pt x="9435" y="4306"/>
                    <a:pt x="8943" y="4306"/>
                  </a:cubicBezTo>
                  <a:cubicBezTo>
                    <a:pt x="8744" y="4306"/>
                    <a:pt x="8555" y="4254"/>
                    <a:pt x="8390" y="4145"/>
                  </a:cubicBezTo>
                  <a:cubicBezTo>
                    <a:pt x="7819" y="3767"/>
                    <a:pt x="7767" y="2838"/>
                    <a:pt x="8275" y="2071"/>
                  </a:cubicBezTo>
                  <a:cubicBezTo>
                    <a:pt x="8637" y="1525"/>
                    <a:pt x="9185" y="1209"/>
                    <a:pt x="9677" y="1209"/>
                  </a:cubicBezTo>
                  <a:close/>
                  <a:moveTo>
                    <a:pt x="3420" y="4035"/>
                  </a:moveTo>
                  <a:cubicBezTo>
                    <a:pt x="3454" y="4035"/>
                    <a:pt x="3488" y="4036"/>
                    <a:pt x="3523" y="4038"/>
                  </a:cubicBezTo>
                  <a:cubicBezTo>
                    <a:pt x="4440" y="4081"/>
                    <a:pt x="5160" y="4669"/>
                    <a:pt x="5130" y="5355"/>
                  </a:cubicBezTo>
                  <a:cubicBezTo>
                    <a:pt x="5098" y="6016"/>
                    <a:pt x="4382" y="6522"/>
                    <a:pt x="3509" y="6522"/>
                  </a:cubicBezTo>
                  <a:cubicBezTo>
                    <a:pt x="3476" y="6522"/>
                    <a:pt x="3443" y="6521"/>
                    <a:pt x="3409" y="6520"/>
                  </a:cubicBezTo>
                  <a:cubicBezTo>
                    <a:pt x="2489" y="6478"/>
                    <a:pt x="1769" y="5890"/>
                    <a:pt x="1802" y="5203"/>
                  </a:cubicBezTo>
                  <a:cubicBezTo>
                    <a:pt x="1831" y="4543"/>
                    <a:pt x="2547" y="4035"/>
                    <a:pt x="3420" y="4035"/>
                  </a:cubicBezTo>
                  <a:close/>
                  <a:moveTo>
                    <a:pt x="10618" y="4731"/>
                  </a:moveTo>
                  <a:cubicBezTo>
                    <a:pt x="10652" y="4731"/>
                    <a:pt x="10686" y="4732"/>
                    <a:pt x="10720" y="4733"/>
                  </a:cubicBezTo>
                  <a:cubicBezTo>
                    <a:pt x="11638" y="4776"/>
                    <a:pt x="12357" y="5365"/>
                    <a:pt x="12326" y="6050"/>
                  </a:cubicBezTo>
                  <a:cubicBezTo>
                    <a:pt x="12298" y="6710"/>
                    <a:pt x="11581" y="7218"/>
                    <a:pt x="10710" y="7218"/>
                  </a:cubicBezTo>
                  <a:cubicBezTo>
                    <a:pt x="10676" y="7218"/>
                    <a:pt x="10642" y="7217"/>
                    <a:pt x="10607" y="7216"/>
                  </a:cubicBezTo>
                  <a:cubicBezTo>
                    <a:pt x="9687" y="7173"/>
                    <a:pt x="8970" y="6584"/>
                    <a:pt x="9000" y="5899"/>
                  </a:cubicBezTo>
                  <a:cubicBezTo>
                    <a:pt x="9029" y="5239"/>
                    <a:pt x="9745" y="4731"/>
                    <a:pt x="10618" y="4731"/>
                  </a:cubicBezTo>
                  <a:close/>
                  <a:moveTo>
                    <a:pt x="5314" y="6745"/>
                  </a:moveTo>
                  <a:cubicBezTo>
                    <a:pt x="5513" y="6745"/>
                    <a:pt x="5703" y="6797"/>
                    <a:pt x="5867" y="6906"/>
                  </a:cubicBezTo>
                  <a:cubicBezTo>
                    <a:pt x="6437" y="7286"/>
                    <a:pt x="6490" y="8213"/>
                    <a:pt x="5982" y="8979"/>
                  </a:cubicBezTo>
                  <a:cubicBezTo>
                    <a:pt x="5620" y="9525"/>
                    <a:pt x="5071" y="9842"/>
                    <a:pt x="4579" y="9842"/>
                  </a:cubicBezTo>
                  <a:cubicBezTo>
                    <a:pt x="4380" y="9842"/>
                    <a:pt x="4190" y="9790"/>
                    <a:pt x="4025" y="9681"/>
                  </a:cubicBezTo>
                  <a:cubicBezTo>
                    <a:pt x="3452" y="9301"/>
                    <a:pt x="3402" y="8374"/>
                    <a:pt x="3911" y="7608"/>
                  </a:cubicBezTo>
                  <a:cubicBezTo>
                    <a:pt x="4272" y="7062"/>
                    <a:pt x="4821" y="6745"/>
                    <a:pt x="5314" y="6745"/>
                  </a:cubicBezTo>
                  <a:close/>
                  <a:moveTo>
                    <a:pt x="7978" y="6758"/>
                  </a:moveTo>
                  <a:cubicBezTo>
                    <a:pt x="8529" y="6758"/>
                    <a:pt x="9112" y="7209"/>
                    <a:pt x="9393" y="7909"/>
                  </a:cubicBezTo>
                  <a:cubicBezTo>
                    <a:pt x="9737" y="8762"/>
                    <a:pt x="9499" y="9662"/>
                    <a:pt x="8862" y="9917"/>
                  </a:cubicBezTo>
                  <a:cubicBezTo>
                    <a:pt x="8747" y="9963"/>
                    <a:pt x="8626" y="9985"/>
                    <a:pt x="8504" y="9985"/>
                  </a:cubicBezTo>
                  <a:cubicBezTo>
                    <a:pt x="7953" y="9985"/>
                    <a:pt x="7370" y="9533"/>
                    <a:pt x="7089" y="8835"/>
                  </a:cubicBezTo>
                  <a:cubicBezTo>
                    <a:pt x="6745" y="7982"/>
                    <a:pt x="6984" y="7083"/>
                    <a:pt x="7621" y="6826"/>
                  </a:cubicBezTo>
                  <a:cubicBezTo>
                    <a:pt x="7736" y="6780"/>
                    <a:pt x="7856" y="6758"/>
                    <a:pt x="7978" y="6758"/>
                  </a:cubicBezTo>
                  <a:close/>
                  <a:moveTo>
                    <a:pt x="7665" y="1"/>
                  </a:moveTo>
                  <a:cubicBezTo>
                    <a:pt x="6856" y="1"/>
                    <a:pt x="6017" y="141"/>
                    <a:pt x="5189" y="436"/>
                  </a:cubicBezTo>
                  <a:cubicBezTo>
                    <a:pt x="1876" y="1618"/>
                    <a:pt x="1" y="4842"/>
                    <a:pt x="999" y="7638"/>
                  </a:cubicBezTo>
                  <a:cubicBezTo>
                    <a:pt x="1748" y="9734"/>
                    <a:pt x="3901" y="10994"/>
                    <a:pt x="6327" y="10994"/>
                  </a:cubicBezTo>
                  <a:cubicBezTo>
                    <a:pt x="7136" y="10994"/>
                    <a:pt x="7975" y="10854"/>
                    <a:pt x="8803" y="10558"/>
                  </a:cubicBezTo>
                  <a:cubicBezTo>
                    <a:pt x="12113" y="9376"/>
                    <a:pt x="13991" y="6151"/>
                    <a:pt x="12992" y="3356"/>
                  </a:cubicBezTo>
                  <a:cubicBezTo>
                    <a:pt x="12244" y="1259"/>
                    <a:pt x="10092" y="1"/>
                    <a:pt x="766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p139"/>
            <p:cNvSpPr/>
            <p:nvPr/>
          </p:nvSpPr>
          <p:spPr>
            <a:xfrm>
              <a:off x="2559250" y="1188100"/>
              <a:ext cx="63600" cy="52400"/>
            </a:xfrm>
            <a:custGeom>
              <a:rect b="b" l="l" r="r" t="t"/>
              <a:pathLst>
                <a:path extrusionOk="0" h="2096" w="2544">
                  <a:moveTo>
                    <a:pt x="1324" y="1"/>
                  </a:moveTo>
                  <a:cubicBezTo>
                    <a:pt x="1251" y="1"/>
                    <a:pt x="1176" y="7"/>
                    <a:pt x="1101" y="19"/>
                  </a:cubicBezTo>
                  <a:cubicBezTo>
                    <a:pt x="451" y="126"/>
                    <a:pt x="0" y="673"/>
                    <a:pt x="93" y="1243"/>
                  </a:cubicBezTo>
                  <a:cubicBezTo>
                    <a:pt x="175" y="1746"/>
                    <a:pt x="657" y="2096"/>
                    <a:pt x="1218" y="2096"/>
                  </a:cubicBezTo>
                  <a:cubicBezTo>
                    <a:pt x="1292" y="2096"/>
                    <a:pt x="1366" y="2090"/>
                    <a:pt x="1442" y="2077"/>
                  </a:cubicBezTo>
                  <a:cubicBezTo>
                    <a:pt x="2093" y="1972"/>
                    <a:pt x="2544" y="1423"/>
                    <a:pt x="2449" y="855"/>
                  </a:cubicBezTo>
                  <a:cubicBezTo>
                    <a:pt x="2367" y="351"/>
                    <a:pt x="1885" y="1"/>
                    <a:pt x="1324" y="1"/>
                  </a:cubicBez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3" name="Google Shape;1383;p139"/>
            <p:cNvSpPr/>
            <p:nvPr/>
          </p:nvSpPr>
          <p:spPr>
            <a:xfrm>
              <a:off x="2559500" y="1190225"/>
              <a:ext cx="63575" cy="52400"/>
            </a:xfrm>
            <a:custGeom>
              <a:rect b="b" l="l" r="r" t="t"/>
              <a:pathLst>
                <a:path extrusionOk="0" h="2096" w="2543">
                  <a:moveTo>
                    <a:pt x="1324" y="0"/>
                  </a:moveTo>
                  <a:cubicBezTo>
                    <a:pt x="1251" y="0"/>
                    <a:pt x="1176" y="6"/>
                    <a:pt x="1101" y="18"/>
                  </a:cubicBezTo>
                  <a:cubicBezTo>
                    <a:pt x="451" y="126"/>
                    <a:pt x="0" y="673"/>
                    <a:pt x="93" y="1242"/>
                  </a:cubicBezTo>
                  <a:cubicBezTo>
                    <a:pt x="175" y="1745"/>
                    <a:pt x="656" y="2095"/>
                    <a:pt x="1217" y="2095"/>
                  </a:cubicBezTo>
                  <a:cubicBezTo>
                    <a:pt x="1290" y="2095"/>
                    <a:pt x="1365" y="2089"/>
                    <a:pt x="1440" y="2077"/>
                  </a:cubicBezTo>
                  <a:cubicBezTo>
                    <a:pt x="2092" y="1970"/>
                    <a:pt x="2542" y="1423"/>
                    <a:pt x="2448" y="853"/>
                  </a:cubicBezTo>
                  <a:cubicBezTo>
                    <a:pt x="2366" y="350"/>
                    <a:pt x="1885" y="0"/>
                    <a:pt x="1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4" name="Google Shape;1384;p139"/>
            <p:cNvSpPr/>
            <p:nvPr/>
          </p:nvSpPr>
          <p:spPr>
            <a:xfrm>
              <a:off x="2566500" y="1195950"/>
              <a:ext cx="48375" cy="39950"/>
            </a:xfrm>
            <a:custGeom>
              <a:rect b="b" l="l" r="r" t="t"/>
              <a:pathLst>
                <a:path extrusionOk="0" h="1598" w="1935">
                  <a:moveTo>
                    <a:pt x="1005" y="1"/>
                  </a:moveTo>
                  <a:cubicBezTo>
                    <a:pt x="950" y="1"/>
                    <a:pt x="894" y="5"/>
                    <a:pt x="838" y="14"/>
                  </a:cubicBezTo>
                  <a:cubicBezTo>
                    <a:pt x="343" y="94"/>
                    <a:pt x="1" y="514"/>
                    <a:pt x="71" y="946"/>
                  </a:cubicBezTo>
                  <a:cubicBezTo>
                    <a:pt x="134" y="1330"/>
                    <a:pt x="500" y="1597"/>
                    <a:pt x="926" y="1597"/>
                  </a:cubicBezTo>
                  <a:cubicBezTo>
                    <a:pt x="982" y="1597"/>
                    <a:pt x="1039" y="1593"/>
                    <a:pt x="1096" y="1583"/>
                  </a:cubicBezTo>
                  <a:cubicBezTo>
                    <a:pt x="1591" y="1503"/>
                    <a:pt x="1935" y="1085"/>
                    <a:pt x="1863" y="651"/>
                  </a:cubicBezTo>
                  <a:cubicBezTo>
                    <a:pt x="1800" y="268"/>
                    <a:pt x="1431" y="1"/>
                    <a:pt x="100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5" name="Google Shape;1385;p139"/>
            <p:cNvSpPr/>
            <p:nvPr/>
          </p:nvSpPr>
          <p:spPr>
            <a:xfrm>
              <a:off x="2570475" y="1199275"/>
              <a:ext cx="39675" cy="23975"/>
            </a:xfrm>
            <a:custGeom>
              <a:rect b="b" l="l" r="r" t="t"/>
              <a:pathLst>
                <a:path extrusionOk="0" h="959" w="1587">
                  <a:moveTo>
                    <a:pt x="841" y="0"/>
                  </a:moveTo>
                  <a:cubicBezTo>
                    <a:pt x="795" y="0"/>
                    <a:pt x="748" y="4"/>
                    <a:pt x="701" y="11"/>
                  </a:cubicBezTo>
                  <a:cubicBezTo>
                    <a:pt x="287" y="80"/>
                    <a:pt x="1" y="427"/>
                    <a:pt x="62" y="789"/>
                  </a:cubicBezTo>
                  <a:cubicBezTo>
                    <a:pt x="83" y="915"/>
                    <a:pt x="135" y="959"/>
                    <a:pt x="211" y="959"/>
                  </a:cubicBezTo>
                  <a:cubicBezTo>
                    <a:pt x="352" y="959"/>
                    <a:pt x="578" y="811"/>
                    <a:pt x="845" y="767"/>
                  </a:cubicBezTo>
                  <a:cubicBezTo>
                    <a:pt x="913" y="756"/>
                    <a:pt x="979" y="753"/>
                    <a:pt x="1042" y="753"/>
                  </a:cubicBezTo>
                  <a:cubicBezTo>
                    <a:pt x="1164" y="753"/>
                    <a:pt x="1275" y="766"/>
                    <a:pt x="1363" y="766"/>
                  </a:cubicBezTo>
                  <a:cubicBezTo>
                    <a:pt x="1506" y="766"/>
                    <a:pt x="1587" y="731"/>
                    <a:pt x="1557" y="544"/>
                  </a:cubicBezTo>
                  <a:cubicBezTo>
                    <a:pt x="1503" y="223"/>
                    <a:pt x="1197" y="0"/>
                    <a:pt x="841" y="0"/>
                  </a:cubicBez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6" name="Google Shape;1386;p139"/>
            <p:cNvSpPr/>
            <p:nvPr/>
          </p:nvSpPr>
          <p:spPr>
            <a:xfrm>
              <a:off x="2192125" y="1357200"/>
              <a:ext cx="71675" cy="59200"/>
            </a:xfrm>
            <a:custGeom>
              <a:rect b="b" l="l" r="r" t="t"/>
              <a:pathLst>
                <a:path extrusionOk="0" h="2368" w="2867">
                  <a:moveTo>
                    <a:pt x="1494" y="1"/>
                  </a:moveTo>
                  <a:cubicBezTo>
                    <a:pt x="1411" y="1"/>
                    <a:pt x="1327" y="8"/>
                    <a:pt x="1241" y="22"/>
                  </a:cubicBezTo>
                  <a:cubicBezTo>
                    <a:pt x="509" y="142"/>
                    <a:pt x="0" y="762"/>
                    <a:pt x="106" y="1403"/>
                  </a:cubicBezTo>
                  <a:cubicBezTo>
                    <a:pt x="199" y="1972"/>
                    <a:pt x="741" y="2367"/>
                    <a:pt x="1373" y="2367"/>
                  </a:cubicBezTo>
                  <a:cubicBezTo>
                    <a:pt x="1456" y="2367"/>
                    <a:pt x="1540" y="2361"/>
                    <a:pt x="1625" y="2347"/>
                  </a:cubicBezTo>
                  <a:cubicBezTo>
                    <a:pt x="2358" y="2226"/>
                    <a:pt x="2866" y="1608"/>
                    <a:pt x="2762" y="965"/>
                  </a:cubicBezTo>
                  <a:cubicBezTo>
                    <a:pt x="2668" y="397"/>
                    <a:pt x="2126" y="1"/>
                    <a:pt x="1494" y="1"/>
                  </a:cubicBez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7" name="Google Shape;1387;p139"/>
            <p:cNvSpPr/>
            <p:nvPr/>
          </p:nvSpPr>
          <p:spPr>
            <a:xfrm>
              <a:off x="2192375" y="1359650"/>
              <a:ext cx="71700" cy="59175"/>
            </a:xfrm>
            <a:custGeom>
              <a:rect b="b" l="l" r="r" t="t"/>
              <a:pathLst>
                <a:path extrusionOk="0" h="2367" w="2868">
                  <a:moveTo>
                    <a:pt x="1495" y="0"/>
                  </a:moveTo>
                  <a:cubicBezTo>
                    <a:pt x="1412" y="0"/>
                    <a:pt x="1328" y="7"/>
                    <a:pt x="1243" y="21"/>
                  </a:cubicBezTo>
                  <a:cubicBezTo>
                    <a:pt x="509" y="140"/>
                    <a:pt x="0" y="760"/>
                    <a:pt x="106" y="1403"/>
                  </a:cubicBezTo>
                  <a:cubicBezTo>
                    <a:pt x="200" y="1971"/>
                    <a:pt x="742" y="2367"/>
                    <a:pt x="1373" y="2367"/>
                  </a:cubicBezTo>
                  <a:cubicBezTo>
                    <a:pt x="1456" y="2367"/>
                    <a:pt x="1540" y="2360"/>
                    <a:pt x="1625" y="2346"/>
                  </a:cubicBezTo>
                  <a:cubicBezTo>
                    <a:pt x="2360" y="2224"/>
                    <a:pt x="2868" y="1606"/>
                    <a:pt x="2762" y="965"/>
                  </a:cubicBezTo>
                  <a:cubicBezTo>
                    <a:pt x="2668" y="396"/>
                    <a:pt x="2126" y="0"/>
                    <a:pt x="14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8" name="Google Shape;1388;p139"/>
            <p:cNvSpPr/>
            <p:nvPr/>
          </p:nvSpPr>
          <p:spPr>
            <a:xfrm>
              <a:off x="2200200" y="1366175"/>
              <a:ext cx="54650" cy="45050"/>
            </a:xfrm>
            <a:custGeom>
              <a:rect b="b" l="l" r="r" t="t"/>
              <a:pathLst>
                <a:path extrusionOk="0" h="1802" w="2186">
                  <a:moveTo>
                    <a:pt x="1139" y="0"/>
                  </a:moveTo>
                  <a:cubicBezTo>
                    <a:pt x="1076" y="0"/>
                    <a:pt x="1012" y="6"/>
                    <a:pt x="947" y="16"/>
                  </a:cubicBezTo>
                  <a:cubicBezTo>
                    <a:pt x="389" y="107"/>
                    <a:pt x="1" y="578"/>
                    <a:pt x="81" y="1069"/>
                  </a:cubicBezTo>
                  <a:cubicBezTo>
                    <a:pt x="153" y="1500"/>
                    <a:pt x="566" y="1802"/>
                    <a:pt x="1047" y="1802"/>
                  </a:cubicBezTo>
                  <a:cubicBezTo>
                    <a:pt x="1110" y="1802"/>
                    <a:pt x="1174" y="1797"/>
                    <a:pt x="1239" y="1786"/>
                  </a:cubicBezTo>
                  <a:cubicBezTo>
                    <a:pt x="1799" y="1693"/>
                    <a:pt x="2185" y="1222"/>
                    <a:pt x="2105" y="734"/>
                  </a:cubicBezTo>
                  <a:cubicBezTo>
                    <a:pt x="2034" y="302"/>
                    <a:pt x="1620" y="0"/>
                    <a:pt x="113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9" name="Google Shape;1389;p139"/>
            <p:cNvSpPr/>
            <p:nvPr/>
          </p:nvSpPr>
          <p:spPr>
            <a:xfrm>
              <a:off x="2204800" y="1369900"/>
              <a:ext cx="44725" cy="27100"/>
            </a:xfrm>
            <a:custGeom>
              <a:rect b="b" l="l" r="r" t="t"/>
              <a:pathLst>
                <a:path extrusionOk="0" h="1084" w="1789">
                  <a:moveTo>
                    <a:pt x="948" y="0"/>
                  </a:moveTo>
                  <a:cubicBezTo>
                    <a:pt x="896" y="0"/>
                    <a:pt x="843" y="4"/>
                    <a:pt x="789" y="13"/>
                  </a:cubicBezTo>
                  <a:cubicBezTo>
                    <a:pt x="324" y="91"/>
                    <a:pt x="0" y="483"/>
                    <a:pt x="67" y="891"/>
                  </a:cubicBezTo>
                  <a:cubicBezTo>
                    <a:pt x="92" y="1034"/>
                    <a:pt x="150" y="1083"/>
                    <a:pt x="236" y="1083"/>
                  </a:cubicBezTo>
                  <a:cubicBezTo>
                    <a:pt x="396" y="1083"/>
                    <a:pt x="649" y="916"/>
                    <a:pt x="951" y="867"/>
                  </a:cubicBezTo>
                  <a:cubicBezTo>
                    <a:pt x="1029" y="854"/>
                    <a:pt x="1105" y="850"/>
                    <a:pt x="1178" y="850"/>
                  </a:cubicBezTo>
                  <a:cubicBezTo>
                    <a:pt x="1313" y="850"/>
                    <a:pt x="1436" y="864"/>
                    <a:pt x="1534" y="864"/>
                  </a:cubicBezTo>
                  <a:cubicBezTo>
                    <a:pt x="1696" y="864"/>
                    <a:pt x="1789" y="824"/>
                    <a:pt x="1754" y="613"/>
                  </a:cubicBezTo>
                  <a:cubicBezTo>
                    <a:pt x="1693" y="252"/>
                    <a:pt x="1349" y="0"/>
                    <a:pt x="948" y="0"/>
                  </a:cubicBez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0" name="Google Shape;1390;p139"/>
            <p:cNvSpPr/>
            <p:nvPr/>
          </p:nvSpPr>
          <p:spPr>
            <a:xfrm>
              <a:off x="2343500" y="1549175"/>
              <a:ext cx="59625" cy="38050"/>
            </a:xfrm>
            <a:custGeom>
              <a:rect b="b" l="l" r="r" t="t"/>
              <a:pathLst>
                <a:path extrusionOk="0" h="1522" w="2385">
                  <a:moveTo>
                    <a:pt x="2251" y="0"/>
                  </a:moveTo>
                  <a:lnTo>
                    <a:pt x="1" y="1008"/>
                  </a:lnTo>
                  <a:lnTo>
                    <a:pt x="300" y="1522"/>
                  </a:lnTo>
                  <a:lnTo>
                    <a:pt x="2384" y="206"/>
                  </a:lnTo>
                  <a:lnTo>
                    <a:pt x="2251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p139"/>
            <p:cNvSpPr/>
            <p:nvPr/>
          </p:nvSpPr>
          <p:spPr>
            <a:xfrm>
              <a:off x="2358075" y="1569925"/>
              <a:ext cx="56575" cy="41650"/>
            </a:xfrm>
            <a:custGeom>
              <a:rect b="b" l="l" r="r" t="t"/>
              <a:pathLst>
                <a:path extrusionOk="0" h="1666" w="2263">
                  <a:moveTo>
                    <a:pt x="2130" y="0"/>
                  </a:moveTo>
                  <a:lnTo>
                    <a:pt x="0" y="1151"/>
                  </a:lnTo>
                  <a:lnTo>
                    <a:pt x="300" y="1665"/>
                  </a:lnTo>
                  <a:lnTo>
                    <a:pt x="2262" y="206"/>
                  </a:lnTo>
                  <a:lnTo>
                    <a:pt x="2130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p139"/>
            <p:cNvSpPr/>
            <p:nvPr/>
          </p:nvSpPr>
          <p:spPr>
            <a:xfrm>
              <a:off x="2374900" y="1592325"/>
              <a:ext cx="55275" cy="43825"/>
            </a:xfrm>
            <a:custGeom>
              <a:rect b="b" l="l" r="r" t="t"/>
              <a:pathLst>
                <a:path extrusionOk="0" h="1753" w="2211">
                  <a:moveTo>
                    <a:pt x="2079" y="0"/>
                  </a:moveTo>
                  <a:lnTo>
                    <a:pt x="0" y="1237"/>
                  </a:lnTo>
                  <a:lnTo>
                    <a:pt x="299" y="1753"/>
                  </a:lnTo>
                  <a:lnTo>
                    <a:pt x="2210" y="207"/>
                  </a:lnTo>
                  <a:lnTo>
                    <a:pt x="2079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3" name="Google Shape;1393;p139"/>
            <p:cNvSpPr/>
            <p:nvPr/>
          </p:nvSpPr>
          <p:spPr>
            <a:xfrm>
              <a:off x="2342925" y="1555475"/>
              <a:ext cx="59625" cy="38050"/>
            </a:xfrm>
            <a:custGeom>
              <a:rect b="b" l="l" r="r" t="t"/>
              <a:pathLst>
                <a:path extrusionOk="0" h="1522" w="2385">
                  <a:moveTo>
                    <a:pt x="2251" y="0"/>
                  </a:moveTo>
                  <a:lnTo>
                    <a:pt x="1" y="1006"/>
                  </a:lnTo>
                  <a:lnTo>
                    <a:pt x="299" y="1522"/>
                  </a:lnTo>
                  <a:lnTo>
                    <a:pt x="2384" y="206"/>
                  </a:lnTo>
                  <a:lnTo>
                    <a:pt x="2251" y="0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4" name="Google Shape;1394;p139"/>
            <p:cNvSpPr/>
            <p:nvPr/>
          </p:nvSpPr>
          <p:spPr>
            <a:xfrm>
              <a:off x="2357500" y="1576225"/>
              <a:ext cx="56600" cy="41650"/>
            </a:xfrm>
            <a:custGeom>
              <a:rect b="b" l="l" r="r" t="t"/>
              <a:pathLst>
                <a:path extrusionOk="0" h="1666" w="2264">
                  <a:moveTo>
                    <a:pt x="2132" y="0"/>
                  </a:moveTo>
                  <a:lnTo>
                    <a:pt x="0" y="1150"/>
                  </a:lnTo>
                  <a:lnTo>
                    <a:pt x="300" y="1665"/>
                  </a:lnTo>
                  <a:lnTo>
                    <a:pt x="2264" y="206"/>
                  </a:lnTo>
                  <a:lnTo>
                    <a:pt x="2132" y="0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5" name="Google Shape;1395;p139"/>
            <p:cNvSpPr/>
            <p:nvPr/>
          </p:nvSpPr>
          <p:spPr>
            <a:xfrm>
              <a:off x="2374325" y="1598575"/>
              <a:ext cx="55275" cy="43875"/>
            </a:xfrm>
            <a:custGeom>
              <a:rect b="b" l="l" r="r" t="t"/>
              <a:pathLst>
                <a:path extrusionOk="0" h="1755" w="2211">
                  <a:moveTo>
                    <a:pt x="2077" y="1"/>
                  </a:moveTo>
                  <a:lnTo>
                    <a:pt x="0" y="1239"/>
                  </a:lnTo>
                  <a:lnTo>
                    <a:pt x="301" y="1755"/>
                  </a:lnTo>
                  <a:lnTo>
                    <a:pt x="2211" y="209"/>
                  </a:lnTo>
                  <a:lnTo>
                    <a:pt x="2077" y="1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6" name="Google Shape;1396;p139"/>
            <p:cNvSpPr/>
            <p:nvPr/>
          </p:nvSpPr>
          <p:spPr>
            <a:xfrm>
              <a:off x="2382400" y="1551425"/>
              <a:ext cx="446500" cy="230375"/>
            </a:xfrm>
            <a:custGeom>
              <a:rect b="b" l="l" r="r" t="t"/>
              <a:pathLst>
                <a:path extrusionOk="0" h="9215" w="17860">
                  <a:moveTo>
                    <a:pt x="17178" y="0"/>
                  </a:moveTo>
                  <a:lnTo>
                    <a:pt x="1" y="7856"/>
                  </a:lnTo>
                  <a:lnTo>
                    <a:pt x="1326" y="9215"/>
                  </a:lnTo>
                  <a:lnTo>
                    <a:pt x="17859" y="1649"/>
                  </a:lnTo>
                  <a:lnTo>
                    <a:pt x="17178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7" name="Google Shape;1397;p139"/>
            <p:cNvSpPr/>
            <p:nvPr/>
          </p:nvSpPr>
          <p:spPr>
            <a:xfrm>
              <a:off x="2047525" y="1316750"/>
              <a:ext cx="369625" cy="227225"/>
            </a:xfrm>
            <a:custGeom>
              <a:rect b="b" l="l" r="r" t="t"/>
              <a:pathLst>
                <a:path extrusionOk="0" h="9089" w="14785">
                  <a:moveTo>
                    <a:pt x="8115" y="4388"/>
                  </a:moveTo>
                  <a:cubicBezTo>
                    <a:pt x="8728" y="4388"/>
                    <a:pt x="9375" y="4889"/>
                    <a:pt x="9687" y="5665"/>
                  </a:cubicBezTo>
                  <a:cubicBezTo>
                    <a:pt x="10067" y="6612"/>
                    <a:pt x="9803" y="7609"/>
                    <a:pt x="9097" y="7893"/>
                  </a:cubicBezTo>
                  <a:cubicBezTo>
                    <a:pt x="8969" y="7944"/>
                    <a:pt x="8835" y="7969"/>
                    <a:pt x="8700" y="7969"/>
                  </a:cubicBezTo>
                  <a:cubicBezTo>
                    <a:pt x="8087" y="7969"/>
                    <a:pt x="7440" y="7467"/>
                    <a:pt x="7129" y="6692"/>
                  </a:cubicBezTo>
                  <a:cubicBezTo>
                    <a:pt x="6746" y="5745"/>
                    <a:pt x="7011" y="4746"/>
                    <a:pt x="7717" y="4464"/>
                  </a:cubicBezTo>
                  <a:cubicBezTo>
                    <a:pt x="7845" y="4413"/>
                    <a:pt x="7980" y="4388"/>
                    <a:pt x="8115" y="4388"/>
                  </a:cubicBezTo>
                  <a:close/>
                  <a:moveTo>
                    <a:pt x="13410" y="1"/>
                  </a:moveTo>
                  <a:cubicBezTo>
                    <a:pt x="12896" y="802"/>
                    <a:pt x="12242" y="1540"/>
                    <a:pt x="11462" y="2175"/>
                  </a:cubicBezTo>
                  <a:cubicBezTo>
                    <a:pt x="12329" y="2324"/>
                    <a:pt x="12972" y="2920"/>
                    <a:pt x="12941" y="3604"/>
                  </a:cubicBezTo>
                  <a:cubicBezTo>
                    <a:pt x="12908" y="4335"/>
                    <a:pt x="12115" y="4898"/>
                    <a:pt x="11147" y="4898"/>
                  </a:cubicBezTo>
                  <a:cubicBezTo>
                    <a:pt x="11109" y="4898"/>
                    <a:pt x="11070" y="4897"/>
                    <a:pt x="11031" y="4895"/>
                  </a:cubicBezTo>
                  <a:cubicBezTo>
                    <a:pt x="10057" y="4851"/>
                    <a:pt x="9287" y="4251"/>
                    <a:pt x="9250" y="3535"/>
                  </a:cubicBezTo>
                  <a:cubicBezTo>
                    <a:pt x="7975" y="4106"/>
                    <a:pt x="6649" y="4381"/>
                    <a:pt x="5368" y="4393"/>
                  </a:cubicBezTo>
                  <a:cubicBezTo>
                    <a:pt x="5511" y="4417"/>
                    <a:pt x="5648" y="4470"/>
                    <a:pt x="5771" y="4552"/>
                  </a:cubicBezTo>
                  <a:cubicBezTo>
                    <a:pt x="6407" y="4972"/>
                    <a:pt x="6464" y="6003"/>
                    <a:pt x="5899" y="6853"/>
                  </a:cubicBezTo>
                  <a:cubicBezTo>
                    <a:pt x="5497" y="7458"/>
                    <a:pt x="4888" y="7809"/>
                    <a:pt x="4342" y="7809"/>
                  </a:cubicBezTo>
                  <a:cubicBezTo>
                    <a:pt x="4122" y="7809"/>
                    <a:pt x="3911" y="7752"/>
                    <a:pt x="3729" y="7631"/>
                  </a:cubicBezTo>
                  <a:cubicBezTo>
                    <a:pt x="3093" y="7211"/>
                    <a:pt x="3037" y="6181"/>
                    <a:pt x="3601" y="5330"/>
                  </a:cubicBezTo>
                  <a:cubicBezTo>
                    <a:pt x="3958" y="4793"/>
                    <a:pt x="4476" y="4457"/>
                    <a:pt x="4970" y="4387"/>
                  </a:cubicBezTo>
                  <a:cubicBezTo>
                    <a:pt x="4326" y="4365"/>
                    <a:pt x="3694" y="4278"/>
                    <a:pt x="3089" y="4124"/>
                  </a:cubicBezTo>
                  <a:lnTo>
                    <a:pt x="3043" y="4124"/>
                  </a:lnTo>
                  <a:cubicBezTo>
                    <a:pt x="2536" y="4101"/>
                    <a:pt x="2084" y="3927"/>
                    <a:pt x="1762" y="3664"/>
                  </a:cubicBezTo>
                  <a:cubicBezTo>
                    <a:pt x="1185" y="3408"/>
                    <a:pt x="645" y="3090"/>
                    <a:pt x="154" y="2711"/>
                  </a:cubicBezTo>
                  <a:lnTo>
                    <a:pt x="154" y="2711"/>
                  </a:lnTo>
                  <a:cubicBezTo>
                    <a:pt x="1" y="3592"/>
                    <a:pt x="60" y="4496"/>
                    <a:pt x="369" y="5365"/>
                  </a:cubicBezTo>
                  <a:cubicBezTo>
                    <a:pt x="1200" y="7691"/>
                    <a:pt x="3586" y="9088"/>
                    <a:pt x="6279" y="9088"/>
                  </a:cubicBezTo>
                  <a:cubicBezTo>
                    <a:pt x="7177" y="9088"/>
                    <a:pt x="8109" y="8933"/>
                    <a:pt x="9028" y="8604"/>
                  </a:cubicBezTo>
                  <a:cubicBezTo>
                    <a:pt x="12703" y="7293"/>
                    <a:pt x="14784" y="3714"/>
                    <a:pt x="13676" y="613"/>
                  </a:cubicBezTo>
                  <a:cubicBezTo>
                    <a:pt x="13602" y="402"/>
                    <a:pt x="13512" y="198"/>
                    <a:pt x="13410" y="1"/>
                  </a:cubicBez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8" name="Google Shape;1398;p139"/>
            <p:cNvSpPr/>
            <p:nvPr/>
          </p:nvSpPr>
          <p:spPr>
            <a:xfrm>
              <a:off x="2275300" y="1241950"/>
              <a:ext cx="138725" cy="276575"/>
            </a:xfrm>
            <a:custGeom>
              <a:rect b="b" l="l" r="r" t="t"/>
              <a:pathLst>
                <a:path extrusionOk="0" h="11063" w="5549">
                  <a:moveTo>
                    <a:pt x="0" y="1"/>
                  </a:moveTo>
                  <a:lnTo>
                    <a:pt x="143" y="1428"/>
                  </a:lnTo>
                  <a:cubicBezTo>
                    <a:pt x="390" y="1294"/>
                    <a:pt x="648" y="1223"/>
                    <a:pt x="894" y="1223"/>
                  </a:cubicBezTo>
                  <a:cubicBezTo>
                    <a:pt x="1114" y="1223"/>
                    <a:pt x="1323" y="1280"/>
                    <a:pt x="1505" y="1401"/>
                  </a:cubicBezTo>
                  <a:cubicBezTo>
                    <a:pt x="2140" y="1822"/>
                    <a:pt x="2195" y="2852"/>
                    <a:pt x="1632" y="3701"/>
                  </a:cubicBezTo>
                  <a:cubicBezTo>
                    <a:pt x="1322" y="4167"/>
                    <a:pt x="891" y="4481"/>
                    <a:pt x="461" y="4602"/>
                  </a:cubicBezTo>
                  <a:lnTo>
                    <a:pt x="561" y="5602"/>
                  </a:lnTo>
                  <a:cubicBezTo>
                    <a:pt x="891" y="5310"/>
                    <a:pt x="1384" y="5129"/>
                    <a:pt x="1933" y="5129"/>
                  </a:cubicBezTo>
                  <a:cubicBezTo>
                    <a:pt x="1971" y="5129"/>
                    <a:pt x="2009" y="5130"/>
                    <a:pt x="2047" y="5131"/>
                  </a:cubicBezTo>
                  <a:cubicBezTo>
                    <a:pt x="3067" y="5179"/>
                    <a:pt x="3865" y="5833"/>
                    <a:pt x="3830" y="6593"/>
                  </a:cubicBezTo>
                  <a:cubicBezTo>
                    <a:pt x="3797" y="7326"/>
                    <a:pt x="3002" y="7888"/>
                    <a:pt x="2033" y="7888"/>
                  </a:cubicBezTo>
                  <a:cubicBezTo>
                    <a:pt x="1996" y="7888"/>
                    <a:pt x="1958" y="7887"/>
                    <a:pt x="1920" y="7886"/>
                  </a:cubicBezTo>
                  <a:cubicBezTo>
                    <a:pt x="1469" y="7864"/>
                    <a:pt x="1062" y="7727"/>
                    <a:pt x="752" y="7512"/>
                  </a:cubicBezTo>
                  <a:lnTo>
                    <a:pt x="752" y="7512"/>
                  </a:lnTo>
                  <a:lnTo>
                    <a:pt x="1107" y="11062"/>
                  </a:lnTo>
                  <a:cubicBezTo>
                    <a:pt x="4024" y="9473"/>
                    <a:pt x="5549" y="6353"/>
                    <a:pt x="4568" y="3604"/>
                  </a:cubicBezTo>
                  <a:cubicBezTo>
                    <a:pt x="3880" y="1674"/>
                    <a:pt x="2116" y="384"/>
                    <a:pt x="0" y="1"/>
                  </a:cubicBez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9" name="Google Shape;1399;p139"/>
            <p:cNvSpPr/>
            <p:nvPr/>
          </p:nvSpPr>
          <p:spPr>
            <a:xfrm>
              <a:off x="2029175" y="1249975"/>
              <a:ext cx="148825" cy="292100"/>
            </a:xfrm>
            <a:custGeom>
              <a:rect b="b" l="l" r="r" t="t"/>
              <a:pathLst>
                <a:path extrusionOk="0" h="11684" w="5953">
                  <a:moveTo>
                    <a:pt x="3791" y="4038"/>
                  </a:moveTo>
                  <a:cubicBezTo>
                    <a:pt x="3829" y="4038"/>
                    <a:pt x="3866" y="4039"/>
                    <a:pt x="3904" y="4040"/>
                  </a:cubicBezTo>
                  <a:cubicBezTo>
                    <a:pt x="4924" y="4087"/>
                    <a:pt x="5722" y="4743"/>
                    <a:pt x="5687" y="5503"/>
                  </a:cubicBezTo>
                  <a:cubicBezTo>
                    <a:pt x="5652" y="6234"/>
                    <a:pt x="4860" y="6797"/>
                    <a:pt x="3893" y="6797"/>
                  </a:cubicBezTo>
                  <a:cubicBezTo>
                    <a:pt x="3855" y="6797"/>
                    <a:pt x="3816" y="6796"/>
                    <a:pt x="3777" y="6795"/>
                  </a:cubicBezTo>
                  <a:cubicBezTo>
                    <a:pt x="2759" y="6749"/>
                    <a:pt x="1960" y="6093"/>
                    <a:pt x="1995" y="5333"/>
                  </a:cubicBezTo>
                  <a:cubicBezTo>
                    <a:pt x="2028" y="4601"/>
                    <a:pt x="2821" y="4038"/>
                    <a:pt x="3791" y="4038"/>
                  </a:cubicBezTo>
                  <a:close/>
                  <a:moveTo>
                    <a:pt x="5884" y="0"/>
                  </a:moveTo>
                  <a:cubicBezTo>
                    <a:pt x="5841" y="15"/>
                    <a:pt x="5798" y="28"/>
                    <a:pt x="5757" y="43"/>
                  </a:cubicBezTo>
                  <a:cubicBezTo>
                    <a:pt x="2082" y="1355"/>
                    <a:pt x="1" y="4934"/>
                    <a:pt x="1109" y="8036"/>
                  </a:cubicBezTo>
                  <a:cubicBezTo>
                    <a:pt x="1827" y="10048"/>
                    <a:pt x="3713" y="11365"/>
                    <a:pt x="5953" y="11683"/>
                  </a:cubicBezTo>
                  <a:lnTo>
                    <a:pt x="5940" y="10209"/>
                  </a:lnTo>
                  <a:cubicBezTo>
                    <a:pt x="5660" y="10385"/>
                    <a:pt x="5360" y="10481"/>
                    <a:pt x="5076" y="10481"/>
                  </a:cubicBezTo>
                  <a:cubicBezTo>
                    <a:pt x="4856" y="10481"/>
                    <a:pt x="4646" y="10423"/>
                    <a:pt x="4464" y="10302"/>
                  </a:cubicBezTo>
                  <a:cubicBezTo>
                    <a:pt x="3828" y="9882"/>
                    <a:pt x="3773" y="8852"/>
                    <a:pt x="4337" y="8001"/>
                  </a:cubicBezTo>
                  <a:cubicBezTo>
                    <a:pt x="4738" y="7396"/>
                    <a:pt x="5344" y="7047"/>
                    <a:pt x="5891" y="7047"/>
                  </a:cubicBezTo>
                  <a:cubicBezTo>
                    <a:pt x="5902" y="7047"/>
                    <a:pt x="5913" y="7048"/>
                    <a:pt x="5924" y="7048"/>
                  </a:cubicBezTo>
                  <a:lnTo>
                    <a:pt x="5906" y="3828"/>
                  </a:lnTo>
                  <a:cubicBezTo>
                    <a:pt x="5608" y="3596"/>
                    <a:pt x="5349" y="3251"/>
                    <a:pt x="5194" y="2829"/>
                  </a:cubicBezTo>
                  <a:cubicBezTo>
                    <a:pt x="4838" y="1873"/>
                    <a:pt x="5128" y="882"/>
                    <a:pt x="5841" y="617"/>
                  </a:cubicBezTo>
                  <a:cubicBezTo>
                    <a:pt x="5857" y="613"/>
                    <a:pt x="5871" y="609"/>
                    <a:pt x="5888" y="603"/>
                  </a:cubicBezTo>
                  <a:lnTo>
                    <a:pt x="5884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0" name="Google Shape;1400;p139"/>
            <p:cNvSpPr/>
            <p:nvPr/>
          </p:nvSpPr>
          <p:spPr>
            <a:xfrm>
              <a:off x="2275300" y="1241950"/>
              <a:ext cx="13475" cy="35725"/>
            </a:xfrm>
            <a:custGeom>
              <a:rect b="b" l="l" r="r" t="t"/>
              <a:pathLst>
                <a:path extrusionOk="0" h="1429" w="539">
                  <a:moveTo>
                    <a:pt x="0" y="1"/>
                  </a:moveTo>
                  <a:lnTo>
                    <a:pt x="143" y="1428"/>
                  </a:lnTo>
                  <a:cubicBezTo>
                    <a:pt x="272" y="1358"/>
                    <a:pt x="405" y="1305"/>
                    <a:pt x="538" y="1272"/>
                  </a:cubicBezTo>
                  <a:lnTo>
                    <a:pt x="329" y="71"/>
                  </a:lnTo>
                  <a:cubicBezTo>
                    <a:pt x="219" y="47"/>
                    <a:pt x="110" y="22"/>
                    <a:pt x="0" y="1"/>
                  </a:cubicBez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1" name="Google Shape;1401;p139"/>
            <p:cNvSpPr/>
            <p:nvPr/>
          </p:nvSpPr>
          <p:spPr>
            <a:xfrm>
              <a:off x="2286825" y="1349425"/>
              <a:ext cx="19200" cy="32600"/>
            </a:xfrm>
            <a:custGeom>
              <a:rect b="b" l="l" r="r" t="t"/>
              <a:pathLst>
                <a:path extrusionOk="0" h="1304" w="768">
                  <a:moveTo>
                    <a:pt x="604" y="1"/>
                  </a:moveTo>
                  <a:cubicBezTo>
                    <a:pt x="411" y="142"/>
                    <a:pt x="206" y="245"/>
                    <a:pt x="0" y="303"/>
                  </a:cubicBezTo>
                  <a:lnTo>
                    <a:pt x="100" y="1303"/>
                  </a:lnTo>
                  <a:cubicBezTo>
                    <a:pt x="279" y="1146"/>
                    <a:pt x="508" y="1020"/>
                    <a:pt x="767" y="938"/>
                  </a:cubicBezTo>
                  <a:lnTo>
                    <a:pt x="604" y="1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2" name="Google Shape;1402;p139"/>
            <p:cNvSpPr/>
            <p:nvPr/>
          </p:nvSpPr>
          <p:spPr>
            <a:xfrm>
              <a:off x="2294075" y="1429775"/>
              <a:ext cx="34425" cy="88775"/>
            </a:xfrm>
            <a:custGeom>
              <a:rect b="b" l="l" r="r" t="t"/>
              <a:pathLst>
                <a:path extrusionOk="0" h="3551" w="1377">
                  <a:moveTo>
                    <a:pt x="1" y="0"/>
                  </a:moveTo>
                  <a:lnTo>
                    <a:pt x="356" y="3551"/>
                  </a:lnTo>
                  <a:cubicBezTo>
                    <a:pt x="718" y="3353"/>
                    <a:pt x="1060" y="3131"/>
                    <a:pt x="1376" y="2892"/>
                  </a:cubicBezTo>
                  <a:lnTo>
                    <a:pt x="934" y="351"/>
                  </a:lnTo>
                  <a:cubicBezTo>
                    <a:pt x="578" y="301"/>
                    <a:pt x="256" y="175"/>
                    <a:pt x="1" y="0"/>
                  </a:cubicBez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3" name="Google Shape;1403;p139"/>
            <p:cNvSpPr/>
            <p:nvPr/>
          </p:nvSpPr>
          <p:spPr>
            <a:xfrm>
              <a:off x="2425775" y="1170550"/>
              <a:ext cx="332500" cy="187150"/>
            </a:xfrm>
            <a:custGeom>
              <a:rect b="b" l="l" r="r" t="t"/>
              <a:pathLst>
                <a:path extrusionOk="0" h="7486" w="13300">
                  <a:moveTo>
                    <a:pt x="7356" y="3248"/>
                  </a:moveTo>
                  <a:cubicBezTo>
                    <a:pt x="7909" y="3248"/>
                    <a:pt x="8494" y="3700"/>
                    <a:pt x="8773" y="4399"/>
                  </a:cubicBezTo>
                  <a:cubicBezTo>
                    <a:pt x="9117" y="5252"/>
                    <a:pt x="8879" y="6149"/>
                    <a:pt x="8242" y="6406"/>
                  </a:cubicBezTo>
                  <a:cubicBezTo>
                    <a:pt x="8127" y="6452"/>
                    <a:pt x="8006" y="6474"/>
                    <a:pt x="7884" y="6474"/>
                  </a:cubicBezTo>
                  <a:cubicBezTo>
                    <a:pt x="7333" y="6474"/>
                    <a:pt x="6750" y="6022"/>
                    <a:pt x="6469" y="5323"/>
                  </a:cubicBezTo>
                  <a:cubicBezTo>
                    <a:pt x="6125" y="4470"/>
                    <a:pt x="6364" y="3571"/>
                    <a:pt x="7001" y="3315"/>
                  </a:cubicBezTo>
                  <a:cubicBezTo>
                    <a:pt x="7115" y="3269"/>
                    <a:pt x="7235" y="3248"/>
                    <a:pt x="7356" y="3248"/>
                  </a:cubicBezTo>
                  <a:close/>
                  <a:moveTo>
                    <a:pt x="12422" y="1"/>
                  </a:moveTo>
                  <a:cubicBezTo>
                    <a:pt x="12023" y="528"/>
                    <a:pt x="11540" y="1020"/>
                    <a:pt x="10985" y="1460"/>
                  </a:cubicBezTo>
                  <a:cubicBezTo>
                    <a:pt x="11439" y="1702"/>
                    <a:pt x="11727" y="2101"/>
                    <a:pt x="11706" y="2540"/>
                  </a:cubicBezTo>
                  <a:cubicBezTo>
                    <a:pt x="11678" y="3200"/>
                    <a:pt x="10961" y="3708"/>
                    <a:pt x="10090" y="3708"/>
                  </a:cubicBezTo>
                  <a:cubicBezTo>
                    <a:pt x="10056" y="3708"/>
                    <a:pt x="10022" y="3707"/>
                    <a:pt x="9987" y="3706"/>
                  </a:cubicBezTo>
                  <a:cubicBezTo>
                    <a:pt x="9291" y="3673"/>
                    <a:pt x="8712" y="3328"/>
                    <a:pt x="8484" y="2864"/>
                  </a:cubicBezTo>
                  <a:cubicBezTo>
                    <a:pt x="7471" y="3240"/>
                    <a:pt x="6446" y="3420"/>
                    <a:pt x="5471" y="3420"/>
                  </a:cubicBezTo>
                  <a:cubicBezTo>
                    <a:pt x="5406" y="3420"/>
                    <a:pt x="5341" y="3420"/>
                    <a:pt x="5276" y="3418"/>
                  </a:cubicBezTo>
                  <a:lnTo>
                    <a:pt x="5276" y="3418"/>
                  </a:lnTo>
                  <a:cubicBezTo>
                    <a:pt x="5819" y="3807"/>
                    <a:pt x="5863" y="4716"/>
                    <a:pt x="5363" y="5469"/>
                  </a:cubicBezTo>
                  <a:cubicBezTo>
                    <a:pt x="5001" y="6015"/>
                    <a:pt x="4453" y="6332"/>
                    <a:pt x="3960" y="6332"/>
                  </a:cubicBezTo>
                  <a:cubicBezTo>
                    <a:pt x="3761" y="6332"/>
                    <a:pt x="3571" y="6280"/>
                    <a:pt x="3406" y="6171"/>
                  </a:cubicBezTo>
                  <a:cubicBezTo>
                    <a:pt x="2834" y="5791"/>
                    <a:pt x="2784" y="4864"/>
                    <a:pt x="3293" y="4098"/>
                  </a:cubicBezTo>
                  <a:cubicBezTo>
                    <a:pt x="3545" y="3716"/>
                    <a:pt x="3889" y="3445"/>
                    <a:pt x="4241" y="3319"/>
                  </a:cubicBezTo>
                  <a:cubicBezTo>
                    <a:pt x="3826" y="3249"/>
                    <a:pt x="3426" y="3146"/>
                    <a:pt x="3049" y="3006"/>
                  </a:cubicBezTo>
                  <a:cubicBezTo>
                    <a:pt x="2986" y="3010"/>
                    <a:pt x="2923" y="3013"/>
                    <a:pt x="2859" y="3013"/>
                  </a:cubicBezTo>
                  <a:cubicBezTo>
                    <a:pt x="2836" y="3013"/>
                    <a:pt x="2813" y="3012"/>
                    <a:pt x="2789" y="3011"/>
                  </a:cubicBezTo>
                  <a:cubicBezTo>
                    <a:pt x="1951" y="2974"/>
                    <a:pt x="1279" y="2477"/>
                    <a:pt x="1193" y="1869"/>
                  </a:cubicBezTo>
                  <a:cubicBezTo>
                    <a:pt x="890" y="1578"/>
                    <a:pt x="628" y="1245"/>
                    <a:pt x="415" y="878"/>
                  </a:cubicBezTo>
                  <a:cubicBezTo>
                    <a:pt x="38" y="1932"/>
                    <a:pt x="1" y="3063"/>
                    <a:pt x="379" y="4129"/>
                  </a:cubicBezTo>
                  <a:cubicBezTo>
                    <a:pt x="1128" y="6226"/>
                    <a:pt x="3280" y="7485"/>
                    <a:pt x="5706" y="7485"/>
                  </a:cubicBezTo>
                  <a:cubicBezTo>
                    <a:pt x="6516" y="7485"/>
                    <a:pt x="7355" y="7345"/>
                    <a:pt x="8183" y="7050"/>
                  </a:cubicBezTo>
                  <a:cubicBezTo>
                    <a:pt x="11434" y="5889"/>
                    <a:pt x="13300" y="2761"/>
                    <a:pt x="12422" y="1"/>
                  </a:cubicBez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4" name="Google Shape;1404;p139"/>
            <p:cNvSpPr/>
            <p:nvPr/>
          </p:nvSpPr>
          <p:spPr>
            <a:xfrm>
              <a:off x="2410275" y="1092425"/>
              <a:ext cx="133625" cy="260150"/>
            </a:xfrm>
            <a:custGeom>
              <a:rect b="b" l="l" r="r" t="t"/>
              <a:pathLst>
                <a:path extrusionOk="0" h="10406" w="5345">
                  <a:moveTo>
                    <a:pt x="5345" y="1"/>
                  </a:moveTo>
                  <a:lnTo>
                    <a:pt x="5345" y="1"/>
                  </a:lnTo>
                  <a:cubicBezTo>
                    <a:pt x="5292" y="18"/>
                    <a:pt x="5240" y="34"/>
                    <a:pt x="5189" y="52"/>
                  </a:cubicBezTo>
                  <a:cubicBezTo>
                    <a:pt x="1876" y="1235"/>
                    <a:pt x="1" y="4460"/>
                    <a:pt x="1000" y="7254"/>
                  </a:cubicBezTo>
                  <a:cubicBezTo>
                    <a:pt x="1571" y="8858"/>
                    <a:pt x="2967" y="9970"/>
                    <a:pt x="4679" y="10405"/>
                  </a:cubicBezTo>
                  <a:lnTo>
                    <a:pt x="4739" y="9446"/>
                  </a:lnTo>
                  <a:lnTo>
                    <a:pt x="4739" y="9446"/>
                  </a:lnTo>
                  <a:cubicBezTo>
                    <a:pt x="4684" y="9453"/>
                    <a:pt x="4629" y="9457"/>
                    <a:pt x="4575" y="9457"/>
                  </a:cubicBezTo>
                  <a:cubicBezTo>
                    <a:pt x="4377" y="9457"/>
                    <a:pt x="4188" y="9407"/>
                    <a:pt x="4024" y="9299"/>
                  </a:cubicBezTo>
                  <a:cubicBezTo>
                    <a:pt x="3451" y="8919"/>
                    <a:pt x="3401" y="7990"/>
                    <a:pt x="3909" y="7224"/>
                  </a:cubicBezTo>
                  <a:cubicBezTo>
                    <a:pt x="4180" y="6816"/>
                    <a:pt x="4555" y="6537"/>
                    <a:pt x="4933" y="6423"/>
                  </a:cubicBezTo>
                  <a:lnTo>
                    <a:pt x="4997" y="5406"/>
                  </a:lnTo>
                  <a:lnTo>
                    <a:pt x="4997" y="5406"/>
                  </a:lnTo>
                  <a:cubicBezTo>
                    <a:pt x="4750" y="5843"/>
                    <a:pt x="4175" y="6139"/>
                    <a:pt x="3507" y="6139"/>
                  </a:cubicBezTo>
                  <a:cubicBezTo>
                    <a:pt x="3474" y="6139"/>
                    <a:pt x="3440" y="6138"/>
                    <a:pt x="3407" y="6136"/>
                  </a:cubicBezTo>
                  <a:cubicBezTo>
                    <a:pt x="2486" y="6093"/>
                    <a:pt x="1767" y="5505"/>
                    <a:pt x="1799" y="4819"/>
                  </a:cubicBezTo>
                  <a:cubicBezTo>
                    <a:pt x="1829" y="4159"/>
                    <a:pt x="2544" y="3652"/>
                    <a:pt x="3419" y="3652"/>
                  </a:cubicBezTo>
                  <a:cubicBezTo>
                    <a:pt x="3452" y="3652"/>
                    <a:pt x="3487" y="3653"/>
                    <a:pt x="3521" y="3654"/>
                  </a:cubicBezTo>
                  <a:cubicBezTo>
                    <a:pt x="4247" y="3688"/>
                    <a:pt x="4848" y="4064"/>
                    <a:pt x="5053" y="4560"/>
                  </a:cubicBezTo>
                  <a:lnTo>
                    <a:pt x="5133" y="3291"/>
                  </a:lnTo>
                  <a:cubicBezTo>
                    <a:pt x="4945" y="3097"/>
                    <a:pt x="4788" y="2851"/>
                    <a:pt x="4681" y="2563"/>
                  </a:cubicBezTo>
                  <a:cubicBezTo>
                    <a:pt x="4360" y="1700"/>
                    <a:pt x="4622" y="807"/>
                    <a:pt x="5263" y="569"/>
                  </a:cubicBezTo>
                  <a:cubicBezTo>
                    <a:pt x="5278" y="563"/>
                    <a:pt x="5292" y="561"/>
                    <a:pt x="5309" y="556"/>
                  </a:cubicBezTo>
                  <a:lnTo>
                    <a:pt x="5345" y="1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5" name="Google Shape;1405;p139"/>
            <p:cNvSpPr/>
            <p:nvPr/>
          </p:nvSpPr>
          <p:spPr>
            <a:xfrm>
              <a:off x="2622450" y="1084050"/>
              <a:ext cx="136400" cy="258025"/>
            </a:xfrm>
            <a:custGeom>
              <a:rect b="b" l="l" r="r" t="t"/>
              <a:pathLst>
                <a:path extrusionOk="0" h="10321" w="5456">
                  <a:moveTo>
                    <a:pt x="2131" y="4681"/>
                  </a:moveTo>
                  <a:cubicBezTo>
                    <a:pt x="2165" y="4681"/>
                    <a:pt x="2199" y="4682"/>
                    <a:pt x="2233" y="4683"/>
                  </a:cubicBezTo>
                  <a:cubicBezTo>
                    <a:pt x="3151" y="4726"/>
                    <a:pt x="3870" y="5315"/>
                    <a:pt x="3839" y="6000"/>
                  </a:cubicBezTo>
                  <a:cubicBezTo>
                    <a:pt x="3811" y="6660"/>
                    <a:pt x="3094" y="7168"/>
                    <a:pt x="2223" y="7168"/>
                  </a:cubicBezTo>
                  <a:cubicBezTo>
                    <a:pt x="2189" y="7168"/>
                    <a:pt x="2155" y="7167"/>
                    <a:pt x="2120" y="7166"/>
                  </a:cubicBezTo>
                  <a:cubicBezTo>
                    <a:pt x="1200" y="7123"/>
                    <a:pt x="483" y="6534"/>
                    <a:pt x="513" y="5849"/>
                  </a:cubicBezTo>
                  <a:cubicBezTo>
                    <a:pt x="542" y="5189"/>
                    <a:pt x="1258" y="4681"/>
                    <a:pt x="2131" y="4681"/>
                  </a:cubicBezTo>
                  <a:close/>
                  <a:moveTo>
                    <a:pt x="0" y="1"/>
                  </a:moveTo>
                  <a:lnTo>
                    <a:pt x="123" y="1627"/>
                  </a:lnTo>
                  <a:cubicBezTo>
                    <a:pt x="447" y="1327"/>
                    <a:pt x="835" y="1160"/>
                    <a:pt x="1193" y="1160"/>
                  </a:cubicBezTo>
                  <a:cubicBezTo>
                    <a:pt x="1391" y="1160"/>
                    <a:pt x="1580" y="1211"/>
                    <a:pt x="1744" y="1319"/>
                  </a:cubicBezTo>
                  <a:cubicBezTo>
                    <a:pt x="2315" y="1699"/>
                    <a:pt x="2366" y="2628"/>
                    <a:pt x="1858" y="3394"/>
                  </a:cubicBezTo>
                  <a:cubicBezTo>
                    <a:pt x="1497" y="3938"/>
                    <a:pt x="951" y="4254"/>
                    <a:pt x="459" y="4254"/>
                  </a:cubicBezTo>
                  <a:cubicBezTo>
                    <a:pt x="413" y="4254"/>
                    <a:pt x="367" y="4251"/>
                    <a:pt x="322" y="4245"/>
                  </a:cubicBezTo>
                  <a:lnTo>
                    <a:pt x="322" y="4245"/>
                  </a:lnTo>
                  <a:lnTo>
                    <a:pt x="553" y="7267"/>
                  </a:lnTo>
                  <a:cubicBezTo>
                    <a:pt x="694" y="7433"/>
                    <a:pt x="818" y="7632"/>
                    <a:pt x="906" y="7859"/>
                  </a:cubicBezTo>
                  <a:cubicBezTo>
                    <a:pt x="1175" y="8527"/>
                    <a:pt x="1085" y="9221"/>
                    <a:pt x="732" y="9615"/>
                  </a:cubicBezTo>
                  <a:lnTo>
                    <a:pt x="785" y="10321"/>
                  </a:lnTo>
                  <a:cubicBezTo>
                    <a:pt x="3801" y="9012"/>
                    <a:pt x="5456" y="5965"/>
                    <a:pt x="4505" y="3306"/>
                  </a:cubicBezTo>
                  <a:cubicBezTo>
                    <a:pt x="3841" y="1450"/>
                    <a:pt x="2079" y="251"/>
                    <a:pt x="0" y="1"/>
                  </a:cubicBez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6" name="Google Shape;1406;p139"/>
            <p:cNvSpPr/>
            <p:nvPr/>
          </p:nvSpPr>
          <p:spPr>
            <a:xfrm>
              <a:off x="2630500" y="1185400"/>
              <a:ext cx="40850" cy="156675"/>
            </a:xfrm>
            <a:custGeom>
              <a:rect b="b" l="l" r="r" t="t"/>
              <a:pathLst>
                <a:path extrusionOk="0" h="6267" w="1634">
                  <a:moveTo>
                    <a:pt x="835" y="1"/>
                  </a:moveTo>
                  <a:cubicBezTo>
                    <a:pt x="606" y="130"/>
                    <a:pt x="365" y="200"/>
                    <a:pt x="136" y="200"/>
                  </a:cubicBezTo>
                  <a:cubicBezTo>
                    <a:pt x="90" y="200"/>
                    <a:pt x="45" y="197"/>
                    <a:pt x="0" y="191"/>
                  </a:cubicBezTo>
                  <a:lnTo>
                    <a:pt x="0" y="191"/>
                  </a:lnTo>
                  <a:lnTo>
                    <a:pt x="231" y="3213"/>
                  </a:lnTo>
                  <a:cubicBezTo>
                    <a:pt x="372" y="3379"/>
                    <a:pt x="496" y="3578"/>
                    <a:pt x="584" y="3805"/>
                  </a:cubicBezTo>
                  <a:cubicBezTo>
                    <a:pt x="853" y="4473"/>
                    <a:pt x="763" y="5167"/>
                    <a:pt x="410" y="5561"/>
                  </a:cubicBezTo>
                  <a:lnTo>
                    <a:pt x="463" y="6267"/>
                  </a:lnTo>
                  <a:cubicBezTo>
                    <a:pt x="881" y="6085"/>
                    <a:pt x="1270" y="5870"/>
                    <a:pt x="1634" y="5627"/>
                  </a:cubicBezTo>
                  <a:lnTo>
                    <a:pt x="1263" y="3019"/>
                  </a:lnTo>
                  <a:cubicBezTo>
                    <a:pt x="616" y="2821"/>
                    <a:pt x="166" y="2339"/>
                    <a:pt x="191" y="1793"/>
                  </a:cubicBezTo>
                  <a:cubicBezTo>
                    <a:pt x="211" y="1372"/>
                    <a:pt x="510" y="1013"/>
                    <a:pt x="949" y="808"/>
                  </a:cubicBezTo>
                  <a:lnTo>
                    <a:pt x="835" y="1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7" name="Google Shape;1407;p139"/>
            <p:cNvSpPr/>
            <p:nvPr/>
          </p:nvSpPr>
          <p:spPr>
            <a:xfrm>
              <a:off x="2622375" y="1084025"/>
              <a:ext cx="19050" cy="40675"/>
            </a:xfrm>
            <a:custGeom>
              <a:rect b="b" l="l" r="r" t="t"/>
              <a:pathLst>
                <a:path extrusionOk="0" h="1627" w="762">
                  <a:moveTo>
                    <a:pt x="0" y="0"/>
                  </a:moveTo>
                  <a:lnTo>
                    <a:pt x="125" y="1627"/>
                  </a:lnTo>
                  <a:cubicBezTo>
                    <a:pt x="321" y="1448"/>
                    <a:pt x="540" y="1315"/>
                    <a:pt x="762" y="1239"/>
                  </a:cubicBezTo>
                  <a:lnTo>
                    <a:pt x="600" y="104"/>
                  </a:lnTo>
                  <a:cubicBezTo>
                    <a:pt x="404" y="61"/>
                    <a:pt x="205" y="25"/>
                    <a:pt x="0" y="0"/>
                  </a:cubicBez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8" name="Google Shape;1408;p139"/>
            <p:cNvSpPr/>
            <p:nvPr/>
          </p:nvSpPr>
          <p:spPr>
            <a:xfrm>
              <a:off x="2595425" y="1203250"/>
              <a:ext cx="11550" cy="9075"/>
            </a:xfrm>
            <a:custGeom>
              <a:rect b="b" l="l" r="r" t="t"/>
              <a:pathLst>
                <a:path extrusionOk="0" h="363" w="462">
                  <a:moveTo>
                    <a:pt x="163" y="0"/>
                  </a:moveTo>
                  <a:cubicBezTo>
                    <a:pt x="116" y="0"/>
                    <a:pt x="75" y="17"/>
                    <a:pt x="50" y="50"/>
                  </a:cubicBezTo>
                  <a:cubicBezTo>
                    <a:pt x="0" y="120"/>
                    <a:pt x="39" y="235"/>
                    <a:pt x="138" y="306"/>
                  </a:cubicBezTo>
                  <a:cubicBezTo>
                    <a:pt x="188" y="344"/>
                    <a:pt x="245" y="362"/>
                    <a:pt x="295" y="362"/>
                  </a:cubicBezTo>
                  <a:cubicBezTo>
                    <a:pt x="343" y="362"/>
                    <a:pt x="385" y="345"/>
                    <a:pt x="410" y="312"/>
                  </a:cubicBezTo>
                  <a:cubicBezTo>
                    <a:pt x="461" y="245"/>
                    <a:pt x="423" y="129"/>
                    <a:pt x="322" y="57"/>
                  </a:cubicBezTo>
                  <a:cubicBezTo>
                    <a:pt x="271" y="19"/>
                    <a:pt x="214" y="0"/>
                    <a:pt x="163" y="0"/>
                  </a:cubicBez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9" name="Google Shape;1409;p139"/>
            <p:cNvSpPr/>
            <p:nvPr/>
          </p:nvSpPr>
          <p:spPr>
            <a:xfrm>
              <a:off x="2232200" y="1374850"/>
              <a:ext cx="14200" cy="11225"/>
            </a:xfrm>
            <a:custGeom>
              <a:rect b="b" l="l" r="r" t="t"/>
              <a:pathLst>
                <a:path extrusionOk="0" h="449" w="568">
                  <a:moveTo>
                    <a:pt x="202" y="0"/>
                  </a:moveTo>
                  <a:cubicBezTo>
                    <a:pt x="144" y="0"/>
                    <a:pt x="93" y="21"/>
                    <a:pt x="64" y="62"/>
                  </a:cubicBezTo>
                  <a:cubicBezTo>
                    <a:pt x="1" y="148"/>
                    <a:pt x="49" y="289"/>
                    <a:pt x="172" y="379"/>
                  </a:cubicBezTo>
                  <a:cubicBezTo>
                    <a:pt x="235" y="425"/>
                    <a:pt x="306" y="449"/>
                    <a:pt x="368" y="449"/>
                  </a:cubicBezTo>
                  <a:cubicBezTo>
                    <a:pt x="426" y="449"/>
                    <a:pt x="477" y="428"/>
                    <a:pt x="507" y="387"/>
                  </a:cubicBezTo>
                  <a:cubicBezTo>
                    <a:pt x="568" y="301"/>
                    <a:pt x="519" y="159"/>
                    <a:pt x="397" y="70"/>
                  </a:cubicBezTo>
                  <a:cubicBezTo>
                    <a:pt x="334" y="24"/>
                    <a:pt x="264" y="0"/>
                    <a:pt x="202" y="0"/>
                  </a:cubicBez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0" name="Google Shape;1410;p139"/>
            <p:cNvSpPr/>
            <p:nvPr/>
          </p:nvSpPr>
          <p:spPr>
            <a:xfrm>
              <a:off x="2567550" y="1396575"/>
              <a:ext cx="242125" cy="264050"/>
            </a:xfrm>
            <a:custGeom>
              <a:rect b="b" l="l" r="r" t="t"/>
              <a:pathLst>
                <a:path extrusionOk="0" h="10562" w="9685">
                  <a:moveTo>
                    <a:pt x="6366" y="0"/>
                  </a:moveTo>
                  <a:lnTo>
                    <a:pt x="0" y="3257"/>
                  </a:lnTo>
                  <a:lnTo>
                    <a:pt x="3313" y="10562"/>
                  </a:lnTo>
                  <a:lnTo>
                    <a:pt x="9684" y="7955"/>
                  </a:lnTo>
                  <a:lnTo>
                    <a:pt x="63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1" name="Google Shape;1411;p139"/>
            <p:cNvSpPr/>
            <p:nvPr/>
          </p:nvSpPr>
          <p:spPr>
            <a:xfrm>
              <a:off x="2657950" y="1558425"/>
              <a:ext cx="54925" cy="61950"/>
            </a:xfrm>
            <a:custGeom>
              <a:rect b="b" l="l" r="r" t="t"/>
              <a:pathLst>
                <a:path extrusionOk="0" h="2478" w="2197">
                  <a:moveTo>
                    <a:pt x="764" y="0"/>
                  </a:moveTo>
                  <a:cubicBezTo>
                    <a:pt x="666" y="0"/>
                    <a:pt x="573" y="22"/>
                    <a:pt x="487" y="67"/>
                  </a:cubicBezTo>
                  <a:cubicBezTo>
                    <a:pt x="66" y="287"/>
                    <a:pt x="0" y="989"/>
                    <a:pt x="338" y="1636"/>
                  </a:cubicBezTo>
                  <a:cubicBezTo>
                    <a:pt x="608" y="2152"/>
                    <a:pt x="1052" y="2477"/>
                    <a:pt x="1434" y="2477"/>
                  </a:cubicBezTo>
                  <a:cubicBezTo>
                    <a:pt x="1532" y="2477"/>
                    <a:pt x="1625" y="2456"/>
                    <a:pt x="1711" y="2412"/>
                  </a:cubicBezTo>
                  <a:cubicBezTo>
                    <a:pt x="2130" y="2191"/>
                    <a:pt x="2196" y="1490"/>
                    <a:pt x="1860" y="841"/>
                  </a:cubicBezTo>
                  <a:cubicBezTo>
                    <a:pt x="1591" y="326"/>
                    <a:pt x="1147" y="0"/>
                    <a:pt x="764" y="0"/>
                  </a:cubicBez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2" name="Google Shape;1412;p139"/>
            <p:cNvSpPr/>
            <p:nvPr/>
          </p:nvSpPr>
          <p:spPr>
            <a:xfrm>
              <a:off x="2697450" y="1590900"/>
              <a:ext cx="18775" cy="13875"/>
            </a:xfrm>
            <a:custGeom>
              <a:rect b="b" l="l" r="r" t="t"/>
              <a:pathLst>
                <a:path extrusionOk="0" h="555" w="751">
                  <a:moveTo>
                    <a:pt x="231" y="0"/>
                  </a:moveTo>
                  <a:lnTo>
                    <a:pt x="1" y="554"/>
                  </a:lnTo>
                  <a:lnTo>
                    <a:pt x="751" y="350"/>
                  </a:lnTo>
                  <a:lnTo>
                    <a:pt x="231" y="0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3" name="Google Shape;1413;p139"/>
            <p:cNvSpPr/>
            <p:nvPr/>
          </p:nvSpPr>
          <p:spPr>
            <a:xfrm>
              <a:off x="2660925" y="1559500"/>
              <a:ext cx="42175" cy="42100"/>
            </a:xfrm>
            <a:custGeom>
              <a:rect b="b" l="l" r="r" t="t"/>
              <a:pathLst>
                <a:path extrusionOk="0" h="1684" w="1687">
                  <a:moveTo>
                    <a:pt x="707" y="0"/>
                  </a:moveTo>
                  <a:cubicBezTo>
                    <a:pt x="614" y="0"/>
                    <a:pt x="522" y="21"/>
                    <a:pt x="438" y="65"/>
                  </a:cubicBezTo>
                  <a:cubicBezTo>
                    <a:pt x="96" y="244"/>
                    <a:pt x="0" y="737"/>
                    <a:pt x="223" y="1166"/>
                  </a:cubicBezTo>
                  <a:cubicBezTo>
                    <a:pt x="391" y="1489"/>
                    <a:pt x="693" y="1684"/>
                    <a:pt x="978" y="1684"/>
                  </a:cubicBezTo>
                  <a:cubicBezTo>
                    <a:pt x="1072" y="1684"/>
                    <a:pt x="1164" y="1663"/>
                    <a:pt x="1248" y="1618"/>
                  </a:cubicBezTo>
                  <a:cubicBezTo>
                    <a:pt x="1592" y="1439"/>
                    <a:pt x="1686" y="947"/>
                    <a:pt x="1463" y="518"/>
                  </a:cubicBezTo>
                  <a:cubicBezTo>
                    <a:pt x="1295" y="195"/>
                    <a:pt x="992" y="0"/>
                    <a:pt x="7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4" name="Google Shape;1414;p139"/>
            <p:cNvSpPr/>
            <p:nvPr/>
          </p:nvSpPr>
          <p:spPr>
            <a:xfrm>
              <a:off x="2694450" y="1584775"/>
              <a:ext cx="23325" cy="14800"/>
            </a:xfrm>
            <a:custGeom>
              <a:rect b="b" l="l" r="r" t="t"/>
              <a:pathLst>
                <a:path extrusionOk="0" h="592" w="933">
                  <a:moveTo>
                    <a:pt x="217" y="0"/>
                  </a:moveTo>
                  <a:lnTo>
                    <a:pt x="0" y="522"/>
                  </a:lnTo>
                  <a:lnTo>
                    <a:pt x="932" y="592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5" name="Google Shape;1415;p139"/>
            <p:cNvSpPr/>
            <p:nvPr/>
          </p:nvSpPr>
          <p:spPr>
            <a:xfrm>
              <a:off x="2667650" y="1563725"/>
              <a:ext cx="29900" cy="29775"/>
            </a:xfrm>
            <a:custGeom>
              <a:rect b="b" l="l" r="r" t="t"/>
              <a:pathLst>
                <a:path extrusionOk="0" h="1191" w="1196">
                  <a:moveTo>
                    <a:pt x="502" y="1"/>
                  </a:moveTo>
                  <a:cubicBezTo>
                    <a:pt x="436" y="1"/>
                    <a:pt x="372" y="15"/>
                    <a:pt x="312" y="46"/>
                  </a:cubicBezTo>
                  <a:cubicBezTo>
                    <a:pt x="70" y="174"/>
                    <a:pt x="0" y="520"/>
                    <a:pt x="160" y="825"/>
                  </a:cubicBezTo>
                  <a:cubicBezTo>
                    <a:pt x="279" y="1053"/>
                    <a:pt x="493" y="1190"/>
                    <a:pt x="695" y="1190"/>
                  </a:cubicBezTo>
                  <a:cubicBezTo>
                    <a:pt x="761" y="1190"/>
                    <a:pt x="825" y="1176"/>
                    <a:pt x="885" y="1144"/>
                  </a:cubicBezTo>
                  <a:cubicBezTo>
                    <a:pt x="1128" y="1019"/>
                    <a:pt x="1195" y="669"/>
                    <a:pt x="1037" y="367"/>
                  </a:cubicBezTo>
                  <a:cubicBezTo>
                    <a:pt x="918" y="138"/>
                    <a:pt x="704" y="1"/>
                    <a:pt x="502" y="1"/>
                  </a:cubicBez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6" name="Google Shape;1416;p139"/>
            <p:cNvSpPr/>
            <p:nvPr/>
          </p:nvSpPr>
          <p:spPr>
            <a:xfrm>
              <a:off x="2669325" y="1568050"/>
              <a:ext cx="29800" cy="29800"/>
            </a:xfrm>
            <a:custGeom>
              <a:rect b="b" l="l" r="r" t="t"/>
              <a:pathLst>
                <a:path extrusionOk="0" h="1192" w="1192">
                  <a:moveTo>
                    <a:pt x="500" y="1"/>
                  </a:moveTo>
                  <a:cubicBezTo>
                    <a:pt x="434" y="1"/>
                    <a:pt x="369" y="16"/>
                    <a:pt x="310" y="47"/>
                  </a:cubicBezTo>
                  <a:cubicBezTo>
                    <a:pt x="68" y="174"/>
                    <a:pt x="0" y="521"/>
                    <a:pt x="158" y="825"/>
                  </a:cubicBezTo>
                  <a:cubicBezTo>
                    <a:pt x="277" y="1054"/>
                    <a:pt x="491" y="1191"/>
                    <a:pt x="693" y="1191"/>
                  </a:cubicBezTo>
                  <a:cubicBezTo>
                    <a:pt x="759" y="1191"/>
                    <a:pt x="823" y="1177"/>
                    <a:pt x="882" y="1146"/>
                  </a:cubicBezTo>
                  <a:cubicBezTo>
                    <a:pt x="1124" y="1019"/>
                    <a:pt x="1191" y="671"/>
                    <a:pt x="1034" y="367"/>
                  </a:cubicBezTo>
                  <a:cubicBezTo>
                    <a:pt x="915" y="139"/>
                    <a:pt x="701" y="1"/>
                    <a:pt x="500" y="1"/>
                  </a:cubicBez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7" name="Google Shape;1417;p139"/>
            <p:cNvSpPr/>
            <p:nvPr/>
          </p:nvSpPr>
          <p:spPr>
            <a:xfrm>
              <a:off x="2424450" y="1701500"/>
              <a:ext cx="30350" cy="26625"/>
            </a:xfrm>
            <a:custGeom>
              <a:rect b="b" l="l" r="r" t="t"/>
              <a:pathLst>
                <a:path extrusionOk="0" h="1065" w="1214">
                  <a:moveTo>
                    <a:pt x="605" y="1"/>
                  </a:moveTo>
                  <a:cubicBezTo>
                    <a:pt x="532" y="1"/>
                    <a:pt x="457" y="16"/>
                    <a:pt x="386" y="48"/>
                  </a:cubicBezTo>
                  <a:cubicBezTo>
                    <a:pt x="118" y="170"/>
                    <a:pt x="1" y="486"/>
                    <a:pt x="123" y="754"/>
                  </a:cubicBezTo>
                  <a:cubicBezTo>
                    <a:pt x="212" y="949"/>
                    <a:pt x="406" y="1064"/>
                    <a:pt x="608" y="1064"/>
                  </a:cubicBezTo>
                  <a:cubicBezTo>
                    <a:pt x="682" y="1064"/>
                    <a:pt x="757" y="1049"/>
                    <a:pt x="828" y="1016"/>
                  </a:cubicBezTo>
                  <a:cubicBezTo>
                    <a:pt x="1095" y="894"/>
                    <a:pt x="1213" y="578"/>
                    <a:pt x="1092" y="312"/>
                  </a:cubicBezTo>
                  <a:cubicBezTo>
                    <a:pt x="1001" y="116"/>
                    <a:pt x="807" y="1"/>
                    <a:pt x="605" y="1"/>
                  </a:cubicBez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8" name="Google Shape;1418;p139"/>
            <p:cNvSpPr/>
            <p:nvPr/>
          </p:nvSpPr>
          <p:spPr>
            <a:xfrm>
              <a:off x="2427800" y="1704425"/>
              <a:ext cx="23625" cy="20775"/>
            </a:xfrm>
            <a:custGeom>
              <a:rect b="b" l="l" r="r" t="t"/>
              <a:pathLst>
                <a:path extrusionOk="0" h="831" w="945">
                  <a:moveTo>
                    <a:pt x="473" y="0"/>
                  </a:moveTo>
                  <a:cubicBezTo>
                    <a:pt x="415" y="0"/>
                    <a:pt x="356" y="13"/>
                    <a:pt x="301" y="39"/>
                  </a:cubicBezTo>
                  <a:cubicBezTo>
                    <a:pt x="93" y="133"/>
                    <a:pt x="0" y="381"/>
                    <a:pt x="96" y="588"/>
                  </a:cubicBezTo>
                  <a:cubicBezTo>
                    <a:pt x="166" y="740"/>
                    <a:pt x="316" y="830"/>
                    <a:pt x="473" y="830"/>
                  </a:cubicBezTo>
                  <a:cubicBezTo>
                    <a:pt x="531" y="830"/>
                    <a:pt x="591" y="818"/>
                    <a:pt x="647" y="792"/>
                  </a:cubicBezTo>
                  <a:cubicBezTo>
                    <a:pt x="853" y="697"/>
                    <a:pt x="945" y="451"/>
                    <a:pt x="850" y="243"/>
                  </a:cubicBezTo>
                  <a:cubicBezTo>
                    <a:pt x="780" y="92"/>
                    <a:pt x="630" y="0"/>
                    <a:pt x="4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9" name="Google Shape;1419;p139"/>
            <p:cNvSpPr/>
            <p:nvPr/>
          </p:nvSpPr>
          <p:spPr>
            <a:xfrm>
              <a:off x="2567550" y="1396575"/>
              <a:ext cx="166325" cy="264050"/>
            </a:xfrm>
            <a:custGeom>
              <a:rect b="b" l="l" r="r" t="t"/>
              <a:pathLst>
                <a:path extrusionOk="0" h="10562" w="6653">
                  <a:moveTo>
                    <a:pt x="6366" y="0"/>
                  </a:moveTo>
                  <a:lnTo>
                    <a:pt x="0" y="3257"/>
                  </a:lnTo>
                  <a:lnTo>
                    <a:pt x="3313" y="10562"/>
                  </a:lnTo>
                  <a:lnTo>
                    <a:pt x="3625" y="10400"/>
                  </a:lnTo>
                  <a:lnTo>
                    <a:pt x="850" y="3713"/>
                  </a:lnTo>
                  <a:lnTo>
                    <a:pt x="6652" y="644"/>
                  </a:lnTo>
                  <a:lnTo>
                    <a:pt x="6366" y="0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0" name="Google Shape;1420;p139"/>
            <p:cNvSpPr/>
            <p:nvPr/>
          </p:nvSpPr>
          <p:spPr>
            <a:xfrm>
              <a:off x="2718250" y="1395675"/>
              <a:ext cx="51550" cy="106025"/>
            </a:xfrm>
            <a:custGeom>
              <a:rect b="b" l="l" r="r" t="t"/>
              <a:pathLst>
                <a:path extrusionOk="0" h="4241" w="2062">
                  <a:moveTo>
                    <a:pt x="365" y="0"/>
                  </a:moveTo>
                  <a:lnTo>
                    <a:pt x="0" y="218"/>
                  </a:lnTo>
                  <a:lnTo>
                    <a:pt x="1711" y="4240"/>
                  </a:lnTo>
                  <a:lnTo>
                    <a:pt x="2062" y="4157"/>
                  </a:lnTo>
                  <a:lnTo>
                    <a:pt x="365" y="0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1" name="Google Shape;1421;p139"/>
            <p:cNvSpPr/>
            <p:nvPr/>
          </p:nvSpPr>
          <p:spPr>
            <a:xfrm>
              <a:off x="2343325" y="1386175"/>
              <a:ext cx="405175" cy="335125"/>
            </a:xfrm>
            <a:custGeom>
              <a:rect b="b" l="l" r="r" t="t"/>
              <a:pathLst>
                <a:path extrusionOk="0" h="13405" w="16207">
                  <a:moveTo>
                    <a:pt x="16015" y="1"/>
                  </a:moveTo>
                  <a:lnTo>
                    <a:pt x="9042" y="3786"/>
                  </a:lnTo>
                  <a:lnTo>
                    <a:pt x="10106" y="6504"/>
                  </a:lnTo>
                  <a:lnTo>
                    <a:pt x="1" y="12935"/>
                  </a:lnTo>
                  <a:lnTo>
                    <a:pt x="500" y="13404"/>
                  </a:lnTo>
                  <a:lnTo>
                    <a:pt x="10666" y="6713"/>
                  </a:lnTo>
                  <a:lnTo>
                    <a:pt x="9519" y="3983"/>
                  </a:lnTo>
                  <a:lnTo>
                    <a:pt x="16207" y="586"/>
                  </a:lnTo>
                  <a:lnTo>
                    <a:pt x="16015" y="1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2" name="Google Shape;1422;p139"/>
            <p:cNvSpPr/>
            <p:nvPr/>
          </p:nvSpPr>
          <p:spPr>
            <a:xfrm>
              <a:off x="2334225" y="1380575"/>
              <a:ext cx="412650" cy="337825"/>
            </a:xfrm>
            <a:custGeom>
              <a:rect b="b" l="l" r="r" t="t"/>
              <a:pathLst>
                <a:path extrusionOk="0" h="13513" w="16506">
                  <a:moveTo>
                    <a:pt x="16329" y="0"/>
                  </a:moveTo>
                  <a:lnTo>
                    <a:pt x="9214" y="3908"/>
                  </a:lnTo>
                  <a:lnTo>
                    <a:pt x="10314" y="6671"/>
                  </a:lnTo>
                  <a:lnTo>
                    <a:pt x="1" y="13041"/>
                  </a:lnTo>
                  <a:lnTo>
                    <a:pt x="501" y="13512"/>
                  </a:lnTo>
                  <a:lnTo>
                    <a:pt x="10664" y="6820"/>
                  </a:lnTo>
                  <a:lnTo>
                    <a:pt x="9519" y="4089"/>
                  </a:lnTo>
                  <a:lnTo>
                    <a:pt x="16505" y="557"/>
                  </a:lnTo>
                  <a:lnTo>
                    <a:pt x="1632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3" name="Google Shape;1423;p139"/>
            <p:cNvSpPr/>
            <p:nvPr/>
          </p:nvSpPr>
          <p:spPr>
            <a:xfrm>
              <a:off x="2653225" y="1409525"/>
              <a:ext cx="39325" cy="21600"/>
            </a:xfrm>
            <a:custGeom>
              <a:rect b="b" l="l" r="r" t="t"/>
              <a:pathLst>
                <a:path extrusionOk="0" h="864" w="1573">
                  <a:moveTo>
                    <a:pt x="1412" y="0"/>
                  </a:moveTo>
                  <a:lnTo>
                    <a:pt x="0" y="697"/>
                  </a:lnTo>
                  <a:lnTo>
                    <a:pt x="258" y="863"/>
                  </a:lnTo>
                  <a:lnTo>
                    <a:pt x="1572" y="238"/>
                  </a:lnTo>
                  <a:lnTo>
                    <a:pt x="1412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4" name="Google Shape;1424;p139"/>
            <p:cNvSpPr/>
            <p:nvPr/>
          </p:nvSpPr>
          <p:spPr>
            <a:xfrm>
              <a:off x="2798150" y="1350575"/>
              <a:ext cx="119750" cy="76075"/>
            </a:xfrm>
            <a:custGeom>
              <a:rect b="b" l="l" r="r" t="t"/>
              <a:pathLst>
                <a:path extrusionOk="0" h="3043" w="4790">
                  <a:moveTo>
                    <a:pt x="3760" y="0"/>
                  </a:moveTo>
                  <a:lnTo>
                    <a:pt x="1" y="1723"/>
                  </a:lnTo>
                  <a:lnTo>
                    <a:pt x="589" y="2898"/>
                  </a:lnTo>
                  <a:lnTo>
                    <a:pt x="4789" y="3042"/>
                  </a:lnTo>
                  <a:lnTo>
                    <a:pt x="3760" y="0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5" name="Google Shape;1425;p139"/>
            <p:cNvSpPr/>
            <p:nvPr/>
          </p:nvSpPr>
          <p:spPr>
            <a:xfrm>
              <a:off x="2776750" y="1361250"/>
              <a:ext cx="57800" cy="103875"/>
            </a:xfrm>
            <a:custGeom>
              <a:rect b="b" l="l" r="r" t="t"/>
              <a:pathLst>
                <a:path extrusionOk="0" h="4155" w="2312">
                  <a:moveTo>
                    <a:pt x="522" y="0"/>
                  </a:moveTo>
                  <a:lnTo>
                    <a:pt x="1" y="160"/>
                  </a:lnTo>
                  <a:lnTo>
                    <a:pt x="1776" y="4154"/>
                  </a:lnTo>
                  <a:lnTo>
                    <a:pt x="2311" y="3910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EAC4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6" name="Google Shape;1426;p139"/>
            <p:cNvSpPr/>
            <p:nvPr/>
          </p:nvSpPr>
          <p:spPr>
            <a:xfrm>
              <a:off x="2839250" y="1222100"/>
              <a:ext cx="108775" cy="269400"/>
            </a:xfrm>
            <a:custGeom>
              <a:rect b="b" l="l" r="r" t="t"/>
              <a:pathLst>
                <a:path extrusionOk="0" h="10776" w="4351">
                  <a:moveTo>
                    <a:pt x="815" y="0"/>
                  </a:moveTo>
                  <a:lnTo>
                    <a:pt x="0" y="407"/>
                  </a:lnTo>
                  <a:lnTo>
                    <a:pt x="3823" y="10775"/>
                  </a:lnTo>
                  <a:lnTo>
                    <a:pt x="4351" y="10506"/>
                  </a:lnTo>
                  <a:lnTo>
                    <a:pt x="815" y="0"/>
                  </a:lnTo>
                  <a:close/>
                </a:path>
              </a:pathLst>
            </a:custGeom>
            <a:solidFill>
              <a:srgbClr val="EAC4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7" name="Google Shape;1427;p139"/>
            <p:cNvSpPr/>
            <p:nvPr/>
          </p:nvSpPr>
          <p:spPr>
            <a:xfrm>
              <a:off x="2844875" y="1221375"/>
              <a:ext cx="65375" cy="155675"/>
            </a:xfrm>
            <a:custGeom>
              <a:rect b="b" l="l" r="r" t="t"/>
              <a:pathLst>
                <a:path extrusionOk="0" h="6227" w="2615">
                  <a:moveTo>
                    <a:pt x="576" y="1"/>
                  </a:moveTo>
                  <a:lnTo>
                    <a:pt x="0" y="318"/>
                  </a:lnTo>
                  <a:lnTo>
                    <a:pt x="2279" y="6226"/>
                  </a:lnTo>
                  <a:lnTo>
                    <a:pt x="2614" y="6053"/>
                  </a:lnTo>
                  <a:lnTo>
                    <a:pt x="576" y="1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8" name="Google Shape;1428;p139"/>
            <p:cNvSpPr/>
            <p:nvPr/>
          </p:nvSpPr>
          <p:spPr>
            <a:xfrm>
              <a:off x="2361250" y="1601275"/>
              <a:ext cx="267875" cy="180525"/>
            </a:xfrm>
            <a:custGeom>
              <a:rect b="b" l="l" r="r" t="t"/>
              <a:pathLst>
                <a:path extrusionOk="0" h="7221" w="10715">
                  <a:moveTo>
                    <a:pt x="9048" y="0"/>
                  </a:moveTo>
                  <a:lnTo>
                    <a:pt x="1" y="4998"/>
                  </a:lnTo>
                  <a:lnTo>
                    <a:pt x="2172" y="7221"/>
                  </a:lnTo>
                  <a:lnTo>
                    <a:pt x="2685" y="6985"/>
                  </a:lnTo>
                  <a:lnTo>
                    <a:pt x="4908" y="5968"/>
                  </a:lnTo>
                  <a:lnTo>
                    <a:pt x="10714" y="3286"/>
                  </a:lnTo>
                  <a:lnTo>
                    <a:pt x="9048" y="0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9" name="Google Shape;1429;p139"/>
            <p:cNvSpPr/>
            <p:nvPr/>
          </p:nvSpPr>
          <p:spPr>
            <a:xfrm>
              <a:off x="2790550" y="1392800"/>
              <a:ext cx="30350" cy="39900"/>
            </a:xfrm>
            <a:custGeom>
              <a:rect b="b" l="l" r="r" t="t"/>
              <a:pathLst>
                <a:path extrusionOk="0" h="1596" w="1214">
                  <a:moveTo>
                    <a:pt x="508" y="1"/>
                  </a:moveTo>
                  <a:lnTo>
                    <a:pt x="0" y="194"/>
                  </a:lnTo>
                  <a:lnTo>
                    <a:pt x="674" y="1595"/>
                  </a:lnTo>
                  <a:lnTo>
                    <a:pt x="1214" y="1361"/>
                  </a:lnTo>
                  <a:lnTo>
                    <a:pt x="508" y="1"/>
                  </a:lnTo>
                  <a:close/>
                </a:path>
              </a:pathLst>
            </a:custGeom>
            <a:solidFill>
              <a:srgbClr val="9E8C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0" name="Google Shape;1430;p139"/>
            <p:cNvSpPr/>
            <p:nvPr/>
          </p:nvSpPr>
          <p:spPr>
            <a:xfrm>
              <a:off x="2575600" y="1602100"/>
              <a:ext cx="52675" cy="59125"/>
            </a:xfrm>
            <a:custGeom>
              <a:rect b="b" l="l" r="r" t="t"/>
              <a:pathLst>
                <a:path extrusionOk="0" h="2365" w="2107">
                  <a:moveTo>
                    <a:pt x="736" y="1"/>
                  </a:moveTo>
                  <a:cubicBezTo>
                    <a:pt x="642" y="1"/>
                    <a:pt x="551" y="21"/>
                    <a:pt x="468" y="65"/>
                  </a:cubicBezTo>
                  <a:cubicBezTo>
                    <a:pt x="66" y="275"/>
                    <a:pt x="0" y="947"/>
                    <a:pt x="322" y="1564"/>
                  </a:cubicBezTo>
                  <a:cubicBezTo>
                    <a:pt x="578" y="2055"/>
                    <a:pt x="1003" y="2365"/>
                    <a:pt x="1369" y="2365"/>
                  </a:cubicBezTo>
                  <a:cubicBezTo>
                    <a:pt x="1464" y="2365"/>
                    <a:pt x="1555" y="2344"/>
                    <a:pt x="1638" y="2301"/>
                  </a:cubicBezTo>
                  <a:cubicBezTo>
                    <a:pt x="2042" y="2092"/>
                    <a:pt x="2106" y="1419"/>
                    <a:pt x="1784" y="802"/>
                  </a:cubicBezTo>
                  <a:cubicBezTo>
                    <a:pt x="1528" y="311"/>
                    <a:pt x="1103" y="1"/>
                    <a:pt x="736" y="1"/>
                  </a:cubicBez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1" name="Google Shape;1431;p139"/>
            <p:cNvSpPr/>
            <p:nvPr/>
          </p:nvSpPr>
          <p:spPr>
            <a:xfrm>
              <a:off x="2603675" y="1597950"/>
              <a:ext cx="12775" cy="18300"/>
            </a:xfrm>
            <a:custGeom>
              <a:rect b="b" l="l" r="r" t="t"/>
              <a:pathLst>
                <a:path extrusionOk="0" h="732" w="511">
                  <a:moveTo>
                    <a:pt x="372" y="0"/>
                  </a:moveTo>
                  <a:lnTo>
                    <a:pt x="1" y="470"/>
                  </a:lnTo>
                  <a:lnTo>
                    <a:pt x="511" y="732"/>
                  </a:lnTo>
                  <a:lnTo>
                    <a:pt x="372" y="0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2" name="Google Shape;1432;p139"/>
            <p:cNvSpPr/>
            <p:nvPr/>
          </p:nvSpPr>
          <p:spPr>
            <a:xfrm>
              <a:off x="2578525" y="1603125"/>
              <a:ext cx="40550" cy="40425"/>
            </a:xfrm>
            <a:custGeom>
              <a:rect b="b" l="l" r="r" t="t"/>
              <a:pathLst>
                <a:path extrusionOk="0" h="1617" w="1622">
                  <a:moveTo>
                    <a:pt x="679" y="0"/>
                  </a:moveTo>
                  <a:cubicBezTo>
                    <a:pt x="590" y="0"/>
                    <a:pt x="502" y="20"/>
                    <a:pt x="421" y="62"/>
                  </a:cubicBezTo>
                  <a:cubicBezTo>
                    <a:pt x="92" y="234"/>
                    <a:pt x="1" y="707"/>
                    <a:pt x="215" y="1119"/>
                  </a:cubicBezTo>
                  <a:cubicBezTo>
                    <a:pt x="377" y="1429"/>
                    <a:pt x="668" y="1616"/>
                    <a:pt x="942" y="1616"/>
                  </a:cubicBezTo>
                  <a:cubicBezTo>
                    <a:pt x="1031" y="1616"/>
                    <a:pt x="1119" y="1596"/>
                    <a:pt x="1200" y="1554"/>
                  </a:cubicBezTo>
                  <a:cubicBezTo>
                    <a:pt x="1528" y="1382"/>
                    <a:pt x="1621" y="910"/>
                    <a:pt x="1406" y="498"/>
                  </a:cubicBezTo>
                  <a:cubicBezTo>
                    <a:pt x="1244" y="188"/>
                    <a:pt x="953" y="0"/>
                    <a:pt x="6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3" name="Google Shape;1433;p139"/>
            <p:cNvSpPr/>
            <p:nvPr/>
          </p:nvSpPr>
          <p:spPr>
            <a:xfrm>
              <a:off x="2585075" y="1607675"/>
              <a:ext cx="28650" cy="28575"/>
            </a:xfrm>
            <a:custGeom>
              <a:rect b="b" l="l" r="r" t="t"/>
              <a:pathLst>
                <a:path extrusionOk="0" h="1143" w="1146">
                  <a:moveTo>
                    <a:pt x="480" y="1"/>
                  </a:moveTo>
                  <a:cubicBezTo>
                    <a:pt x="416" y="1"/>
                    <a:pt x="354" y="15"/>
                    <a:pt x="297" y="45"/>
                  </a:cubicBezTo>
                  <a:cubicBezTo>
                    <a:pt x="65" y="167"/>
                    <a:pt x="1" y="502"/>
                    <a:pt x="151" y="792"/>
                  </a:cubicBezTo>
                  <a:cubicBezTo>
                    <a:pt x="265" y="1012"/>
                    <a:pt x="471" y="1143"/>
                    <a:pt x="665" y="1143"/>
                  </a:cubicBezTo>
                  <a:cubicBezTo>
                    <a:pt x="728" y="1143"/>
                    <a:pt x="790" y="1129"/>
                    <a:pt x="847" y="1100"/>
                  </a:cubicBezTo>
                  <a:cubicBezTo>
                    <a:pt x="1081" y="980"/>
                    <a:pt x="1146" y="645"/>
                    <a:pt x="994" y="353"/>
                  </a:cubicBezTo>
                  <a:cubicBezTo>
                    <a:pt x="879" y="134"/>
                    <a:pt x="674" y="1"/>
                    <a:pt x="480" y="1"/>
                  </a:cubicBez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p139"/>
            <p:cNvSpPr/>
            <p:nvPr/>
          </p:nvSpPr>
          <p:spPr>
            <a:xfrm>
              <a:off x="2586725" y="1611425"/>
              <a:ext cx="28750" cy="28550"/>
            </a:xfrm>
            <a:custGeom>
              <a:rect b="b" l="l" r="r" t="t"/>
              <a:pathLst>
                <a:path extrusionOk="0" h="1142" w="1150">
                  <a:moveTo>
                    <a:pt x="482" y="0"/>
                  </a:moveTo>
                  <a:cubicBezTo>
                    <a:pt x="419" y="0"/>
                    <a:pt x="357" y="14"/>
                    <a:pt x="300" y="44"/>
                  </a:cubicBezTo>
                  <a:cubicBezTo>
                    <a:pt x="66" y="166"/>
                    <a:pt x="0" y="501"/>
                    <a:pt x="152" y="790"/>
                  </a:cubicBezTo>
                  <a:cubicBezTo>
                    <a:pt x="268" y="1010"/>
                    <a:pt x="472" y="1142"/>
                    <a:pt x="666" y="1142"/>
                  </a:cubicBezTo>
                  <a:cubicBezTo>
                    <a:pt x="729" y="1142"/>
                    <a:pt x="792" y="1128"/>
                    <a:pt x="849" y="1097"/>
                  </a:cubicBezTo>
                  <a:cubicBezTo>
                    <a:pt x="1083" y="979"/>
                    <a:pt x="1150" y="644"/>
                    <a:pt x="995" y="352"/>
                  </a:cubicBezTo>
                  <a:cubicBezTo>
                    <a:pt x="881" y="132"/>
                    <a:pt x="676" y="0"/>
                    <a:pt x="482" y="0"/>
                  </a:cubicBez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5" name="Google Shape;1435;p139"/>
            <p:cNvSpPr/>
            <p:nvPr/>
          </p:nvSpPr>
          <p:spPr>
            <a:xfrm>
              <a:off x="2601675" y="1596400"/>
              <a:ext cx="11350" cy="17525"/>
            </a:xfrm>
            <a:custGeom>
              <a:rect b="b" l="l" r="r" t="t"/>
              <a:pathLst>
                <a:path extrusionOk="0" h="701" w="454">
                  <a:moveTo>
                    <a:pt x="453" y="1"/>
                  </a:moveTo>
                  <a:lnTo>
                    <a:pt x="1" y="359"/>
                  </a:lnTo>
                  <a:lnTo>
                    <a:pt x="367" y="701"/>
                  </a:lnTo>
                  <a:lnTo>
                    <a:pt x="45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36" name="Google Shape;1436;p139"/>
          <p:cNvSpPr/>
          <p:nvPr/>
        </p:nvSpPr>
        <p:spPr>
          <a:xfrm>
            <a:off x="3052600" y="1657431"/>
            <a:ext cx="171587" cy="159791"/>
          </a:xfrm>
          <a:custGeom>
            <a:rect b="b" l="l" r="r" t="t"/>
            <a:pathLst>
              <a:path extrusionOk="0" h="3495" w="3753">
                <a:moveTo>
                  <a:pt x="3086" y="0"/>
                </a:moveTo>
                <a:lnTo>
                  <a:pt x="1984" y="942"/>
                </a:lnTo>
                <a:lnTo>
                  <a:pt x="960" y="185"/>
                </a:lnTo>
                <a:lnTo>
                  <a:pt x="960" y="185"/>
                </a:lnTo>
                <a:lnTo>
                  <a:pt x="1368" y="1344"/>
                </a:lnTo>
                <a:lnTo>
                  <a:pt x="1" y="2517"/>
                </a:lnTo>
                <a:lnTo>
                  <a:pt x="1616" y="2193"/>
                </a:lnTo>
                <a:lnTo>
                  <a:pt x="2135" y="3494"/>
                </a:lnTo>
                <a:lnTo>
                  <a:pt x="2316" y="2258"/>
                </a:lnTo>
                <a:lnTo>
                  <a:pt x="3753" y="2366"/>
                </a:lnTo>
                <a:lnTo>
                  <a:pt x="3753" y="2366"/>
                </a:lnTo>
                <a:lnTo>
                  <a:pt x="2518" y="1399"/>
                </a:lnTo>
                <a:lnTo>
                  <a:pt x="3086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7" name="Google Shape;1437;p139"/>
          <p:cNvSpPr/>
          <p:nvPr/>
        </p:nvSpPr>
        <p:spPr>
          <a:xfrm>
            <a:off x="7658030" y="1381438"/>
            <a:ext cx="161712" cy="174376"/>
          </a:xfrm>
          <a:custGeom>
            <a:rect b="b" l="l" r="r" t="t"/>
            <a:pathLst>
              <a:path extrusionOk="0" h="3814" w="3537">
                <a:moveTo>
                  <a:pt x="1657" y="0"/>
                </a:moveTo>
                <a:lnTo>
                  <a:pt x="1270" y="1397"/>
                </a:lnTo>
                <a:lnTo>
                  <a:pt x="0" y="1344"/>
                </a:lnTo>
                <a:lnTo>
                  <a:pt x="0" y="1344"/>
                </a:lnTo>
                <a:lnTo>
                  <a:pt x="988" y="2076"/>
                </a:lnTo>
                <a:lnTo>
                  <a:pt x="512" y="3814"/>
                </a:lnTo>
                <a:lnTo>
                  <a:pt x="1668" y="2640"/>
                </a:lnTo>
                <a:lnTo>
                  <a:pt x="2829" y="3427"/>
                </a:lnTo>
                <a:lnTo>
                  <a:pt x="2284" y="2299"/>
                </a:lnTo>
                <a:lnTo>
                  <a:pt x="3536" y="1586"/>
                </a:lnTo>
                <a:lnTo>
                  <a:pt x="1970" y="1476"/>
                </a:lnTo>
                <a:lnTo>
                  <a:pt x="1657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8" name="Google Shape;1438;p139"/>
          <p:cNvSpPr/>
          <p:nvPr/>
        </p:nvSpPr>
        <p:spPr>
          <a:xfrm>
            <a:off x="825100" y="1705856"/>
            <a:ext cx="171587" cy="159791"/>
          </a:xfrm>
          <a:custGeom>
            <a:rect b="b" l="l" r="r" t="t"/>
            <a:pathLst>
              <a:path extrusionOk="0" h="3495" w="3753">
                <a:moveTo>
                  <a:pt x="3086" y="0"/>
                </a:moveTo>
                <a:lnTo>
                  <a:pt x="1984" y="942"/>
                </a:lnTo>
                <a:lnTo>
                  <a:pt x="960" y="185"/>
                </a:lnTo>
                <a:lnTo>
                  <a:pt x="960" y="185"/>
                </a:lnTo>
                <a:lnTo>
                  <a:pt x="1368" y="1344"/>
                </a:lnTo>
                <a:lnTo>
                  <a:pt x="1" y="2517"/>
                </a:lnTo>
                <a:lnTo>
                  <a:pt x="1616" y="2193"/>
                </a:lnTo>
                <a:lnTo>
                  <a:pt x="2135" y="3494"/>
                </a:lnTo>
                <a:lnTo>
                  <a:pt x="2316" y="2258"/>
                </a:lnTo>
                <a:lnTo>
                  <a:pt x="3753" y="2366"/>
                </a:lnTo>
                <a:lnTo>
                  <a:pt x="3753" y="2366"/>
                </a:lnTo>
                <a:lnTo>
                  <a:pt x="2518" y="1399"/>
                </a:lnTo>
                <a:lnTo>
                  <a:pt x="3086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9" name="Google Shape;1439;p139"/>
          <p:cNvSpPr/>
          <p:nvPr/>
        </p:nvSpPr>
        <p:spPr>
          <a:xfrm>
            <a:off x="2124475" y="3634731"/>
            <a:ext cx="171587" cy="159791"/>
          </a:xfrm>
          <a:custGeom>
            <a:rect b="b" l="l" r="r" t="t"/>
            <a:pathLst>
              <a:path extrusionOk="0" h="3495" w="3753">
                <a:moveTo>
                  <a:pt x="3086" y="0"/>
                </a:moveTo>
                <a:lnTo>
                  <a:pt x="1984" y="942"/>
                </a:lnTo>
                <a:lnTo>
                  <a:pt x="960" y="185"/>
                </a:lnTo>
                <a:lnTo>
                  <a:pt x="960" y="185"/>
                </a:lnTo>
                <a:lnTo>
                  <a:pt x="1368" y="1344"/>
                </a:lnTo>
                <a:lnTo>
                  <a:pt x="1" y="2517"/>
                </a:lnTo>
                <a:lnTo>
                  <a:pt x="1616" y="2193"/>
                </a:lnTo>
                <a:lnTo>
                  <a:pt x="2135" y="3494"/>
                </a:lnTo>
                <a:lnTo>
                  <a:pt x="2316" y="2258"/>
                </a:lnTo>
                <a:lnTo>
                  <a:pt x="3753" y="2366"/>
                </a:lnTo>
                <a:lnTo>
                  <a:pt x="3753" y="2366"/>
                </a:lnTo>
                <a:lnTo>
                  <a:pt x="2518" y="1399"/>
                </a:lnTo>
                <a:lnTo>
                  <a:pt x="3086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0" name="Google Shape;1440;p139"/>
          <p:cNvSpPr/>
          <p:nvPr/>
        </p:nvSpPr>
        <p:spPr>
          <a:xfrm>
            <a:off x="3956500" y="2855544"/>
            <a:ext cx="171587" cy="159791"/>
          </a:xfrm>
          <a:custGeom>
            <a:rect b="b" l="l" r="r" t="t"/>
            <a:pathLst>
              <a:path extrusionOk="0" h="3495" w="3753">
                <a:moveTo>
                  <a:pt x="3086" y="0"/>
                </a:moveTo>
                <a:lnTo>
                  <a:pt x="1984" y="942"/>
                </a:lnTo>
                <a:lnTo>
                  <a:pt x="960" y="185"/>
                </a:lnTo>
                <a:lnTo>
                  <a:pt x="960" y="185"/>
                </a:lnTo>
                <a:lnTo>
                  <a:pt x="1368" y="1344"/>
                </a:lnTo>
                <a:lnTo>
                  <a:pt x="1" y="2517"/>
                </a:lnTo>
                <a:lnTo>
                  <a:pt x="1616" y="2193"/>
                </a:lnTo>
                <a:lnTo>
                  <a:pt x="2135" y="3494"/>
                </a:lnTo>
                <a:lnTo>
                  <a:pt x="2316" y="2258"/>
                </a:lnTo>
                <a:lnTo>
                  <a:pt x="3753" y="2366"/>
                </a:lnTo>
                <a:lnTo>
                  <a:pt x="3753" y="2366"/>
                </a:lnTo>
                <a:lnTo>
                  <a:pt x="2518" y="1399"/>
                </a:lnTo>
                <a:lnTo>
                  <a:pt x="3086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1" name="Google Shape;1441;p139"/>
          <p:cNvSpPr/>
          <p:nvPr/>
        </p:nvSpPr>
        <p:spPr>
          <a:xfrm>
            <a:off x="3415775" y="4275969"/>
            <a:ext cx="171587" cy="159791"/>
          </a:xfrm>
          <a:custGeom>
            <a:rect b="b" l="l" r="r" t="t"/>
            <a:pathLst>
              <a:path extrusionOk="0" h="3495" w="3753">
                <a:moveTo>
                  <a:pt x="3086" y="0"/>
                </a:moveTo>
                <a:lnTo>
                  <a:pt x="1984" y="942"/>
                </a:lnTo>
                <a:lnTo>
                  <a:pt x="960" y="185"/>
                </a:lnTo>
                <a:lnTo>
                  <a:pt x="960" y="185"/>
                </a:lnTo>
                <a:lnTo>
                  <a:pt x="1368" y="1344"/>
                </a:lnTo>
                <a:lnTo>
                  <a:pt x="1" y="2517"/>
                </a:lnTo>
                <a:lnTo>
                  <a:pt x="1616" y="2193"/>
                </a:lnTo>
                <a:lnTo>
                  <a:pt x="2135" y="3494"/>
                </a:lnTo>
                <a:lnTo>
                  <a:pt x="2316" y="2258"/>
                </a:lnTo>
                <a:lnTo>
                  <a:pt x="3753" y="2366"/>
                </a:lnTo>
                <a:lnTo>
                  <a:pt x="3753" y="2366"/>
                </a:lnTo>
                <a:lnTo>
                  <a:pt x="2518" y="1399"/>
                </a:lnTo>
                <a:lnTo>
                  <a:pt x="3086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2" name="Google Shape;1442;p139"/>
          <p:cNvSpPr/>
          <p:nvPr/>
        </p:nvSpPr>
        <p:spPr>
          <a:xfrm>
            <a:off x="5480400" y="953544"/>
            <a:ext cx="171587" cy="159791"/>
          </a:xfrm>
          <a:custGeom>
            <a:rect b="b" l="l" r="r" t="t"/>
            <a:pathLst>
              <a:path extrusionOk="0" h="3495" w="3753">
                <a:moveTo>
                  <a:pt x="3086" y="0"/>
                </a:moveTo>
                <a:lnTo>
                  <a:pt x="1984" y="942"/>
                </a:lnTo>
                <a:lnTo>
                  <a:pt x="960" y="185"/>
                </a:lnTo>
                <a:lnTo>
                  <a:pt x="960" y="185"/>
                </a:lnTo>
                <a:lnTo>
                  <a:pt x="1368" y="1344"/>
                </a:lnTo>
                <a:lnTo>
                  <a:pt x="1" y="2517"/>
                </a:lnTo>
                <a:lnTo>
                  <a:pt x="1616" y="2193"/>
                </a:lnTo>
                <a:lnTo>
                  <a:pt x="2135" y="3494"/>
                </a:lnTo>
                <a:lnTo>
                  <a:pt x="2316" y="2258"/>
                </a:lnTo>
                <a:lnTo>
                  <a:pt x="3753" y="2366"/>
                </a:lnTo>
                <a:lnTo>
                  <a:pt x="3753" y="2366"/>
                </a:lnTo>
                <a:lnTo>
                  <a:pt x="2518" y="1399"/>
                </a:lnTo>
                <a:lnTo>
                  <a:pt x="3086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3" name="Google Shape;1443;p139"/>
          <p:cNvSpPr/>
          <p:nvPr/>
        </p:nvSpPr>
        <p:spPr>
          <a:xfrm>
            <a:off x="6352025" y="1865644"/>
            <a:ext cx="171587" cy="159791"/>
          </a:xfrm>
          <a:custGeom>
            <a:rect b="b" l="l" r="r" t="t"/>
            <a:pathLst>
              <a:path extrusionOk="0" h="3495" w="3753">
                <a:moveTo>
                  <a:pt x="3086" y="0"/>
                </a:moveTo>
                <a:lnTo>
                  <a:pt x="1984" y="942"/>
                </a:lnTo>
                <a:lnTo>
                  <a:pt x="960" y="185"/>
                </a:lnTo>
                <a:lnTo>
                  <a:pt x="960" y="185"/>
                </a:lnTo>
                <a:lnTo>
                  <a:pt x="1368" y="1344"/>
                </a:lnTo>
                <a:lnTo>
                  <a:pt x="1" y="2517"/>
                </a:lnTo>
                <a:lnTo>
                  <a:pt x="1616" y="2193"/>
                </a:lnTo>
                <a:lnTo>
                  <a:pt x="2135" y="3494"/>
                </a:lnTo>
                <a:lnTo>
                  <a:pt x="2316" y="2258"/>
                </a:lnTo>
                <a:lnTo>
                  <a:pt x="3753" y="2366"/>
                </a:lnTo>
                <a:lnTo>
                  <a:pt x="3753" y="2366"/>
                </a:lnTo>
                <a:lnTo>
                  <a:pt x="2518" y="1399"/>
                </a:lnTo>
                <a:lnTo>
                  <a:pt x="3086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4" name="Google Shape;1444;p139"/>
          <p:cNvSpPr/>
          <p:nvPr/>
        </p:nvSpPr>
        <p:spPr>
          <a:xfrm>
            <a:off x="5214075" y="3947844"/>
            <a:ext cx="171587" cy="159791"/>
          </a:xfrm>
          <a:custGeom>
            <a:rect b="b" l="l" r="r" t="t"/>
            <a:pathLst>
              <a:path extrusionOk="0" h="3495" w="3753">
                <a:moveTo>
                  <a:pt x="3086" y="0"/>
                </a:moveTo>
                <a:lnTo>
                  <a:pt x="1984" y="942"/>
                </a:lnTo>
                <a:lnTo>
                  <a:pt x="960" y="185"/>
                </a:lnTo>
                <a:lnTo>
                  <a:pt x="960" y="185"/>
                </a:lnTo>
                <a:lnTo>
                  <a:pt x="1368" y="1344"/>
                </a:lnTo>
                <a:lnTo>
                  <a:pt x="1" y="2517"/>
                </a:lnTo>
                <a:lnTo>
                  <a:pt x="1616" y="2193"/>
                </a:lnTo>
                <a:lnTo>
                  <a:pt x="2135" y="3494"/>
                </a:lnTo>
                <a:lnTo>
                  <a:pt x="2316" y="2258"/>
                </a:lnTo>
                <a:lnTo>
                  <a:pt x="3753" y="2366"/>
                </a:lnTo>
                <a:lnTo>
                  <a:pt x="3753" y="2366"/>
                </a:lnTo>
                <a:lnTo>
                  <a:pt x="2518" y="1399"/>
                </a:lnTo>
                <a:lnTo>
                  <a:pt x="3086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5" name="Google Shape;1445;p139"/>
          <p:cNvSpPr/>
          <p:nvPr/>
        </p:nvSpPr>
        <p:spPr>
          <a:xfrm>
            <a:off x="7772450" y="3139344"/>
            <a:ext cx="171587" cy="159791"/>
          </a:xfrm>
          <a:custGeom>
            <a:rect b="b" l="l" r="r" t="t"/>
            <a:pathLst>
              <a:path extrusionOk="0" h="3495" w="3753">
                <a:moveTo>
                  <a:pt x="3086" y="0"/>
                </a:moveTo>
                <a:lnTo>
                  <a:pt x="1984" y="942"/>
                </a:lnTo>
                <a:lnTo>
                  <a:pt x="960" y="185"/>
                </a:lnTo>
                <a:lnTo>
                  <a:pt x="960" y="185"/>
                </a:lnTo>
                <a:lnTo>
                  <a:pt x="1368" y="1344"/>
                </a:lnTo>
                <a:lnTo>
                  <a:pt x="1" y="2517"/>
                </a:lnTo>
                <a:lnTo>
                  <a:pt x="1616" y="2193"/>
                </a:lnTo>
                <a:lnTo>
                  <a:pt x="2135" y="3494"/>
                </a:lnTo>
                <a:lnTo>
                  <a:pt x="2316" y="2258"/>
                </a:lnTo>
                <a:lnTo>
                  <a:pt x="3753" y="2366"/>
                </a:lnTo>
                <a:lnTo>
                  <a:pt x="3753" y="2366"/>
                </a:lnTo>
                <a:lnTo>
                  <a:pt x="2518" y="1399"/>
                </a:lnTo>
                <a:lnTo>
                  <a:pt x="3086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6" name="Google Shape;1446;p139"/>
          <p:cNvSpPr/>
          <p:nvPr/>
        </p:nvSpPr>
        <p:spPr>
          <a:xfrm>
            <a:off x="6625005" y="3933238"/>
            <a:ext cx="161712" cy="174376"/>
          </a:xfrm>
          <a:custGeom>
            <a:rect b="b" l="l" r="r" t="t"/>
            <a:pathLst>
              <a:path extrusionOk="0" h="3814" w="3537">
                <a:moveTo>
                  <a:pt x="1657" y="0"/>
                </a:moveTo>
                <a:lnTo>
                  <a:pt x="1270" y="1397"/>
                </a:lnTo>
                <a:lnTo>
                  <a:pt x="0" y="1344"/>
                </a:lnTo>
                <a:lnTo>
                  <a:pt x="0" y="1344"/>
                </a:lnTo>
                <a:lnTo>
                  <a:pt x="988" y="2076"/>
                </a:lnTo>
                <a:lnTo>
                  <a:pt x="512" y="3814"/>
                </a:lnTo>
                <a:lnTo>
                  <a:pt x="1668" y="2640"/>
                </a:lnTo>
                <a:lnTo>
                  <a:pt x="2829" y="3427"/>
                </a:lnTo>
                <a:lnTo>
                  <a:pt x="2284" y="2299"/>
                </a:lnTo>
                <a:lnTo>
                  <a:pt x="3536" y="1586"/>
                </a:lnTo>
                <a:lnTo>
                  <a:pt x="1970" y="1476"/>
                </a:lnTo>
                <a:lnTo>
                  <a:pt x="1657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7" name="Google Shape;1447;p139"/>
          <p:cNvSpPr/>
          <p:nvPr/>
        </p:nvSpPr>
        <p:spPr>
          <a:xfrm>
            <a:off x="5099680" y="2238413"/>
            <a:ext cx="161712" cy="174376"/>
          </a:xfrm>
          <a:custGeom>
            <a:rect b="b" l="l" r="r" t="t"/>
            <a:pathLst>
              <a:path extrusionOk="0" h="3814" w="3537">
                <a:moveTo>
                  <a:pt x="1657" y="0"/>
                </a:moveTo>
                <a:lnTo>
                  <a:pt x="1270" y="1397"/>
                </a:lnTo>
                <a:lnTo>
                  <a:pt x="0" y="1344"/>
                </a:lnTo>
                <a:lnTo>
                  <a:pt x="0" y="1344"/>
                </a:lnTo>
                <a:lnTo>
                  <a:pt x="988" y="2076"/>
                </a:lnTo>
                <a:lnTo>
                  <a:pt x="512" y="3814"/>
                </a:lnTo>
                <a:lnTo>
                  <a:pt x="1668" y="2640"/>
                </a:lnTo>
                <a:lnTo>
                  <a:pt x="2829" y="3427"/>
                </a:lnTo>
                <a:lnTo>
                  <a:pt x="2284" y="2299"/>
                </a:lnTo>
                <a:lnTo>
                  <a:pt x="3536" y="1586"/>
                </a:lnTo>
                <a:lnTo>
                  <a:pt x="1970" y="1476"/>
                </a:lnTo>
                <a:lnTo>
                  <a:pt x="1657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8" name="Google Shape;1448;p139"/>
          <p:cNvSpPr/>
          <p:nvPr/>
        </p:nvSpPr>
        <p:spPr>
          <a:xfrm>
            <a:off x="4171555" y="3497438"/>
            <a:ext cx="161712" cy="174376"/>
          </a:xfrm>
          <a:custGeom>
            <a:rect b="b" l="l" r="r" t="t"/>
            <a:pathLst>
              <a:path extrusionOk="0" h="3814" w="3537">
                <a:moveTo>
                  <a:pt x="1657" y="0"/>
                </a:moveTo>
                <a:lnTo>
                  <a:pt x="1270" y="1397"/>
                </a:lnTo>
                <a:lnTo>
                  <a:pt x="0" y="1344"/>
                </a:lnTo>
                <a:lnTo>
                  <a:pt x="0" y="1344"/>
                </a:lnTo>
                <a:lnTo>
                  <a:pt x="988" y="2076"/>
                </a:lnTo>
                <a:lnTo>
                  <a:pt x="512" y="3814"/>
                </a:lnTo>
                <a:lnTo>
                  <a:pt x="1668" y="2640"/>
                </a:lnTo>
                <a:lnTo>
                  <a:pt x="2829" y="3427"/>
                </a:lnTo>
                <a:lnTo>
                  <a:pt x="2284" y="2299"/>
                </a:lnTo>
                <a:lnTo>
                  <a:pt x="3536" y="1586"/>
                </a:lnTo>
                <a:lnTo>
                  <a:pt x="1970" y="1476"/>
                </a:lnTo>
                <a:lnTo>
                  <a:pt x="1657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9" name="Google Shape;1449;p139"/>
          <p:cNvSpPr/>
          <p:nvPr/>
        </p:nvSpPr>
        <p:spPr>
          <a:xfrm>
            <a:off x="3490180" y="1858338"/>
            <a:ext cx="161712" cy="174376"/>
          </a:xfrm>
          <a:custGeom>
            <a:rect b="b" l="l" r="r" t="t"/>
            <a:pathLst>
              <a:path extrusionOk="0" h="3814" w="3537">
                <a:moveTo>
                  <a:pt x="1657" y="0"/>
                </a:moveTo>
                <a:lnTo>
                  <a:pt x="1270" y="1397"/>
                </a:lnTo>
                <a:lnTo>
                  <a:pt x="0" y="1344"/>
                </a:lnTo>
                <a:lnTo>
                  <a:pt x="0" y="1344"/>
                </a:lnTo>
                <a:lnTo>
                  <a:pt x="988" y="2076"/>
                </a:lnTo>
                <a:lnTo>
                  <a:pt x="512" y="3814"/>
                </a:lnTo>
                <a:lnTo>
                  <a:pt x="1668" y="2640"/>
                </a:lnTo>
                <a:lnTo>
                  <a:pt x="2829" y="3427"/>
                </a:lnTo>
                <a:lnTo>
                  <a:pt x="2284" y="2299"/>
                </a:lnTo>
                <a:lnTo>
                  <a:pt x="3536" y="1586"/>
                </a:lnTo>
                <a:lnTo>
                  <a:pt x="1970" y="1476"/>
                </a:lnTo>
                <a:lnTo>
                  <a:pt x="1657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0" name="Google Shape;1450;p139"/>
          <p:cNvSpPr/>
          <p:nvPr/>
        </p:nvSpPr>
        <p:spPr>
          <a:xfrm>
            <a:off x="1636230" y="3988988"/>
            <a:ext cx="161712" cy="174376"/>
          </a:xfrm>
          <a:custGeom>
            <a:rect b="b" l="l" r="r" t="t"/>
            <a:pathLst>
              <a:path extrusionOk="0" h="3814" w="3537">
                <a:moveTo>
                  <a:pt x="1657" y="0"/>
                </a:moveTo>
                <a:lnTo>
                  <a:pt x="1270" y="1397"/>
                </a:lnTo>
                <a:lnTo>
                  <a:pt x="0" y="1344"/>
                </a:lnTo>
                <a:lnTo>
                  <a:pt x="0" y="1344"/>
                </a:lnTo>
                <a:lnTo>
                  <a:pt x="988" y="2076"/>
                </a:lnTo>
                <a:lnTo>
                  <a:pt x="512" y="3814"/>
                </a:lnTo>
                <a:lnTo>
                  <a:pt x="1668" y="2640"/>
                </a:lnTo>
                <a:lnTo>
                  <a:pt x="2829" y="3427"/>
                </a:lnTo>
                <a:lnTo>
                  <a:pt x="2284" y="2299"/>
                </a:lnTo>
                <a:lnTo>
                  <a:pt x="3536" y="1586"/>
                </a:lnTo>
                <a:lnTo>
                  <a:pt x="1970" y="1476"/>
                </a:lnTo>
                <a:lnTo>
                  <a:pt x="1657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1" name="Google Shape;1451;p139"/>
          <p:cNvSpPr/>
          <p:nvPr/>
        </p:nvSpPr>
        <p:spPr>
          <a:xfrm>
            <a:off x="1208480" y="1976588"/>
            <a:ext cx="161712" cy="174376"/>
          </a:xfrm>
          <a:custGeom>
            <a:rect b="b" l="l" r="r" t="t"/>
            <a:pathLst>
              <a:path extrusionOk="0" h="3814" w="3537">
                <a:moveTo>
                  <a:pt x="1657" y="0"/>
                </a:moveTo>
                <a:lnTo>
                  <a:pt x="1270" y="1397"/>
                </a:lnTo>
                <a:lnTo>
                  <a:pt x="0" y="1344"/>
                </a:lnTo>
                <a:lnTo>
                  <a:pt x="0" y="1344"/>
                </a:lnTo>
                <a:lnTo>
                  <a:pt x="988" y="2076"/>
                </a:lnTo>
                <a:lnTo>
                  <a:pt x="512" y="3814"/>
                </a:lnTo>
                <a:lnTo>
                  <a:pt x="1668" y="2640"/>
                </a:lnTo>
                <a:lnTo>
                  <a:pt x="2829" y="3427"/>
                </a:lnTo>
                <a:lnTo>
                  <a:pt x="2284" y="2299"/>
                </a:lnTo>
                <a:lnTo>
                  <a:pt x="3536" y="1586"/>
                </a:lnTo>
                <a:lnTo>
                  <a:pt x="1970" y="1476"/>
                </a:lnTo>
                <a:lnTo>
                  <a:pt x="1657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4">
  <p:cSld name="BLANK_1_1_1_1_1_1_1_3">
    <p:spTree>
      <p:nvGrpSpPr>
        <p:cNvPr id="1452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p140"/>
          <p:cNvSpPr/>
          <p:nvPr/>
        </p:nvSpPr>
        <p:spPr>
          <a:xfrm>
            <a:off x="285100" y="268025"/>
            <a:ext cx="8573700" cy="4607400"/>
          </a:xfrm>
          <a:prstGeom prst="plus">
            <a:avLst>
              <a:gd fmla="val 3202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54" name="Google Shape;1454;p140"/>
          <p:cNvGrpSpPr/>
          <p:nvPr/>
        </p:nvGrpSpPr>
        <p:grpSpPr>
          <a:xfrm>
            <a:off x="1213150" y="745450"/>
            <a:ext cx="190750" cy="283225"/>
            <a:chOff x="923775" y="1828850"/>
            <a:chExt cx="190750" cy="283225"/>
          </a:xfrm>
        </p:grpSpPr>
        <p:sp>
          <p:nvSpPr>
            <p:cNvPr id="1455" name="Google Shape;1455;p140"/>
            <p:cNvSpPr/>
            <p:nvPr/>
          </p:nvSpPr>
          <p:spPr>
            <a:xfrm>
              <a:off x="923775" y="1829425"/>
              <a:ext cx="188100" cy="282650"/>
            </a:xfrm>
            <a:custGeom>
              <a:rect b="b" l="l" r="r" t="t"/>
              <a:pathLst>
                <a:path extrusionOk="0" h="11306" w="7524">
                  <a:moveTo>
                    <a:pt x="4177" y="0"/>
                  </a:moveTo>
                  <a:cubicBezTo>
                    <a:pt x="4152" y="62"/>
                    <a:pt x="4124" y="123"/>
                    <a:pt x="4091" y="184"/>
                  </a:cubicBezTo>
                  <a:cubicBezTo>
                    <a:pt x="3783" y="753"/>
                    <a:pt x="3236" y="1088"/>
                    <a:pt x="2708" y="1088"/>
                  </a:cubicBezTo>
                  <a:cubicBezTo>
                    <a:pt x="2612" y="1088"/>
                    <a:pt x="2516" y="1077"/>
                    <a:pt x="2423" y="1054"/>
                  </a:cubicBezTo>
                  <a:lnTo>
                    <a:pt x="1" y="8801"/>
                  </a:lnTo>
                  <a:cubicBezTo>
                    <a:pt x="52" y="8820"/>
                    <a:pt x="105" y="8842"/>
                    <a:pt x="155" y="8869"/>
                  </a:cubicBezTo>
                  <a:cubicBezTo>
                    <a:pt x="712" y="9169"/>
                    <a:pt x="931" y="9879"/>
                    <a:pt x="721" y="10564"/>
                  </a:cubicBezTo>
                  <a:lnTo>
                    <a:pt x="875" y="10619"/>
                  </a:lnTo>
                  <a:cubicBezTo>
                    <a:pt x="900" y="10559"/>
                    <a:pt x="947" y="10509"/>
                    <a:pt x="1011" y="10483"/>
                  </a:cubicBezTo>
                  <a:cubicBezTo>
                    <a:pt x="1044" y="10470"/>
                    <a:pt x="1077" y="10463"/>
                    <a:pt x="1110" y="10463"/>
                  </a:cubicBezTo>
                  <a:cubicBezTo>
                    <a:pt x="1210" y="10463"/>
                    <a:pt x="1304" y="10523"/>
                    <a:pt x="1346" y="10619"/>
                  </a:cubicBezTo>
                  <a:cubicBezTo>
                    <a:pt x="1369" y="10674"/>
                    <a:pt x="1368" y="10734"/>
                    <a:pt x="1354" y="10786"/>
                  </a:cubicBezTo>
                  <a:lnTo>
                    <a:pt x="1491" y="10834"/>
                  </a:lnTo>
                  <a:cubicBezTo>
                    <a:pt x="1518" y="10760"/>
                    <a:pt x="1571" y="10698"/>
                    <a:pt x="1648" y="10665"/>
                  </a:cubicBezTo>
                  <a:cubicBezTo>
                    <a:pt x="1684" y="10650"/>
                    <a:pt x="1722" y="10643"/>
                    <a:pt x="1759" y="10643"/>
                  </a:cubicBezTo>
                  <a:cubicBezTo>
                    <a:pt x="1874" y="10643"/>
                    <a:pt x="1985" y="10713"/>
                    <a:pt x="2034" y="10828"/>
                  </a:cubicBezTo>
                  <a:cubicBezTo>
                    <a:pt x="2062" y="10896"/>
                    <a:pt x="2059" y="10966"/>
                    <a:pt x="2041" y="11029"/>
                  </a:cubicBezTo>
                  <a:lnTo>
                    <a:pt x="2170" y="11073"/>
                  </a:lnTo>
                  <a:cubicBezTo>
                    <a:pt x="2184" y="10993"/>
                    <a:pt x="2235" y="10920"/>
                    <a:pt x="2320" y="10886"/>
                  </a:cubicBezTo>
                  <a:cubicBezTo>
                    <a:pt x="2354" y="10872"/>
                    <a:pt x="2389" y="10865"/>
                    <a:pt x="2424" y="10865"/>
                  </a:cubicBezTo>
                  <a:cubicBezTo>
                    <a:pt x="2530" y="10865"/>
                    <a:pt x="2630" y="10927"/>
                    <a:pt x="2673" y="11030"/>
                  </a:cubicBezTo>
                  <a:cubicBezTo>
                    <a:pt x="2706" y="11106"/>
                    <a:pt x="2699" y="11186"/>
                    <a:pt x="2665" y="11255"/>
                  </a:cubicBezTo>
                  <a:lnTo>
                    <a:pt x="2807" y="11305"/>
                  </a:lnTo>
                  <a:cubicBezTo>
                    <a:pt x="2979" y="10433"/>
                    <a:pt x="3454" y="10133"/>
                    <a:pt x="3949" y="10133"/>
                  </a:cubicBezTo>
                  <a:cubicBezTo>
                    <a:pt x="4079" y="10133"/>
                    <a:pt x="4211" y="10153"/>
                    <a:pt x="4338" y="10190"/>
                  </a:cubicBezTo>
                  <a:lnTo>
                    <a:pt x="7523" y="2670"/>
                  </a:lnTo>
                  <a:cubicBezTo>
                    <a:pt x="7466" y="2652"/>
                    <a:pt x="7410" y="2627"/>
                    <a:pt x="7357" y="2599"/>
                  </a:cubicBezTo>
                  <a:cubicBezTo>
                    <a:pt x="6813" y="2305"/>
                    <a:pt x="6796" y="1665"/>
                    <a:pt x="6981" y="994"/>
                  </a:cubicBezTo>
                  <a:lnTo>
                    <a:pt x="6852" y="951"/>
                  </a:lnTo>
                  <a:cubicBezTo>
                    <a:pt x="6815" y="1007"/>
                    <a:pt x="6759" y="1051"/>
                    <a:pt x="6693" y="1080"/>
                  </a:cubicBezTo>
                  <a:cubicBezTo>
                    <a:pt x="6647" y="1099"/>
                    <a:pt x="6599" y="1108"/>
                    <a:pt x="6551" y="1108"/>
                  </a:cubicBezTo>
                  <a:cubicBezTo>
                    <a:pt x="6411" y="1108"/>
                    <a:pt x="6279" y="1027"/>
                    <a:pt x="6222" y="891"/>
                  </a:cubicBezTo>
                  <a:cubicBezTo>
                    <a:pt x="6201" y="838"/>
                    <a:pt x="6194" y="785"/>
                    <a:pt x="6196" y="730"/>
                  </a:cubicBezTo>
                  <a:lnTo>
                    <a:pt x="6036" y="677"/>
                  </a:lnTo>
                  <a:cubicBezTo>
                    <a:pt x="5992" y="772"/>
                    <a:pt x="5916" y="851"/>
                    <a:pt x="5814" y="894"/>
                  </a:cubicBezTo>
                  <a:cubicBezTo>
                    <a:pt x="5760" y="916"/>
                    <a:pt x="5705" y="927"/>
                    <a:pt x="5650" y="927"/>
                  </a:cubicBezTo>
                  <a:cubicBezTo>
                    <a:pt x="5473" y="927"/>
                    <a:pt x="5304" y="817"/>
                    <a:pt x="5229" y="637"/>
                  </a:cubicBezTo>
                  <a:cubicBezTo>
                    <a:pt x="5192" y="550"/>
                    <a:pt x="5183" y="458"/>
                    <a:pt x="5199" y="373"/>
                  </a:cubicBezTo>
                  <a:lnTo>
                    <a:pt x="5066" y="324"/>
                  </a:lnTo>
                  <a:cubicBezTo>
                    <a:pt x="5047" y="456"/>
                    <a:pt x="4972" y="566"/>
                    <a:pt x="4857" y="616"/>
                  </a:cubicBezTo>
                  <a:cubicBezTo>
                    <a:pt x="4816" y="633"/>
                    <a:pt x="4773" y="641"/>
                    <a:pt x="4730" y="641"/>
                  </a:cubicBezTo>
                  <a:cubicBezTo>
                    <a:pt x="4571" y="641"/>
                    <a:pt x="4411" y="529"/>
                    <a:pt x="4335" y="350"/>
                  </a:cubicBezTo>
                  <a:cubicBezTo>
                    <a:pt x="4293" y="248"/>
                    <a:pt x="4288" y="142"/>
                    <a:pt x="4310" y="49"/>
                  </a:cubicBezTo>
                  <a:lnTo>
                    <a:pt x="417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p140"/>
            <p:cNvSpPr/>
            <p:nvPr/>
          </p:nvSpPr>
          <p:spPr>
            <a:xfrm>
              <a:off x="926350" y="1828850"/>
              <a:ext cx="188175" cy="282600"/>
            </a:xfrm>
            <a:custGeom>
              <a:rect b="b" l="l" r="r" t="t"/>
              <a:pathLst>
                <a:path extrusionOk="0" h="11304" w="7527">
                  <a:moveTo>
                    <a:pt x="4179" y="0"/>
                  </a:moveTo>
                  <a:cubicBezTo>
                    <a:pt x="4154" y="62"/>
                    <a:pt x="4125" y="124"/>
                    <a:pt x="4094" y="182"/>
                  </a:cubicBezTo>
                  <a:cubicBezTo>
                    <a:pt x="3786" y="752"/>
                    <a:pt x="3238" y="1088"/>
                    <a:pt x="2709" y="1088"/>
                  </a:cubicBezTo>
                  <a:cubicBezTo>
                    <a:pt x="2613" y="1088"/>
                    <a:pt x="2518" y="1077"/>
                    <a:pt x="2424" y="1054"/>
                  </a:cubicBezTo>
                  <a:lnTo>
                    <a:pt x="1" y="8800"/>
                  </a:lnTo>
                  <a:cubicBezTo>
                    <a:pt x="55" y="8820"/>
                    <a:pt x="107" y="8842"/>
                    <a:pt x="157" y="8869"/>
                  </a:cubicBezTo>
                  <a:cubicBezTo>
                    <a:pt x="714" y="9169"/>
                    <a:pt x="931" y="9879"/>
                    <a:pt x="722" y="10565"/>
                  </a:cubicBezTo>
                  <a:lnTo>
                    <a:pt x="874" y="10621"/>
                  </a:lnTo>
                  <a:cubicBezTo>
                    <a:pt x="900" y="10562"/>
                    <a:pt x="946" y="10512"/>
                    <a:pt x="1010" y="10485"/>
                  </a:cubicBezTo>
                  <a:cubicBezTo>
                    <a:pt x="1042" y="10471"/>
                    <a:pt x="1075" y="10465"/>
                    <a:pt x="1108" y="10465"/>
                  </a:cubicBezTo>
                  <a:cubicBezTo>
                    <a:pt x="1208" y="10465"/>
                    <a:pt x="1303" y="10524"/>
                    <a:pt x="1345" y="10621"/>
                  </a:cubicBezTo>
                  <a:cubicBezTo>
                    <a:pt x="1368" y="10677"/>
                    <a:pt x="1367" y="10734"/>
                    <a:pt x="1352" y="10787"/>
                  </a:cubicBezTo>
                  <a:lnTo>
                    <a:pt x="1490" y="10836"/>
                  </a:lnTo>
                  <a:cubicBezTo>
                    <a:pt x="1517" y="10763"/>
                    <a:pt x="1570" y="10700"/>
                    <a:pt x="1647" y="10667"/>
                  </a:cubicBezTo>
                  <a:cubicBezTo>
                    <a:pt x="1683" y="10652"/>
                    <a:pt x="1720" y="10645"/>
                    <a:pt x="1757" y="10645"/>
                  </a:cubicBezTo>
                  <a:cubicBezTo>
                    <a:pt x="1872" y="10645"/>
                    <a:pt x="1983" y="10715"/>
                    <a:pt x="2032" y="10830"/>
                  </a:cubicBezTo>
                  <a:cubicBezTo>
                    <a:pt x="2061" y="10899"/>
                    <a:pt x="2059" y="10967"/>
                    <a:pt x="2039" y="11032"/>
                  </a:cubicBezTo>
                  <a:lnTo>
                    <a:pt x="2168" y="11078"/>
                  </a:lnTo>
                  <a:cubicBezTo>
                    <a:pt x="2187" y="10995"/>
                    <a:pt x="2238" y="10922"/>
                    <a:pt x="2323" y="10886"/>
                  </a:cubicBezTo>
                  <a:cubicBezTo>
                    <a:pt x="2357" y="10872"/>
                    <a:pt x="2392" y="10865"/>
                    <a:pt x="2427" y="10865"/>
                  </a:cubicBezTo>
                  <a:cubicBezTo>
                    <a:pt x="2533" y="10865"/>
                    <a:pt x="2633" y="10927"/>
                    <a:pt x="2676" y="11030"/>
                  </a:cubicBezTo>
                  <a:cubicBezTo>
                    <a:pt x="2709" y="11106"/>
                    <a:pt x="2699" y="11186"/>
                    <a:pt x="2668" y="11254"/>
                  </a:cubicBezTo>
                  <a:lnTo>
                    <a:pt x="2810" y="11304"/>
                  </a:lnTo>
                  <a:cubicBezTo>
                    <a:pt x="2982" y="10433"/>
                    <a:pt x="3457" y="10133"/>
                    <a:pt x="3952" y="10133"/>
                  </a:cubicBezTo>
                  <a:cubicBezTo>
                    <a:pt x="4082" y="10133"/>
                    <a:pt x="4213" y="10153"/>
                    <a:pt x="4341" y="10190"/>
                  </a:cubicBezTo>
                  <a:lnTo>
                    <a:pt x="7526" y="2670"/>
                  </a:lnTo>
                  <a:cubicBezTo>
                    <a:pt x="7469" y="2650"/>
                    <a:pt x="7413" y="2627"/>
                    <a:pt x="7359" y="2599"/>
                  </a:cubicBezTo>
                  <a:cubicBezTo>
                    <a:pt x="6815" y="2305"/>
                    <a:pt x="6798" y="1665"/>
                    <a:pt x="6984" y="994"/>
                  </a:cubicBezTo>
                  <a:lnTo>
                    <a:pt x="6855" y="951"/>
                  </a:lnTo>
                  <a:cubicBezTo>
                    <a:pt x="6818" y="1007"/>
                    <a:pt x="6763" y="1051"/>
                    <a:pt x="6696" y="1080"/>
                  </a:cubicBezTo>
                  <a:cubicBezTo>
                    <a:pt x="6650" y="1099"/>
                    <a:pt x="6602" y="1108"/>
                    <a:pt x="6554" y="1108"/>
                  </a:cubicBezTo>
                  <a:cubicBezTo>
                    <a:pt x="6414" y="1108"/>
                    <a:pt x="6281" y="1027"/>
                    <a:pt x="6225" y="889"/>
                  </a:cubicBezTo>
                  <a:cubicBezTo>
                    <a:pt x="6204" y="838"/>
                    <a:pt x="6197" y="785"/>
                    <a:pt x="6199" y="731"/>
                  </a:cubicBezTo>
                  <a:lnTo>
                    <a:pt x="6039" y="678"/>
                  </a:lnTo>
                  <a:cubicBezTo>
                    <a:pt x="5995" y="772"/>
                    <a:pt x="5919" y="851"/>
                    <a:pt x="5819" y="894"/>
                  </a:cubicBezTo>
                  <a:cubicBezTo>
                    <a:pt x="5765" y="916"/>
                    <a:pt x="5710" y="927"/>
                    <a:pt x="5655" y="927"/>
                  </a:cubicBezTo>
                  <a:cubicBezTo>
                    <a:pt x="5478" y="927"/>
                    <a:pt x="5308" y="818"/>
                    <a:pt x="5232" y="637"/>
                  </a:cubicBezTo>
                  <a:cubicBezTo>
                    <a:pt x="5194" y="550"/>
                    <a:pt x="5187" y="459"/>
                    <a:pt x="5202" y="373"/>
                  </a:cubicBezTo>
                  <a:lnTo>
                    <a:pt x="5068" y="324"/>
                  </a:lnTo>
                  <a:cubicBezTo>
                    <a:pt x="5050" y="456"/>
                    <a:pt x="4975" y="566"/>
                    <a:pt x="4859" y="616"/>
                  </a:cubicBezTo>
                  <a:cubicBezTo>
                    <a:pt x="4818" y="633"/>
                    <a:pt x="4775" y="641"/>
                    <a:pt x="4732" y="641"/>
                  </a:cubicBezTo>
                  <a:cubicBezTo>
                    <a:pt x="4573" y="641"/>
                    <a:pt x="4413" y="530"/>
                    <a:pt x="4338" y="350"/>
                  </a:cubicBezTo>
                  <a:cubicBezTo>
                    <a:pt x="4295" y="248"/>
                    <a:pt x="4290" y="142"/>
                    <a:pt x="4313" y="49"/>
                  </a:cubicBezTo>
                  <a:lnTo>
                    <a:pt x="417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p140"/>
            <p:cNvSpPr/>
            <p:nvPr/>
          </p:nvSpPr>
          <p:spPr>
            <a:xfrm>
              <a:off x="940025" y="1851075"/>
              <a:ext cx="158075" cy="235900"/>
            </a:xfrm>
            <a:custGeom>
              <a:rect b="b" l="l" r="r" t="t"/>
              <a:pathLst>
                <a:path extrusionOk="0" h="9436" w="6323">
                  <a:moveTo>
                    <a:pt x="3459" y="357"/>
                  </a:moveTo>
                  <a:lnTo>
                    <a:pt x="5481" y="1093"/>
                  </a:lnTo>
                  <a:cubicBezTo>
                    <a:pt x="5336" y="1612"/>
                    <a:pt x="5508" y="2146"/>
                    <a:pt x="5930" y="2374"/>
                  </a:cubicBezTo>
                  <a:cubicBezTo>
                    <a:pt x="5973" y="2397"/>
                    <a:pt x="6016" y="2413"/>
                    <a:pt x="6059" y="2428"/>
                  </a:cubicBezTo>
                  <a:lnTo>
                    <a:pt x="3584" y="8268"/>
                  </a:lnTo>
                  <a:cubicBezTo>
                    <a:pt x="3502" y="8244"/>
                    <a:pt x="3417" y="8233"/>
                    <a:pt x="3332" y="8233"/>
                  </a:cubicBezTo>
                  <a:cubicBezTo>
                    <a:pt x="2922" y="8233"/>
                    <a:pt x="2495" y="8494"/>
                    <a:pt x="2258" y="8936"/>
                  </a:cubicBezTo>
                  <a:cubicBezTo>
                    <a:pt x="2234" y="8982"/>
                    <a:pt x="2212" y="9029"/>
                    <a:pt x="2194" y="9075"/>
                  </a:cubicBezTo>
                  <a:lnTo>
                    <a:pt x="777" y="8560"/>
                  </a:lnTo>
                  <a:cubicBezTo>
                    <a:pt x="938" y="8028"/>
                    <a:pt x="769" y="7477"/>
                    <a:pt x="337" y="7243"/>
                  </a:cubicBezTo>
                  <a:cubicBezTo>
                    <a:pt x="297" y="7221"/>
                    <a:pt x="258" y="7205"/>
                    <a:pt x="217" y="7190"/>
                  </a:cubicBezTo>
                  <a:lnTo>
                    <a:pt x="2098" y="1174"/>
                  </a:lnTo>
                  <a:cubicBezTo>
                    <a:pt x="2171" y="1193"/>
                    <a:pt x="2245" y="1201"/>
                    <a:pt x="2321" y="1201"/>
                  </a:cubicBezTo>
                  <a:cubicBezTo>
                    <a:pt x="2729" y="1201"/>
                    <a:pt x="3155" y="940"/>
                    <a:pt x="3393" y="499"/>
                  </a:cubicBezTo>
                  <a:cubicBezTo>
                    <a:pt x="3418" y="451"/>
                    <a:pt x="3439" y="406"/>
                    <a:pt x="3459" y="357"/>
                  </a:cubicBezTo>
                  <a:close/>
                  <a:moveTo>
                    <a:pt x="3508" y="0"/>
                  </a:moveTo>
                  <a:cubicBezTo>
                    <a:pt x="3486" y="53"/>
                    <a:pt x="3462" y="104"/>
                    <a:pt x="3436" y="155"/>
                  </a:cubicBezTo>
                  <a:cubicBezTo>
                    <a:pt x="3179" y="633"/>
                    <a:pt x="2717" y="916"/>
                    <a:pt x="2274" y="916"/>
                  </a:cubicBezTo>
                  <a:cubicBezTo>
                    <a:pt x="2193" y="916"/>
                    <a:pt x="2112" y="906"/>
                    <a:pt x="2033" y="887"/>
                  </a:cubicBezTo>
                  <a:lnTo>
                    <a:pt x="1" y="7397"/>
                  </a:lnTo>
                  <a:cubicBezTo>
                    <a:pt x="45" y="7413"/>
                    <a:pt x="88" y="7430"/>
                    <a:pt x="131" y="7454"/>
                  </a:cubicBezTo>
                  <a:cubicBezTo>
                    <a:pt x="598" y="7706"/>
                    <a:pt x="782" y="8303"/>
                    <a:pt x="605" y="8877"/>
                  </a:cubicBezTo>
                  <a:lnTo>
                    <a:pt x="2141" y="9436"/>
                  </a:lnTo>
                  <a:cubicBezTo>
                    <a:pt x="2159" y="9387"/>
                    <a:pt x="2184" y="9337"/>
                    <a:pt x="2210" y="9288"/>
                  </a:cubicBezTo>
                  <a:cubicBezTo>
                    <a:pt x="2468" y="8810"/>
                    <a:pt x="2928" y="8527"/>
                    <a:pt x="3372" y="8527"/>
                  </a:cubicBezTo>
                  <a:cubicBezTo>
                    <a:pt x="3464" y="8527"/>
                    <a:pt x="3556" y="8540"/>
                    <a:pt x="3645" y="8565"/>
                  </a:cubicBezTo>
                  <a:lnTo>
                    <a:pt x="6322" y="2245"/>
                  </a:lnTo>
                  <a:cubicBezTo>
                    <a:pt x="6274" y="2229"/>
                    <a:pt x="6228" y="2209"/>
                    <a:pt x="6182" y="2184"/>
                  </a:cubicBezTo>
                  <a:cubicBezTo>
                    <a:pt x="5724" y="1937"/>
                    <a:pt x="5541" y="1360"/>
                    <a:pt x="5695" y="798"/>
                  </a:cubicBezTo>
                  <a:lnTo>
                    <a:pt x="350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8" name="Google Shape;1458;p140"/>
            <p:cNvSpPr/>
            <p:nvPr/>
          </p:nvSpPr>
          <p:spPr>
            <a:xfrm>
              <a:off x="978150" y="1899675"/>
              <a:ext cx="46425" cy="132250"/>
            </a:xfrm>
            <a:custGeom>
              <a:rect b="b" l="l" r="r" t="t"/>
              <a:pathLst>
                <a:path extrusionOk="0" h="5290" w="1857">
                  <a:moveTo>
                    <a:pt x="1777" y="0"/>
                  </a:moveTo>
                  <a:lnTo>
                    <a:pt x="0" y="5261"/>
                  </a:lnTo>
                  <a:lnTo>
                    <a:pt x="80" y="5290"/>
                  </a:lnTo>
                  <a:lnTo>
                    <a:pt x="1857" y="28"/>
                  </a:lnTo>
                  <a:lnTo>
                    <a:pt x="17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9" name="Google Shape;1459;p140"/>
            <p:cNvSpPr/>
            <p:nvPr/>
          </p:nvSpPr>
          <p:spPr>
            <a:xfrm>
              <a:off x="965250" y="1993825"/>
              <a:ext cx="13875" cy="12300"/>
            </a:xfrm>
            <a:custGeom>
              <a:rect b="b" l="l" r="r" t="t"/>
              <a:pathLst>
                <a:path extrusionOk="0" h="492" w="555">
                  <a:moveTo>
                    <a:pt x="279" y="1"/>
                  </a:moveTo>
                  <a:cubicBezTo>
                    <a:pt x="247" y="1"/>
                    <a:pt x="214" y="7"/>
                    <a:pt x="183" y="21"/>
                  </a:cubicBezTo>
                  <a:cubicBezTo>
                    <a:pt x="58" y="72"/>
                    <a:pt x="1" y="216"/>
                    <a:pt x="52" y="340"/>
                  </a:cubicBezTo>
                  <a:cubicBezTo>
                    <a:pt x="92" y="435"/>
                    <a:pt x="183" y="491"/>
                    <a:pt x="278" y="491"/>
                  </a:cubicBezTo>
                  <a:cubicBezTo>
                    <a:pt x="310" y="491"/>
                    <a:pt x="342" y="485"/>
                    <a:pt x="373" y="472"/>
                  </a:cubicBezTo>
                  <a:cubicBezTo>
                    <a:pt x="496" y="420"/>
                    <a:pt x="555" y="277"/>
                    <a:pt x="503" y="151"/>
                  </a:cubicBezTo>
                  <a:cubicBezTo>
                    <a:pt x="465" y="58"/>
                    <a:pt x="375" y="1"/>
                    <a:pt x="2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140"/>
            <p:cNvSpPr/>
            <p:nvPr/>
          </p:nvSpPr>
          <p:spPr>
            <a:xfrm>
              <a:off x="977825" y="1954225"/>
              <a:ext cx="13950" cy="12300"/>
            </a:xfrm>
            <a:custGeom>
              <a:rect b="b" l="l" r="r" t="t"/>
              <a:pathLst>
                <a:path extrusionOk="0" h="492" w="558">
                  <a:moveTo>
                    <a:pt x="278" y="1"/>
                  </a:moveTo>
                  <a:cubicBezTo>
                    <a:pt x="246" y="1"/>
                    <a:pt x="214" y="7"/>
                    <a:pt x="182" y="20"/>
                  </a:cubicBezTo>
                  <a:cubicBezTo>
                    <a:pt x="58" y="73"/>
                    <a:pt x="0" y="216"/>
                    <a:pt x="52" y="341"/>
                  </a:cubicBezTo>
                  <a:cubicBezTo>
                    <a:pt x="91" y="435"/>
                    <a:pt x="181" y="492"/>
                    <a:pt x="277" y="492"/>
                  </a:cubicBezTo>
                  <a:cubicBezTo>
                    <a:pt x="309" y="492"/>
                    <a:pt x="341" y="486"/>
                    <a:pt x="373" y="473"/>
                  </a:cubicBezTo>
                  <a:cubicBezTo>
                    <a:pt x="497" y="420"/>
                    <a:pt x="557" y="276"/>
                    <a:pt x="503" y="152"/>
                  </a:cubicBezTo>
                  <a:cubicBezTo>
                    <a:pt x="464" y="57"/>
                    <a:pt x="374" y="1"/>
                    <a:pt x="2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1" name="Google Shape;1461;p140"/>
            <p:cNvSpPr/>
            <p:nvPr/>
          </p:nvSpPr>
          <p:spPr>
            <a:xfrm>
              <a:off x="985875" y="1922650"/>
              <a:ext cx="13875" cy="12225"/>
            </a:xfrm>
            <a:custGeom>
              <a:rect b="b" l="l" r="r" t="t"/>
              <a:pathLst>
                <a:path extrusionOk="0" h="489" w="555">
                  <a:moveTo>
                    <a:pt x="278" y="0"/>
                  </a:moveTo>
                  <a:cubicBezTo>
                    <a:pt x="246" y="0"/>
                    <a:pt x="214" y="6"/>
                    <a:pt x="182" y="19"/>
                  </a:cubicBezTo>
                  <a:cubicBezTo>
                    <a:pt x="58" y="71"/>
                    <a:pt x="0" y="214"/>
                    <a:pt x="52" y="338"/>
                  </a:cubicBezTo>
                  <a:cubicBezTo>
                    <a:pt x="93" y="432"/>
                    <a:pt x="185" y="489"/>
                    <a:pt x="280" y="489"/>
                  </a:cubicBezTo>
                  <a:cubicBezTo>
                    <a:pt x="311" y="489"/>
                    <a:pt x="342" y="483"/>
                    <a:pt x="373" y="470"/>
                  </a:cubicBezTo>
                  <a:cubicBezTo>
                    <a:pt x="497" y="419"/>
                    <a:pt x="554" y="275"/>
                    <a:pt x="503" y="149"/>
                  </a:cubicBezTo>
                  <a:cubicBezTo>
                    <a:pt x="464" y="56"/>
                    <a:pt x="374" y="0"/>
                    <a:pt x="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140"/>
            <p:cNvSpPr/>
            <p:nvPr/>
          </p:nvSpPr>
          <p:spPr>
            <a:xfrm>
              <a:off x="926425" y="1938050"/>
              <a:ext cx="170125" cy="173400"/>
            </a:xfrm>
            <a:custGeom>
              <a:rect b="b" l="l" r="r" t="t"/>
              <a:pathLst>
                <a:path extrusionOk="0" h="6936" w="6805">
                  <a:moveTo>
                    <a:pt x="6805" y="0"/>
                  </a:moveTo>
                  <a:lnTo>
                    <a:pt x="569" y="2615"/>
                  </a:lnTo>
                  <a:lnTo>
                    <a:pt x="1" y="4432"/>
                  </a:lnTo>
                  <a:cubicBezTo>
                    <a:pt x="54" y="4452"/>
                    <a:pt x="105" y="4474"/>
                    <a:pt x="155" y="4501"/>
                  </a:cubicBezTo>
                  <a:cubicBezTo>
                    <a:pt x="712" y="4801"/>
                    <a:pt x="931" y="5511"/>
                    <a:pt x="721" y="6197"/>
                  </a:cubicBezTo>
                  <a:lnTo>
                    <a:pt x="874" y="6253"/>
                  </a:lnTo>
                  <a:cubicBezTo>
                    <a:pt x="898" y="6194"/>
                    <a:pt x="946" y="6144"/>
                    <a:pt x="1009" y="6117"/>
                  </a:cubicBezTo>
                  <a:cubicBezTo>
                    <a:pt x="1041" y="6103"/>
                    <a:pt x="1074" y="6097"/>
                    <a:pt x="1107" y="6097"/>
                  </a:cubicBezTo>
                  <a:cubicBezTo>
                    <a:pt x="1206" y="6097"/>
                    <a:pt x="1302" y="6156"/>
                    <a:pt x="1343" y="6253"/>
                  </a:cubicBezTo>
                  <a:cubicBezTo>
                    <a:pt x="1366" y="6309"/>
                    <a:pt x="1365" y="6366"/>
                    <a:pt x="1351" y="6419"/>
                  </a:cubicBezTo>
                  <a:lnTo>
                    <a:pt x="1489" y="6468"/>
                  </a:lnTo>
                  <a:cubicBezTo>
                    <a:pt x="1515" y="6395"/>
                    <a:pt x="1570" y="6332"/>
                    <a:pt x="1647" y="6299"/>
                  </a:cubicBezTo>
                  <a:cubicBezTo>
                    <a:pt x="1682" y="6284"/>
                    <a:pt x="1719" y="6277"/>
                    <a:pt x="1756" y="6277"/>
                  </a:cubicBezTo>
                  <a:cubicBezTo>
                    <a:pt x="1871" y="6277"/>
                    <a:pt x="1982" y="6347"/>
                    <a:pt x="2031" y="6462"/>
                  </a:cubicBezTo>
                  <a:cubicBezTo>
                    <a:pt x="2059" y="6531"/>
                    <a:pt x="2058" y="6599"/>
                    <a:pt x="2038" y="6664"/>
                  </a:cubicBezTo>
                  <a:lnTo>
                    <a:pt x="2167" y="6710"/>
                  </a:lnTo>
                  <a:cubicBezTo>
                    <a:pt x="2187" y="6627"/>
                    <a:pt x="2238" y="6554"/>
                    <a:pt x="2323" y="6518"/>
                  </a:cubicBezTo>
                  <a:cubicBezTo>
                    <a:pt x="2357" y="6504"/>
                    <a:pt x="2392" y="6497"/>
                    <a:pt x="2427" y="6497"/>
                  </a:cubicBezTo>
                  <a:cubicBezTo>
                    <a:pt x="2533" y="6497"/>
                    <a:pt x="2635" y="6559"/>
                    <a:pt x="2678" y="6662"/>
                  </a:cubicBezTo>
                  <a:cubicBezTo>
                    <a:pt x="2709" y="6738"/>
                    <a:pt x="2701" y="6818"/>
                    <a:pt x="2668" y="6886"/>
                  </a:cubicBezTo>
                  <a:lnTo>
                    <a:pt x="2809" y="6936"/>
                  </a:lnTo>
                  <a:cubicBezTo>
                    <a:pt x="2980" y="6065"/>
                    <a:pt x="3455" y="5765"/>
                    <a:pt x="3951" y="5765"/>
                  </a:cubicBezTo>
                  <a:cubicBezTo>
                    <a:pt x="4081" y="5765"/>
                    <a:pt x="4212" y="5786"/>
                    <a:pt x="4340" y="5822"/>
                  </a:cubicBezTo>
                  <a:lnTo>
                    <a:pt x="6805" y="0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3" name="Google Shape;1463;p140"/>
            <p:cNvSpPr/>
            <p:nvPr/>
          </p:nvSpPr>
          <p:spPr>
            <a:xfrm>
              <a:off x="1010175" y="1905375"/>
              <a:ext cx="100350" cy="179200"/>
            </a:xfrm>
            <a:custGeom>
              <a:rect b="b" l="l" r="r" t="t"/>
              <a:pathLst>
                <a:path extrusionOk="0" h="7168" w="4014">
                  <a:moveTo>
                    <a:pt x="4013" y="0"/>
                  </a:moveTo>
                  <a:lnTo>
                    <a:pt x="75" y="3486"/>
                  </a:lnTo>
                  <a:cubicBezTo>
                    <a:pt x="646" y="4076"/>
                    <a:pt x="619" y="5534"/>
                    <a:pt x="0" y="6113"/>
                  </a:cubicBezTo>
                  <a:lnTo>
                    <a:pt x="950" y="7168"/>
                  </a:lnTo>
                  <a:lnTo>
                    <a:pt x="4013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64" name="Google Shape;1464;p140"/>
          <p:cNvGrpSpPr/>
          <p:nvPr/>
        </p:nvGrpSpPr>
        <p:grpSpPr>
          <a:xfrm>
            <a:off x="1761400" y="1278950"/>
            <a:ext cx="272300" cy="211525"/>
            <a:chOff x="962400" y="2223200"/>
            <a:chExt cx="272300" cy="211525"/>
          </a:xfrm>
        </p:grpSpPr>
        <p:sp>
          <p:nvSpPr>
            <p:cNvPr id="1465" name="Google Shape;1465;p140"/>
            <p:cNvSpPr/>
            <p:nvPr/>
          </p:nvSpPr>
          <p:spPr>
            <a:xfrm>
              <a:off x="962400" y="2223200"/>
              <a:ext cx="269825" cy="210325"/>
            </a:xfrm>
            <a:custGeom>
              <a:rect b="b" l="l" r="r" t="t"/>
              <a:pathLst>
                <a:path extrusionOk="0" h="8413" w="10793">
                  <a:moveTo>
                    <a:pt x="7145" y="0"/>
                  </a:moveTo>
                  <a:lnTo>
                    <a:pt x="503" y="4664"/>
                  </a:lnTo>
                  <a:cubicBezTo>
                    <a:pt x="533" y="4712"/>
                    <a:pt x="562" y="4762"/>
                    <a:pt x="584" y="4813"/>
                  </a:cubicBezTo>
                  <a:cubicBezTo>
                    <a:pt x="842" y="5392"/>
                    <a:pt x="583" y="6087"/>
                    <a:pt x="0" y="6503"/>
                  </a:cubicBezTo>
                  <a:lnTo>
                    <a:pt x="88" y="6640"/>
                  </a:lnTo>
                  <a:cubicBezTo>
                    <a:pt x="125" y="6619"/>
                    <a:pt x="168" y="6607"/>
                    <a:pt x="212" y="6607"/>
                  </a:cubicBezTo>
                  <a:cubicBezTo>
                    <a:pt x="233" y="6607"/>
                    <a:pt x="255" y="6610"/>
                    <a:pt x="277" y="6616"/>
                  </a:cubicBezTo>
                  <a:cubicBezTo>
                    <a:pt x="413" y="6651"/>
                    <a:pt x="496" y="6790"/>
                    <a:pt x="460" y="6926"/>
                  </a:cubicBezTo>
                  <a:cubicBezTo>
                    <a:pt x="444" y="6986"/>
                    <a:pt x="408" y="7031"/>
                    <a:pt x="363" y="7062"/>
                  </a:cubicBezTo>
                  <a:lnTo>
                    <a:pt x="441" y="7184"/>
                  </a:lnTo>
                  <a:cubicBezTo>
                    <a:pt x="488" y="7154"/>
                    <a:pt x="542" y="7137"/>
                    <a:pt x="597" y="7137"/>
                  </a:cubicBezTo>
                  <a:cubicBezTo>
                    <a:pt x="621" y="7137"/>
                    <a:pt x="645" y="7140"/>
                    <a:pt x="669" y="7147"/>
                  </a:cubicBezTo>
                  <a:cubicBezTo>
                    <a:pt x="825" y="7188"/>
                    <a:pt x="918" y="7351"/>
                    <a:pt x="875" y="7510"/>
                  </a:cubicBezTo>
                  <a:cubicBezTo>
                    <a:pt x="856" y="7582"/>
                    <a:pt x="812" y="7636"/>
                    <a:pt x="759" y="7675"/>
                  </a:cubicBezTo>
                  <a:lnTo>
                    <a:pt x="832" y="7789"/>
                  </a:lnTo>
                  <a:cubicBezTo>
                    <a:pt x="880" y="7750"/>
                    <a:pt x="940" y="7725"/>
                    <a:pt x="1005" y="7725"/>
                  </a:cubicBezTo>
                  <a:cubicBezTo>
                    <a:pt x="1026" y="7725"/>
                    <a:pt x="1047" y="7728"/>
                    <a:pt x="1068" y="7734"/>
                  </a:cubicBezTo>
                  <a:cubicBezTo>
                    <a:pt x="1213" y="7772"/>
                    <a:pt x="1299" y="7920"/>
                    <a:pt x="1262" y="8066"/>
                  </a:cubicBezTo>
                  <a:cubicBezTo>
                    <a:pt x="1240" y="8144"/>
                    <a:pt x="1186" y="8203"/>
                    <a:pt x="1118" y="8238"/>
                  </a:cubicBezTo>
                  <a:lnTo>
                    <a:pt x="1199" y="8362"/>
                  </a:lnTo>
                  <a:cubicBezTo>
                    <a:pt x="1568" y="8039"/>
                    <a:pt x="1904" y="7910"/>
                    <a:pt x="2197" y="7910"/>
                  </a:cubicBezTo>
                  <a:cubicBezTo>
                    <a:pt x="2573" y="7910"/>
                    <a:pt x="2879" y="8123"/>
                    <a:pt x="3093" y="8412"/>
                  </a:cubicBezTo>
                  <a:lnTo>
                    <a:pt x="10202" y="4394"/>
                  </a:lnTo>
                  <a:cubicBezTo>
                    <a:pt x="10169" y="4344"/>
                    <a:pt x="10137" y="4291"/>
                    <a:pt x="10113" y="4234"/>
                  </a:cubicBezTo>
                  <a:cubicBezTo>
                    <a:pt x="9861" y="3671"/>
                    <a:pt x="10237" y="3151"/>
                    <a:pt x="10793" y="2735"/>
                  </a:cubicBezTo>
                  <a:lnTo>
                    <a:pt x="10718" y="2622"/>
                  </a:lnTo>
                  <a:cubicBezTo>
                    <a:pt x="10682" y="2633"/>
                    <a:pt x="10645" y="2639"/>
                    <a:pt x="10606" y="2639"/>
                  </a:cubicBezTo>
                  <a:cubicBezTo>
                    <a:pt x="10576" y="2639"/>
                    <a:pt x="10545" y="2635"/>
                    <a:pt x="10515" y="2627"/>
                  </a:cubicBezTo>
                  <a:cubicBezTo>
                    <a:pt x="10320" y="2576"/>
                    <a:pt x="10207" y="2380"/>
                    <a:pt x="10256" y="2191"/>
                  </a:cubicBezTo>
                  <a:cubicBezTo>
                    <a:pt x="10272" y="2136"/>
                    <a:pt x="10297" y="2089"/>
                    <a:pt x="10333" y="2049"/>
                  </a:cubicBezTo>
                  <a:lnTo>
                    <a:pt x="10239" y="1907"/>
                  </a:lnTo>
                  <a:cubicBezTo>
                    <a:pt x="10177" y="1940"/>
                    <a:pt x="10109" y="1957"/>
                    <a:pt x="10039" y="1957"/>
                  </a:cubicBezTo>
                  <a:cubicBezTo>
                    <a:pt x="10003" y="1957"/>
                    <a:pt x="9967" y="1953"/>
                    <a:pt x="9931" y="1943"/>
                  </a:cubicBezTo>
                  <a:cubicBezTo>
                    <a:pt x="9695" y="1883"/>
                    <a:pt x="9557" y="1631"/>
                    <a:pt x="9623" y="1383"/>
                  </a:cubicBezTo>
                  <a:cubicBezTo>
                    <a:pt x="9649" y="1290"/>
                    <a:pt x="9696" y="1213"/>
                    <a:pt x="9761" y="1154"/>
                  </a:cubicBezTo>
                  <a:lnTo>
                    <a:pt x="9686" y="1035"/>
                  </a:lnTo>
                  <a:cubicBezTo>
                    <a:pt x="9612" y="1107"/>
                    <a:pt x="9519" y="1149"/>
                    <a:pt x="9423" y="1149"/>
                  </a:cubicBezTo>
                  <a:cubicBezTo>
                    <a:pt x="9396" y="1149"/>
                    <a:pt x="9369" y="1145"/>
                    <a:pt x="9343" y="1139"/>
                  </a:cubicBezTo>
                  <a:cubicBezTo>
                    <a:pt x="9141" y="1084"/>
                    <a:pt x="9028" y="848"/>
                    <a:pt x="9092" y="609"/>
                  </a:cubicBezTo>
                  <a:cubicBezTo>
                    <a:pt x="9121" y="502"/>
                    <a:pt x="9179" y="416"/>
                    <a:pt x="9252" y="353"/>
                  </a:cubicBezTo>
                  <a:lnTo>
                    <a:pt x="9178" y="232"/>
                  </a:lnTo>
                  <a:cubicBezTo>
                    <a:pt x="9121" y="265"/>
                    <a:pt x="9062" y="297"/>
                    <a:pt x="8999" y="325"/>
                  </a:cubicBezTo>
                  <a:cubicBezTo>
                    <a:pt x="8751" y="437"/>
                    <a:pt x="8495" y="489"/>
                    <a:pt x="8250" y="489"/>
                  </a:cubicBezTo>
                  <a:cubicBezTo>
                    <a:pt x="7804" y="489"/>
                    <a:pt x="7396" y="315"/>
                    <a:pt x="71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6" name="Google Shape;1466;p140"/>
            <p:cNvSpPr/>
            <p:nvPr/>
          </p:nvSpPr>
          <p:spPr>
            <a:xfrm>
              <a:off x="964825" y="2224500"/>
              <a:ext cx="269875" cy="210225"/>
            </a:xfrm>
            <a:custGeom>
              <a:rect b="b" l="l" r="r" t="t"/>
              <a:pathLst>
                <a:path extrusionOk="0" h="8409" w="10795">
                  <a:moveTo>
                    <a:pt x="7147" y="0"/>
                  </a:moveTo>
                  <a:lnTo>
                    <a:pt x="505" y="4665"/>
                  </a:lnTo>
                  <a:cubicBezTo>
                    <a:pt x="535" y="4711"/>
                    <a:pt x="563" y="4761"/>
                    <a:pt x="586" y="4813"/>
                  </a:cubicBezTo>
                  <a:cubicBezTo>
                    <a:pt x="844" y="5391"/>
                    <a:pt x="583" y="6085"/>
                    <a:pt x="1" y="6502"/>
                  </a:cubicBezTo>
                  <a:lnTo>
                    <a:pt x="89" y="6638"/>
                  </a:lnTo>
                  <a:cubicBezTo>
                    <a:pt x="129" y="6618"/>
                    <a:pt x="172" y="6605"/>
                    <a:pt x="216" y="6605"/>
                  </a:cubicBezTo>
                  <a:cubicBezTo>
                    <a:pt x="237" y="6605"/>
                    <a:pt x="257" y="6608"/>
                    <a:pt x="278" y="6614"/>
                  </a:cubicBezTo>
                  <a:cubicBezTo>
                    <a:pt x="414" y="6649"/>
                    <a:pt x="497" y="6788"/>
                    <a:pt x="462" y="6927"/>
                  </a:cubicBezTo>
                  <a:cubicBezTo>
                    <a:pt x="447" y="6986"/>
                    <a:pt x="409" y="7030"/>
                    <a:pt x="364" y="7063"/>
                  </a:cubicBezTo>
                  <a:lnTo>
                    <a:pt x="443" y="7185"/>
                  </a:lnTo>
                  <a:cubicBezTo>
                    <a:pt x="490" y="7154"/>
                    <a:pt x="544" y="7137"/>
                    <a:pt x="601" y="7137"/>
                  </a:cubicBezTo>
                  <a:cubicBezTo>
                    <a:pt x="624" y="7137"/>
                    <a:pt x="647" y="7140"/>
                    <a:pt x="671" y="7146"/>
                  </a:cubicBezTo>
                  <a:cubicBezTo>
                    <a:pt x="827" y="7188"/>
                    <a:pt x="917" y="7351"/>
                    <a:pt x="877" y="7510"/>
                  </a:cubicBezTo>
                  <a:cubicBezTo>
                    <a:pt x="858" y="7580"/>
                    <a:pt x="814" y="7636"/>
                    <a:pt x="759" y="7674"/>
                  </a:cubicBezTo>
                  <a:lnTo>
                    <a:pt x="834" y="7789"/>
                  </a:lnTo>
                  <a:cubicBezTo>
                    <a:pt x="879" y="7748"/>
                    <a:pt x="940" y="7722"/>
                    <a:pt x="1004" y="7722"/>
                  </a:cubicBezTo>
                  <a:cubicBezTo>
                    <a:pt x="1025" y="7722"/>
                    <a:pt x="1046" y="7725"/>
                    <a:pt x="1067" y="7730"/>
                  </a:cubicBezTo>
                  <a:cubicBezTo>
                    <a:pt x="1212" y="7768"/>
                    <a:pt x="1299" y="7916"/>
                    <a:pt x="1260" y="8061"/>
                  </a:cubicBezTo>
                  <a:cubicBezTo>
                    <a:pt x="1239" y="8140"/>
                    <a:pt x="1186" y="8200"/>
                    <a:pt x="1117" y="8233"/>
                  </a:cubicBezTo>
                  <a:lnTo>
                    <a:pt x="1200" y="8359"/>
                  </a:lnTo>
                  <a:cubicBezTo>
                    <a:pt x="1569" y="8036"/>
                    <a:pt x="1904" y="7906"/>
                    <a:pt x="2197" y="7906"/>
                  </a:cubicBezTo>
                  <a:cubicBezTo>
                    <a:pt x="2574" y="7906"/>
                    <a:pt x="2879" y="8120"/>
                    <a:pt x="3093" y="8409"/>
                  </a:cubicBezTo>
                  <a:lnTo>
                    <a:pt x="10203" y="4388"/>
                  </a:lnTo>
                  <a:cubicBezTo>
                    <a:pt x="10170" y="4338"/>
                    <a:pt x="10140" y="4286"/>
                    <a:pt x="10115" y="4230"/>
                  </a:cubicBezTo>
                  <a:cubicBezTo>
                    <a:pt x="9863" y="3665"/>
                    <a:pt x="10239" y="3148"/>
                    <a:pt x="10795" y="2731"/>
                  </a:cubicBezTo>
                  <a:lnTo>
                    <a:pt x="10720" y="2618"/>
                  </a:lnTo>
                  <a:cubicBezTo>
                    <a:pt x="10683" y="2629"/>
                    <a:pt x="10645" y="2635"/>
                    <a:pt x="10606" y="2635"/>
                  </a:cubicBezTo>
                  <a:cubicBezTo>
                    <a:pt x="10576" y="2635"/>
                    <a:pt x="10546" y="2631"/>
                    <a:pt x="10515" y="2624"/>
                  </a:cubicBezTo>
                  <a:cubicBezTo>
                    <a:pt x="10322" y="2574"/>
                    <a:pt x="10206" y="2376"/>
                    <a:pt x="10258" y="2187"/>
                  </a:cubicBezTo>
                  <a:cubicBezTo>
                    <a:pt x="10272" y="2133"/>
                    <a:pt x="10299" y="2084"/>
                    <a:pt x="10335" y="2046"/>
                  </a:cubicBezTo>
                  <a:lnTo>
                    <a:pt x="10241" y="1904"/>
                  </a:lnTo>
                  <a:cubicBezTo>
                    <a:pt x="10178" y="1937"/>
                    <a:pt x="10109" y="1954"/>
                    <a:pt x="10038" y="1954"/>
                  </a:cubicBezTo>
                  <a:cubicBezTo>
                    <a:pt x="10003" y="1954"/>
                    <a:pt x="9968" y="1950"/>
                    <a:pt x="9933" y="1941"/>
                  </a:cubicBezTo>
                  <a:cubicBezTo>
                    <a:pt x="9697" y="1878"/>
                    <a:pt x="9559" y="1628"/>
                    <a:pt x="9625" y="1381"/>
                  </a:cubicBezTo>
                  <a:cubicBezTo>
                    <a:pt x="9649" y="1290"/>
                    <a:pt x="9698" y="1211"/>
                    <a:pt x="9762" y="1152"/>
                  </a:cubicBezTo>
                  <a:lnTo>
                    <a:pt x="9688" y="1034"/>
                  </a:lnTo>
                  <a:cubicBezTo>
                    <a:pt x="9613" y="1105"/>
                    <a:pt x="9520" y="1147"/>
                    <a:pt x="9425" y="1147"/>
                  </a:cubicBezTo>
                  <a:cubicBezTo>
                    <a:pt x="9398" y="1147"/>
                    <a:pt x="9371" y="1144"/>
                    <a:pt x="9344" y="1137"/>
                  </a:cubicBezTo>
                  <a:cubicBezTo>
                    <a:pt x="9141" y="1082"/>
                    <a:pt x="9029" y="846"/>
                    <a:pt x="9094" y="608"/>
                  </a:cubicBezTo>
                  <a:cubicBezTo>
                    <a:pt x="9122" y="501"/>
                    <a:pt x="9181" y="415"/>
                    <a:pt x="9254" y="352"/>
                  </a:cubicBezTo>
                  <a:lnTo>
                    <a:pt x="9180" y="232"/>
                  </a:lnTo>
                  <a:cubicBezTo>
                    <a:pt x="9122" y="266"/>
                    <a:pt x="9062" y="296"/>
                    <a:pt x="9001" y="325"/>
                  </a:cubicBezTo>
                  <a:cubicBezTo>
                    <a:pt x="8753" y="436"/>
                    <a:pt x="8497" y="488"/>
                    <a:pt x="8252" y="488"/>
                  </a:cubicBezTo>
                  <a:cubicBezTo>
                    <a:pt x="7806" y="488"/>
                    <a:pt x="7397" y="314"/>
                    <a:pt x="714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7" name="Google Shape;1467;p140"/>
            <p:cNvSpPr/>
            <p:nvPr/>
          </p:nvSpPr>
          <p:spPr>
            <a:xfrm>
              <a:off x="985350" y="2241175"/>
              <a:ext cx="224125" cy="176700"/>
            </a:xfrm>
            <a:custGeom>
              <a:rect b="b" l="l" r="r" t="t"/>
              <a:pathLst>
                <a:path extrusionOk="0" h="7068" w="8965">
                  <a:moveTo>
                    <a:pt x="5879" y="265"/>
                  </a:moveTo>
                  <a:cubicBezTo>
                    <a:pt x="6075" y="509"/>
                    <a:pt x="6394" y="645"/>
                    <a:pt x="6740" y="645"/>
                  </a:cubicBezTo>
                  <a:cubicBezTo>
                    <a:pt x="6930" y="645"/>
                    <a:pt x="7129" y="604"/>
                    <a:pt x="7321" y="518"/>
                  </a:cubicBezTo>
                  <a:cubicBezTo>
                    <a:pt x="7368" y="497"/>
                    <a:pt x="7415" y="471"/>
                    <a:pt x="7460" y="447"/>
                  </a:cubicBezTo>
                  <a:lnTo>
                    <a:pt x="8614" y="2262"/>
                  </a:lnTo>
                  <a:cubicBezTo>
                    <a:pt x="8183" y="2588"/>
                    <a:pt x="7994" y="3114"/>
                    <a:pt x="8188" y="3553"/>
                  </a:cubicBezTo>
                  <a:cubicBezTo>
                    <a:pt x="8208" y="3596"/>
                    <a:pt x="8231" y="3636"/>
                    <a:pt x="8259" y="3676"/>
                  </a:cubicBezTo>
                  <a:lnTo>
                    <a:pt x="2737" y="6797"/>
                  </a:lnTo>
                  <a:cubicBezTo>
                    <a:pt x="2544" y="6536"/>
                    <a:pt x="2217" y="6391"/>
                    <a:pt x="1860" y="6391"/>
                  </a:cubicBezTo>
                  <a:cubicBezTo>
                    <a:pt x="1670" y="6391"/>
                    <a:pt x="1471" y="6432"/>
                    <a:pt x="1280" y="6518"/>
                  </a:cubicBezTo>
                  <a:cubicBezTo>
                    <a:pt x="1233" y="6539"/>
                    <a:pt x="1187" y="6562"/>
                    <a:pt x="1144" y="6589"/>
                  </a:cubicBezTo>
                  <a:lnTo>
                    <a:pt x="332" y="5315"/>
                  </a:lnTo>
                  <a:cubicBezTo>
                    <a:pt x="786" y="4993"/>
                    <a:pt x="988" y="4452"/>
                    <a:pt x="787" y="4004"/>
                  </a:cubicBezTo>
                  <a:cubicBezTo>
                    <a:pt x="769" y="3963"/>
                    <a:pt x="747" y="3925"/>
                    <a:pt x="723" y="3887"/>
                  </a:cubicBezTo>
                  <a:lnTo>
                    <a:pt x="5879" y="265"/>
                  </a:lnTo>
                  <a:close/>
                  <a:moveTo>
                    <a:pt x="6007" y="0"/>
                  </a:moveTo>
                  <a:lnTo>
                    <a:pt x="424" y="3921"/>
                  </a:lnTo>
                  <a:cubicBezTo>
                    <a:pt x="448" y="3960"/>
                    <a:pt x="472" y="4001"/>
                    <a:pt x="491" y="4046"/>
                  </a:cubicBezTo>
                  <a:cubicBezTo>
                    <a:pt x="709" y="4531"/>
                    <a:pt x="490" y="5116"/>
                    <a:pt x="0" y="5466"/>
                  </a:cubicBezTo>
                  <a:lnTo>
                    <a:pt x="876" y="6843"/>
                  </a:lnTo>
                  <a:cubicBezTo>
                    <a:pt x="923" y="6813"/>
                    <a:pt x="973" y="6788"/>
                    <a:pt x="1024" y="6764"/>
                  </a:cubicBezTo>
                  <a:cubicBezTo>
                    <a:pt x="1231" y="6672"/>
                    <a:pt x="1446" y="6628"/>
                    <a:pt x="1651" y="6628"/>
                  </a:cubicBezTo>
                  <a:cubicBezTo>
                    <a:pt x="2039" y="6628"/>
                    <a:pt x="2394" y="6785"/>
                    <a:pt x="2604" y="7068"/>
                  </a:cubicBezTo>
                  <a:lnTo>
                    <a:pt x="8578" y="3689"/>
                  </a:lnTo>
                  <a:cubicBezTo>
                    <a:pt x="8551" y="3646"/>
                    <a:pt x="8525" y="3603"/>
                    <a:pt x="8505" y="3556"/>
                  </a:cubicBezTo>
                  <a:cubicBezTo>
                    <a:pt x="8291" y="3082"/>
                    <a:pt x="8498" y="2511"/>
                    <a:pt x="8964" y="2160"/>
                  </a:cubicBezTo>
                  <a:lnTo>
                    <a:pt x="7716" y="196"/>
                  </a:lnTo>
                  <a:cubicBezTo>
                    <a:pt x="7667" y="225"/>
                    <a:pt x="7617" y="251"/>
                    <a:pt x="7566" y="275"/>
                  </a:cubicBezTo>
                  <a:cubicBezTo>
                    <a:pt x="7358" y="368"/>
                    <a:pt x="7143" y="412"/>
                    <a:pt x="6937" y="412"/>
                  </a:cubicBezTo>
                  <a:cubicBezTo>
                    <a:pt x="6562" y="412"/>
                    <a:pt x="6218" y="265"/>
                    <a:pt x="60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8" name="Google Shape;1468;p140"/>
            <p:cNvSpPr/>
            <p:nvPr/>
          </p:nvSpPr>
          <p:spPr>
            <a:xfrm>
              <a:off x="1029075" y="2281350"/>
              <a:ext cx="116625" cy="79025"/>
            </a:xfrm>
            <a:custGeom>
              <a:rect b="b" l="l" r="r" t="t"/>
              <a:pathLst>
                <a:path extrusionOk="0" h="3161" w="4665">
                  <a:moveTo>
                    <a:pt x="4616" y="1"/>
                  </a:moveTo>
                  <a:lnTo>
                    <a:pt x="0" y="3089"/>
                  </a:lnTo>
                  <a:lnTo>
                    <a:pt x="48" y="3160"/>
                  </a:lnTo>
                  <a:lnTo>
                    <a:pt x="4664" y="72"/>
                  </a:lnTo>
                  <a:lnTo>
                    <a:pt x="461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9" name="Google Shape;1469;p140"/>
            <p:cNvSpPr/>
            <p:nvPr/>
          </p:nvSpPr>
          <p:spPr>
            <a:xfrm>
              <a:off x="1036650" y="2324125"/>
              <a:ext cx="13525" cy="12250"/>
            </a:xfrm>
            <a:custGeom>
              <a:rect b="b" l="l" r="r" t="t"/>
              <a:pathLst>
                <a:path extrusionOk="0" h="490" w="541">
                  <a:moveTo>
                    <a:pt x="270" y="1"/>
                  </a:moveTo>
                  <a:cubicBezTo>
                    <a:pt x="162" y="1"/>
                    <a:pt x="63" y="73"/>
                    <a:pt x="34" y="182"/>
                  </a:cubicBezTo>
                  <a:cubicBezTo>
                    <a:pt x="1" y="314"/>
                    <a:pt x="77" y="446"/>
                    <a:pt x="208" y="481"/>
                  </a:cubicBezTo>
                  <a:cubicBezTo>
                    <a:pt x="229" y="487"/>
                    <a:pt x="250" y="490"/>
                    <a:pt x="271" y="490"/>
                  </a:cubicBezTo>
                  <a:cubicBezTo>
                    <a:pt x="379" y="490"/>
                    <a:pt x="479" y="418"/>
                    <a:pt x="506" y="308"/>
                  </a:cubicBezTo>
                  <a:cubicBezTo>
                    <a:pt x="541" y="178"/>
                    <a:pt x="463" y="43"/>
                    <a:pt x="333" y="9"/>
                  </a:cubicBezTo>
                  <a:cubicBezTo>
                    <a:pt x="312" y="3"/>
                    <a:pt x="291" y="1"/>
                    <a:pt x="2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0" name="Google Shape;1470;p140"/>
            <p:cNvSpPr/>
            <p:nvPr/>
          </p:nvSpPr>
          <p:spPr>
            <a:xfrm>
              <a:off x="1070725" y="2300375"/>
              <a:ext cx="13550" cy="12250"/>
            </a:xfrm>
            <a:custGeom>
              <a:rect b="b" l="l" r="r" t="t"/>
              <a:pathLst>
                <a:path extrusionOk="0" h="490" w="542">
                  <a:moveTo>
                    <a:pt x="272" y="1"/>
                  </a:moveTo>
                  <a:cubicBezTo>
                    <a:pt x="163" y="1"/>
                    <a:pt x="64" y="72"/>
                    <a:pt x="35" y="183"/>
                  </a:cubicBezTo>
                  <a:cubicBezTo>
                    <a:pt x="1" y="313"/>
                    <a:pt x="78" y="448"/>
                    <a:pt x="208" y="481"/>
                  </a:cubicBezTo>
                  <a:cubicBezTo>
                    <a:pt x="229" y="486"/>
                    <a:pt x="250" y="489"/>
                    <a:pt x="271" y="489"/>
                  </a:cubicBezTo>
                  <a:cubicBezTo>
                    <a:pt x="379" y="489"/>
                    <a:pt x="479" y="417"/>
                    <a:pt x="507" y="308"/>
                  </a:cubicBezTo>
                  <a:cubicBezTo>
                    <a:pt x="542" y="177"/>
                    <a:pt x="464" y="43"/>
                    <a:pt x="334" y="8"/>
                  </a:cubicBezTo>
                  <a:cubicBezTo>
                    <a:pt x="313" y="3"/>
                    <a:pt x="293" y="1"/>
                    <a:pt x="2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1" name="Google Shape;1471;p140"/>
            <p:cNvSpPr/>
            <p:nvPr/>
          </p:nvSpPr>
          <p:spPr>
            <a:xfrm>
              <a:off x="1096425" y="2280225"/>
              <a:ext cx="13525" cy="12225"/>
            </a:xfrm>
            <a:custGeom>
              <a:rect b="b" l="l" r="r" t="t"/>
              <a:pathLst>
                <a:path extrusionOk="0" h="489" w="541">
                  <a:moveTo>
                    <a:pt x="270" y="0"/>
                  </a:moveTo>
                  <a:cubicBezTo>
                    <a:pt x="162" y="0"/>
                    <a:pt x="62" y="72"/>
                    <a:pt x="33" y="182"/>
                  </a:cubicBezTo>
                  <a:cubicBezTo>
                    <a:pt x="0" y="312"/>
                    <a:pt x="79" y="447"/>
                    <a:pt x="208" y="481"/>
                  </a:cubicBezTo>
                  <a:cubicBezTo>
                    <a:pt x="229" y="486"/>
                    <a:pt x="249" y="489"/>
                    <a:pt x="269" y="489"/>
                  </a:cubicBezTo>
                  <a:cubicBezTo>
                    <a:pt x="378" y="489"/>
                    <a:pt x="478" y="417"/>
                    <a:pt x="506" y="306"/>
                  </a:cubicBezTo>
                  <a:cubicBezTo>
                    <a:pt x="540" y="176"/>
                    <a:pt x="463" y="41"/>
                    <a:pt x="333" y="9"/>
                  </a:cubicBezTo>
                  <a:cubicBezTo>
                    <a:pt x="312" y="3"/>
                    <a:pt x="291" y="0"/>
                    <a:pt x="2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2" name="Google Shape;1472;p140"/>
            <p:cNvSpPr/>
            <p:nvPr/>
          </p:nvSpPr>
          <p:spPr>
            <a:xfrm>
              <a:off x="964800" y="2313700"/>
              <a:ext cx="214975" cy="121025"/>
            </a:xfrm>
            <a:custGeom>
              <a:rect b="b" l="l" r="r" t="t"/>
              <a:pathLst>
                <a:path extrusionOk="0" h="4841" w="8599">
                  <a:moveTo>
                    <a:pt x="2062" y="1"/>
                  </a:moveTo>
                  <a:lnTo>
                    <a:pt x="503" y="1096"/>
                  </a:lnTo>
                  <a:cubicBezTo>
                    <a:pt x="534" y="1142"/>
                    <a:pt x="563" y="1192"/>
                    <a:pt x="586" y="1243"/>
                  </a:cubicBezTo>
                  <a:cubicBezTo>
                    <a:pt x="843" y="1822"/>
                    <a:pt x="582" y="2516"/>
                    <a:pt x="0" y="2933"/>
                  </a:cubicBezTo>
                  <a:lnTo>
                    <a:pt x="88" y="3069"/>
                  </a:lnTo>
                  <a:cubicBezTo>
                    <a:pt x="127" y="3048"/>
                    <a:pt x="170" y="3036"/>
                    <a:pt x="215" y="3036"/>
                  </a:cubicBezTo>
                  <a:cubicBezTo>
                    <a:pt x="236" y="3036"/>
                    <a:pt x="257" y="3038"/>
                    <a:pt x="278" y="3044"/>
                  </a:cubicBezTo>
                  <a:cubicBezTo>
                    <a:pt x="414" y="3080"/>
                    <a:pt x="496" y="3219"/>
                    <a:pt x="460" y="3358"/>
                  </a:cubicBezTo>
                  <a:cubicBezTo>
                    <a:pt x="446" y="3416"/>
                    <a:pt x="408" y="3461"/>
                    <a:pt x="364" y="3494"/>
                  </a:cubicBezTo>
                  <a:lnTo>
                    <a:pt x="443" y="3615"/>
                  </a:lnTo>
                  <a:cubicBezTo>
                    <a:pt x="489" y="3585"/>
                    <a:pt x="543" y="3568"/>
                    <a:pt x="599" y="3568"/>
                  </a:cubicBezTo>
                  <a:cubicBezTo>
                    <a:pt x="623" y="3568"/>
                    <a:pt x="646" y="3571"/>
                    <a:pt x="670" y="3577"/>
                  </a:cubicBezTo>
                  <a:cubicBezTo>
                    <a:pt x="825" y="3618"/>
                    <a:pt x="916" y="3782"/>
                    <a:pt x="875" y="3940"/>
                  </a:cubicBezTo>
                  <a:cubicBezTo>
                    <a:pt x="858" y="4011"/>
                    <a:pt x="813" y="4066"/>
                    <a:pt x="759" y="4105"/>
                  </a:cubicBezTo>
                  <a:lnTo>
                    <a:pt x="832" y="4220"/>
                  </a:lnTo>
                  <a:cubicBezTo>
                    <a:pt x="881" y="4179"/>
                    <a:pt x="944" y="4154"/>
                    <a:pt x="1009" y="4154"/>
                  </a:cubicBezTo>
                  <a:cubicBezTo>
                    <a:pt x="1030" y="4154"/>
                    <a:pt x="1051" y="4157"/>
                    <a:pt x="1073" y="4162"/>
                  </a:cubicBezTo>
                  <a:cubicBezTo>
                    <a:pt x="1217" y="4200"/>
                    <a:pt x="1303" y="4348"/>
                    <a:pt x="1266" y="4493"/>
                  </a:cubicBezTo>
                  <a:cubicBezTo>
                    <a:pt x="1244" y="4572"/>
                    <a:pt x="1190" y="4632"/>
                    <a:pt x="1123" y="4665"/>
                  </a:cubicBezTo>
                  <a:lnTo>
                    <a:pt x="1204" y="4791"/>
                  </a:lnTo>
                  <a:cubicBezTo>
                    <a:pt x="1572" y="4468"/>
                    <a:pt x="1906" y="4339"/>
                    <a:pt x="2199" y="4339"/>
                  </a:cubicBezTo>
                  <a:cubicBezTo>
                    <a:pt x="2575" y="4339"/>
                    <a:pt x="2880" y="4552"/>
                    <a:pt x="3094" y="4841"/>
                  </a:cubicBezTo>
                  <a:lnTo>
                    <a:pt x="8598" y="1729"/>
                  </a:lnTo>
                  <a:lnTo>
                    <a:pt x="2062" y="1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73" name="Google Shape;1473;p140"/>
          <p:cNvGrpSpPr/>
          <p:nvPr/>
        </p:nvGrpSpPr>
        <p:grpSpPr>
          <a:xfrm>
            <a:off x="6744800" y="3993550"/>
            <a:ext cx="337450" cy="554175"/>
            <a:chOff x="3774825" y="2347750"/>
            <a:chExt cx="337450" cy="554175"/>
          </a:xfrm>
        </p:grpSpPr>
        <p:sp>
          <p:nvSpPr>
            <p:cNvPr id="1474" name="Google Shape;1474;p140"/>
            <p:cNvSpPr/>
            <p:nvPr/>
          </p:nvSpPr>
          <p:spPr>
            <a:xfrm>
              <a:off x="3807225" y="2370000"/>
              <a:ext cx="81100" cy="193575"/>
            </a:xfrm>
            <a:custGeom>
              <a:rect b="b" l="l" r="r" t="t"/>
              <a:pathLst>
                <a:path extrusionOk="0" h="7743" w="3244">
                  <a:moveTo>
                    <a:pt x="0" y="1"/>
                  </a:moveTo>
                  <a:lnTo>
                    <a:pt x="2646" y="7742"/>
                  </a:lnTo>
                  <a:lnTo>
                    <a:pt x="3244" y="7506"/>
                  </a:lnTo>
                  <a:lnTo>
                    <a:pt x="626" y="6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5" name="Google Shape;1475;p140"/>
            <p:cNvSpPr/>
            <p:nvPr/>
          </p:nvSpPr>
          <p:spPr>
            <a:xfrm>
              <a:off x="3821925" y="2353800"/>
              <a:ext cx="135850" cy="21675"/>
            </a:xfrm>
            <a:custGeom>
              <a:rect b="b" l="l" r="r" t="t"/>
              <a:pathLst>
                <a:path extrusionOk="0" h="867" w="5434">
                  <a:moveTo>
                    <a:pt x="0" y="0"/>
                  </a:moveTo>
                  <a:lnTo>
                    <a:pt x="231" y="667"/>
                  </a:lnTo>
                  <a:lnTo>
                    <a:pt x="5289" y="866"/>
                  </a:lnTo>
                  <a:lnTo>
                    <a:pt x="5433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6" name="Google Shape;1476;p140"/>
            <p:cNvSpPr/>
            <p:nvPr/>
          </p:nvSpPr>
          <p:spPr>
            <a:xfrm>
              <a:off x="3796400" y="2506350"/>
              <a:ext cx="305975" cy="383650"/>
            </a:xfrm>
            <a:custGeom>
              <a:rect b="b" l="l" r="r" t="t"/>
              <a:pathLst>
                <a:path extrusionOk="0" h="15346" w="12239">
                  <a:moveTo>
                    <a:pt x="7264" y="1"/>
                  </a:moveTo>
                  <a:lnTo>
                    <a:pt x="1" y="4639"/>
                  </a:lnTo>
                  <a:lnTo>
                    <a:pt x="7363" y="15345"/>
                  </a:lnTo>
                  <a:lnTo>
                    <a:pt x="12239" y="12641"/>
                  </a:lnTo>
                  <a:lnTo>
                    <a:pt x="726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7" name="Google Shape;1477;p140"/>
            <p:cNvSpPr/>
            <p:nvPr/>
          </p:nvSpPr>
          <p:spPr>
            <a:xfrm>
              <a:off x="3939250" y="2506350"/>
              <a:ext cx="163125" cy="383675"/>
            </a:xfrm>
            <a:custGeom>
              <a:rect b="b" l="l" r="r" t="t"/>
              <a:pathLst>
                <a:path extrusionOk="0" h="15347" w="6525">
                  <a:moveTo>
                    <a:pt x="1550" y="1"/>
                  </a:moveTo>
                  <a:lnTo>
                    <a:pt x="2274" y="1840"/>
                  </a:lnTo>
                  <a:lnTo>
                    <a:pt x="2274" y="1840"/>
                  </a:lnTo>
                  <a:cubicBezTo>
                    <a:pt x="2064" y="1262"/>
                    <a:pt x="1824" y="650"/>
                    <a:pt x="1550" y="1"/>
                  </a:cubicBezTo>
                  <a:close/>
                  <a:moveTo>
                    <a:pt x="2274" y="1840"/>
                  </a:moveTo>
                  <a:lnTo>
                    <a:pt x="2274" y="1840"/>
                  </a:lnTo>
                  <a:cubicBezTo>
                    <a:pt x="6042" y="12206"/>
                    <a:pt x="0" y="11364"/>
                    <a:pt x="1649" y="15347"/>
                  </a:cubicBezTo>
                  <a:lnTo>
                    <a:pt x="6525" y="12641"/>
                  </a:lnTo>
                  <a:lnTo>
                    <a:pt x="2274" y="184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p140"/>
            <p:cNvSpPr/>
            <p:nvPr/>
          </p:nvSpPr>
          <p:spPr>
            <a:xfrm>
              <a:off x="3970825" y="2717175"/>
              <a:ext cx="49250" cy="59425"/>
            </a:xfrm>
            <a:custGeom>
              <a:rect b="b" l="l" r="r" t="t"/>
              <a:pathLst>
                <a:path extrusionOk="0" h="2377" w="1970">
                  <a:moveTo>
                    <a:pt x="1363" y="0"/>
                  </a:moveTo>
                  <a:cubicBezTo>
                    <a:pt x="721" y="0"/>
                    <a:pt x="1" y="1876"/>
                    <a:pt x="554" y="2311"/>
                  </a:cubicBezTo>
                  <a:cubicBezTo>
                    <a:pt x="611" y="2356"/>
                    <a:pt x="673" y="2377"/>
                    <a:pt x="738" y="2377"/>
                  </a:cubicBezTo>
                  <a:cubicBezTo>
                    <a:pt x="1056" y="2377"/>
                    <a:pt x="1447" y="1892"/>
                    <a:pt x="1685" y="1417"/>
                  </a:cubicBezTo>
                  <a:cubicBezTo>
                    <a:pt x="1969" y="844"/>
                    <a:pt x="1892" y="226"/>
                    <a:pt x="1510" y="35"/>
                  </a:cubicBezTo>
                  <a:cubicBezTo>
                    <a:pt x="1462" y="11"/>
                    <a:pt x="1413" y="0"/>
                    <a:pt x="13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9" name="Google Shape;1479;p140"/>
            <p:cNvSpPr/>
            <p:nvPr/>
          </p:nvSpPr>
          <p:spPr>
            <a:xfrm>
              <a:off x="4006800" y="2694100"/>
              <a:ext cx="15275" cy="18200"/>
            </a:xfrm>
            <a:custGeom>
              <a:rect b="b" l="l" r="r" t="t"/>
              <a:pathLst>
                <a:path extrusionOk="0" h="728" w="611">
                  <a:moveTo>
                    <a:pt x="343" y="0"/>
                  </a:moveTo>
                  <a:cubicBezTo>
                    <a:pt x="213" y="0"/>
                    <a:pt x="84" y="126"/>
                    <a:pt x="45" y="305"/>
                  </a:cubicBezTo>
                  <a:cubicBezTo>
                    <a:pt x="1" y="503"/>
                    <a:pt x="81" y="691"/>
                    <a:pt x="227" y="722"/>
                  </a:cubicBezTo>
                  <a:cubicBezTo>
                    <a:pt x="241" y="725"/>
                    <a:pt x="256" y="727"/>
                    <a:pt x="271" y="727"/>
                  </a:cubicBezTo>
                  <a:cubicBezTo>
                    <a:pt x="400" y="727"/>
                    <a:pt x="528" y="600"/>
                    <a:pt x="566" y="421"/>
                  </a:cubicBezTo>
                  <a:cubicBezTo>
                    <a:pt x="611" y="224"/>
                    <a:pt x="529" y="38"/>
                    <a:pt x="386" y="5"/>
                  </a:cubicBezTo>
                  <a:cubicBezTo>
                    <a:pt x="372" y="2"/>
                    <a:pt x="357" y="0"/>
                    <a:pt x="3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0" name="Google Shape;1480;p140"/>
            <p:cNvSpPr/>
            <p:nvPr/>
          </p:nvSpPr>
          <p:spPr>
            <a:xfrm>
              <a:off x="3988775" y="2694450"/>
              <a:ext cx="10475" cy="12200"/>
            </a:xfrm>
            <a:custGeom>
              <a:rect b="b" l="l" r="r" t="t"/>
              <a:pathLst>
                <a:path extrusionOk="0" h="488" w="419">
                  <a:moveTo>
                    <a:pt x="234" y="1"/>
                  </a:moveTo>
                  <a:cubicBezTo>
                    <a:pt x="145" y="1"/>
                    <a:pt x="59" y="85"/>
                    <a:pt x="30" y="206"/>
                  </a:cubicBezTo>
                  <a:cubicBezTo>
                    <a:pt x="0" y="337"/>
                    <a:pt x="56" y="463"/>
                    <a:pt x="152" y="485"/>
                  </a:cubicBezTo>
                  <a:cubicBezTo>
                    <a:pt x="162" y="487"/>
                    <a:pt x="172" y="488"/>
                    <a:pt x="182" y="488"/>
                  </a:cubicBezTo>
                  <a:cubicBezTo>
                    <a:pt x="271" y="488"/>
                    <a:pt x="358" y="404"/>
                    <a:pt x="385" y="283"/>
                  </a:cubicBezTo>
                  <a:cubicBezTo>
                    <a:pt x="418" y="150"/>
                    <a:pt x="362" y="25"/>
                    <a:pt x="264" y="4"/>
                  </a:cubicBezTo>
                  <a:cubicBezTo>
                    <a:pt x="254" y="2"/>
                    <a:pt x="244" y="1"/>
                    <a:pt x="2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1" name="Google Shape;1481;p140"/>
            <p:cNvSpPr/>
            <p:nvPr/>
          </p:nvSpPr>
          <p:spPr>
            <a:xfrm>
              <a:off x="3956550" y="2766325"/>
              <a:ext cx="10475" cy="12225"/>
            </a:xfrm>
            <a:custGeom>
              <a:rect b="b" l="l" r="r" t="t"/>
              <a:pathLst>
                <a:path extrusionOk="0" h="489" w="419">
                  <a:moveTo>
                    <a:pt x="236" y="0"/>
                  </a:moveTo>
                  <a:cubicBezTo>
                    <a:pt x="147" y="0"/>
                    <a:pt x="59" y="85"/>
                    <a:pt x="31" y="207"/>
                  </a:cubicBezTo>
                  <a:cubicBezTo>
                    <a:pt x="1" y="338"/>
                    <a:pt x="57" y="464"/>
                    <a:pt x="153" y="486"/>
                  </a:cubicBezTo>
                  <a:cubicBezTo>
                    <a:pt x="162" y="488"/>
                    <a:pt x="172" y="489"/>
                    <a:pt x="182" y="489"/>
                  </a:cubicBezTo>
                  <a:cubicBezTo>
                    <a:pt x="271" y="489"/>
                    <a:pt x="359" y="404"/>
                    <a:pt x="386" y="284"/>
                  </a:cubicBezTo>
                  <a:cubicBezTo>
                    <a:pt x="419" y="151"/>
                    <a:pt x="363" y="26"/>
                    <a:pt x="264" y="3"/>
                  </a:cubicBezTo>
                  <a:cubicBezTo>
                    <a:pt x="255" y="1"/>
                    <a:pt x="246" y="0"/>
                    <a:pt x="2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2" name="Google Shape;1482;p140"/>
            <p:cNvSpPr/>
            <p:nvPr/>
          </p:nvSpPr>
          <p:spPr>
            <a:xfrm>
              <a:off x="4008525" y="2779225"/>
              <a:ext cx="10875" cy="13275"/>
            </a:xfrm>
            <a:custGeom>
              <a:rect b="b" l="l" r="r" t="t"/>
              <a:pathLst>
                <a:path extrusionOk="0" h="531" w="435">
                  <a:moveTo>
                    <a:pt x="272" y="0"/>
                  </a:moveTo>
                  <a:cubicBezTo>
                    <a:pt x="188" y="0"/>
                    <a:pt x="96" y="84"/>
                    <a:pt x="52" y="207"/>
                  </a:cubicBezTo>
                  <a:cubicBezTo>
                    <a:pt x="0" y="350"/>
                    <a:pt x="32" y="492"/>
                    <a:pt x="124" y="524"/>
                  </a:cubicBezTo>
                  <a:cubicBezTo>
                    <a:pt x="136" y="528"/>
                    <a:pt x="150" y="530"/>
                    <a:pt x="163" y="530"/>
                  </a:cubicBezTo>
                  <a:cubicBezTo>
                    <a:pt x="246" y="530"/>
                    <a:pt x="338" y="446"/>
                    <a:pt x="383" y="323"/>
                  </a:cubicBezTo>
                  <a:cubicBezTo>
                    <a:pt x="434" y="180"/>
                    <a:pt x="403" y="40"/>
                    <a:pt x="311" y="7"/>
                  </a:cubicBezTo>
                  <a:cubicBezTo>
                    <a:pt x="298" y="2"/>
                    <a:pt x="285" y="0"/>
                    <a:pt x="2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3" name="Google Shape;1483;p140"/>
            <p:cNvSpPr/>
            <p:nvPr/>
          </p:nvSpPr>
          <p:spPr>
            <a:xfrm>
              <a:off x="4015900" y="2795575"/>
              <a:ext cx="5925" cy="7200"/>
            </a:xfrm>
            <a:custGeom>
              <a:rect b="b" l="l" r="r" t="t"/>
              <a:pathLst>
                <a:path extrusionOk="0" h="288" w="237">
                  <a:moveTo>
                    <a:pt x="150" y="1"/>
                  </a:moveTo>
                  <a:cubicBezTo>
                    <a:pt x="105" y="1"/>
                    <a:pt x="54" y="45"/>
                    <a:pt x="29" y="112"/>
                  </a:cubicBezTo>
                  <a:cubicBezTo>
                    <a:pt x="0" y="189"/>
                    <a:pt x="18" y="266"/>
                    <a:pt x="68" y="283"/>
                  </a:cubicBezTo>
                  <a:cubicBezTo>
                    <a:pt x="75" y="286"/>
                    <a:pt x="82" y="287"/>
                    <a:pt x="90" y="287"/>
                  </a:cubicBezTo>
                  <a:cubicBezTo>
                    <a:pt x="135" y="287"/>
                    <a:pt x="185" y="242"/>
                    <a:pt x="209" y="176"/>
                  </a:cubicBezTo>
                  <a:cubicBezTo>
                    <a:pt x="237" y="99"/>
                    <a:pt x="221" y="23"/>
                    <a:pt x="171" y="4"/>
                  </a:cubicBezTo>
                  <a:cubicBezTo>
                    <a:pt x="164" y="2"/>
                    <a:pt x="157" y="1"/>
                    <a:pt x="1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4" name="Google Shape;1484;p140"/>
            <p:cNvSpPr/>
            <p:nvPr/>
          </p:nvSpPr>
          <p:spPr>
            <a:xfrm>
              <a:off x="3961750" y="2846625"/>
              <a:ext cx="4850" cy="7450"/>
            </a:xfrm>
            <a:custGeom>
              <a:rect b="b" l="l" r="r" t="t"/>
              <a:pathLst>
                <a:path extrusionOk="0" h="298" w="194">
                  <a:moveTo>
                    <a:pt x="95" y="1"/>
                  </a:moveTo>
                  <a:cubicBezTo>
                    <a:pt x="94" y="1"/>
                    <a:pt x="92" y="1"/>
                    <a:pt x="91" y="1"/>
                  </a:cubicBezTo>
                  <a:cubicBezTo>
                    <a:pt x="39" y="4"/>
                    <a:pt x="0" y="72"/>
                    <a:pt x="5" y="154"/>
                  </a:cubicBezTo>
                  <a:cubicBezTo>
                    <a:pt x="7" y="234"/>
                    <a:pt x="51" y="297"/>
                    <a:pt x="100" y="297"/>
                  </a:cubicBezTo>
                  <a:cubicBezTo>
                    <a:pt x="102" y="297"/>
                    <a:pt x="103" y="297"/>
                    <a:pt x="105" y="297"/>
                  </a:cubicBezTo>
                  <a:cubicBezTo>
                    <a:pt x="155" y="294"/>
                    <a:pt x="194" y="226"/>
                    <a:pt x="191" y="144"/>
                  </a:cubicBezTo>
                  <a:cubicBezTo>
                    <a:pt x="185" y="63"/>
                    <a:pt x="143" y="1"/>
                    <a:pt x="95" y="1"/>
                  </a:cubicBezTo>
                  <a:close/>
                </a:path>
              </a:pathLst>
            </a:custGeom>
            <a:solidFill>
              <a:srgbClr val="FFAE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5" name="Google Shape;1485;p140"/>
            <p:cNvSpPr/>
            <p:nvPr/>
          </p:nvSpPr>
          <p:spPr>
            <a:xfrm>
              <a:off x="3982650" y="2798850"/>
              <a:ext cx="33175" cy="48250"/>
            </a:xfrm>
            <a:custGeom>
              <a:rect b="b" l="l" r="r" t="t"/>
              <a:pathLst>
                <a:path extrusionOk="0" h="1930" w="1327">
                  <a:moveTo>
                    <a:pt x="976" y="0"/>
                  </a:moveTo>
                  <a:cubicBezTo>
                    <a:pt x="737" y="0"/>
                    <a:pt x="420" y="321"/>
                    <a:pt x="224" y="782"/>
                  </a:cubicBezTo>
                  <a:cubicBezTo>
                    <a:pt x="0" y="1305"/>
                    <a:pt x="19" y="1812"/>
                    <a:pt x="262" y="1912"/>
                  </a:cubicBezTo>
                  <a:cubicBezTo>
                    <a:pt x="291" y="1924"/>
                    <a:pt x="321" y="1929"/>
                    <a:pt x="353" y="1929"/>
                  </a:cubicBezTo>
                  <a:cubicBezTo>
                    <a:pt x="592" y="1929"/>
                    <a:pt x="909" y="1609"/>
                    <a:pt x="1107" y="1147"/>
                  </a:cubicBezTo>
                  <a:cubicBezTo>
                    <a:pt x="1326" y="625"/>
                    <a:pt x="1310" y="118"/>
                    <a:pt x="1067" y="18"/>
                  </a:cubicBezTo>
                  <a:cubicBezTo>
                    <a:pt x="1038" y="6"/>
                    <a:pt x="1008" y="0"/>
                    <a:pt x="9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6" name="Google Shape;1486;p140"/>
            <p:cNvSpPr/>
            <p:nvPr/>
          </p:nvSpPr>
          <p:spPr>
            <a:xfrm>
              <a:off x="4010025" y="2667475"/>
              <a:ext cx="9875" cy="12300"/>
            </a:xfrm>
            <a:custGeom>
              <a:rect b="b" l="l" r="r" t="t"/>
              <a:pathLst>
                <a:path extrusionOk="0" h="492" w="395">
                  <a:moveTo>
                    <a:pt x="187" y="1"/>
                  </a:moveTo>
                  <a:cubicBezTo>
                    <a:pt x="181" y="1"/>
                    <a:pt x="175" y="1"/>
                    <a:pt x="169" y="2"/>
                  </a:cubicBezTo>
                  <a:cubicBezTo>
                    <a:pt x="69" y="15"/>
                    <a:pt x="1" y="137"/>
                    <a:pt x="16" y="270"/>
                  </a:cubicBezTo>
                  <a:cubicBezTo>
                    <a:pt x="32" y="397"/>
                    <a:pt x="115" y="491"/>
                    <a:pt x="207" y="491"/>
                  </a:cubicBezTo>
                  <a:cubicBezTo>
                    <a:pt x="214" y="491"/>
                    <a:pt x="220" y="491"/>
                    <a:pt x="227" y="490"/>
                  </a:cubicBezTo>
                  <a:cubicBezTo>
                    <a:pt x="327" y="477"/>
                    <a:pt x="394" y="356"/>
                    <a:pt x="378" y="222"/>
                  </a:cubicBezTo>
                  <a:cubicBezTo>
                    <a:pt x="365" y="96"/>
                    <a:pt x="281" y="1"/>
                    <a:pt x="1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7" name="Google Shape;1487;p140"/>
            <p:cNvSpPr/>
            <p:nvPr/>
          </p:nvSpPr>
          <p:spPr>
            <a:xfrm>
              <a:off x="3944275" y="2506350"/>
              <a:ext cx="156150" cy="339775"/>
            </a:xfrm>
            <a:custGeom>
              <a:rect b="b" l="l" r="r" t="t"/>
              <a:pathLst>
                <a:path extrusionOk="0" h="13591" w="6246">
                  <a:moveTo>
                    <a:pt x="1349" y="1"/>
                  </a:moveTo>
                  <a:lnTo>
                    <a:pt x="1" y="1457"/>
                  </a:lnTo>
                  <a:lnTo>
                    <a:pt x="3926" y="13590"/>
                  </a:lnTo>
                  <a:lnTo>
                    <a:pt x="6245" y="12438"/>
                  </a:lnTo>
                  <a:lnTo>
                    <a:pt x="1349" y="1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8" name="Google Shape;1488;p140"/>
            <p:cNvSpPr/>
            <p:nvPr/>
          </p:nvSpPr>
          <p:spPr>
            <a:xfrm>
              <a:off x="3820200" y="2547700"/>
              <a:ext cx="222800" cy="319725"/>
            </a:xfrm>
            <a:custGeom>
              <a:rect b="b" l="l" r="r" t="t"/>
              <a:pathLst>
                <a:path extrusionOk="0" h="12789" w="8912">
                  <a:moveTo>
                    <a:pt x="6755" y="0"/>
                  </a:moveTo>
                  <a:lnTo>
                    <a:pt x="104" y="3483"/>
                  </a:lnTo>
                  <a:lnTo>
                    <a:pt x="1" y="4366"/>
                  </a:lnTo>
                  <a:lnTo>
                    <a:pt x="1193" y="4187"/>
                  </a:lnTo>
                  <a:lnTo>
                    <a:pt x="7632" y="12788"/>
                  </a:lnTo>
                  <a:lnTo>
                    <a:pt x="8912" y="11999"/>
                  </a:lnTo>
                  <a:lnTo>
                    <a:pt x="5690" y="2074"/>
                  </a:lnTo>
                  <a:lnTo>
                    <a:pt x="6755" y="0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9" name="Google Shape;1489;p140"/>
            <p:cNvSpPr/>
            <p:nvPr/>
          </p:nvSpPr>
          <p:spPr>
            <a:xfrm>
              <a:off x="3789575" y="2495625"/>
              <a:ext cx="180575" cy="124125"/>
            </a:xfrm>
            <a:custGeom>
              <a:rect b="b" l="l" r="r" t="t"/>
              <a:pathLst>
                <a:path extrusionOk="0" h="4965" w="7223">
                  <a:moveTo>
                    <a:pt x="6508" y="0"/>
                  </a:moveTo>
                  <a:lnTo>
                    <a:pt x="0" y="3508"/>
                  </a:lnTo>
                  <a:lnTo>
                    <a:pt x="629" y="4965"/>
                  </a:lnTo>
                  <a:lnTo>
                    <a:pt x="7222" y="1101"/>
                  </a:lnTo>
                  <a:lnTo>
                    <a:pt x="650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0" name="Google Shape;1490;p140"/>
            <p:cNvSpPr/>
            <p:nvPr/>
          </p:nvSpPr>
          <p:spPr>
            <a:xfrm>
              <a:off x="3789575" y="2533625"/>
              <a:ext cx="135800" cy="86125"/>
            </a:xfrm>
            <a:custGeom>
              <a:rect b="b" l="l" r="r" t="t"/>
              <a:pathLst>
                <a:path extrusionOk="0" h="3445" w="5432">
                  <a:moveTo>
                    <a:pt x="3960" y="1"/>
                  </a:moveTo>
                  <a:lnTo>
                    <a:pt x="0" y="1988"/>
                  </a:lnTo>
                  <a:lnTo>
                    <a:pt x="629" y="3445"/>
                  </a:lnTo>
                  <a:lnTo>
                    <a:pt x="5432" y="884"/>
                  </a:lnTo>
                  <a:lnTo>
                    <a:pt x="3960" y="1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1" name="Google Shape;1491;p140"/>
            <p:cNvSpPr/>
            <p:nvPr/>
          </p:nvSpPr>
          <p:spPr>
            <a:xfrm>
              <a:off x="3789575" y="2559325"/>
              <a:ext cx="69950" cy="60425"/>
            </a:xfrm>
            <a:custGeom>
              <a:rect b="b" l="l" r="r" t="t"/>
              <a:pathLst>
                <a:path extrusionOk="0" h="2417" w="2798">
                  <a:moveTo>
                    <a:pt x="1940" y="0"/>
                  </a:moveTo>
                  <a:lnTo>
                    <a:pt x="0" y="960"/>
                  </a:lnTo>
                  <a:lnTo>
                    <a:pt x="629" y="2417"/>
                  </a:lnTo>
                  <a:lnTo>
                    <a:pt x="2798" y="649"/>
                  </a:lnTo>
                  <a:lnTo>
                    <a:pt x="1940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2" name="Google Shape;1492;p140"/>
            <p:cNvSpPr/>
            <p:nvPr/>
          </p:nvSpPr>
          <p:spPr>
            <a:xfrm>
              <a:off x="3798725" y="2559975"/>
              <a:ext cx="71150" cy="83875"/>
            </a:xfrm>
            <a:custGeom>
              <a:rect b="b" l="l" r="r" t="t"/>
              <a:pathLst>
                <a:path extrusionOk="0" h="3355" w="2846">
                  <a:moveTo>
                    <a:pt x="2377" y="0"/>
                  </a:moveTo>
                  <a:lnTo>
                    <a:pt x="1" y="1748"/>
                  </a:lnTo>
                  <a:lnTo>
                    <a:pt x="676" y="3354"/>
                  </a:lnTo>
                  <a:lnTo>
                    <a:pt x="2845" y="1588"/>
                  </a:lnTo>
                  <a:lnTo>
                    <a:pt x="2377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3" name="Google Shape;1493;p140"/>
            <p:cNvSpPr/>
            <p:nvPr/>
          </p:nvSpPr>
          <p:spPr>
            <a:xfrm>
              <a:off x="3776250" y="2490250"/>
              <a:ext cx="231125" cy="175500"/>
            </a:xfrm>
            <a:custGeom>
              <a:rect b="b" l="l" r="r" t="t"/>
              <a:pathLst>
                <a:path extrusionOk="0" h="7020" w="9245">
                  <a:moveTo>
                    <a:pt x="8173" y="1"/>
                  </a:moveTo>
                  <a:lnTo>
                    <a:pt x="1" y="5566"/>
                  </a:lnTo>
                  <a:lnTo>
                    <a:pt x="1226" y="7019"/>
                  </a:lnTo>
                  <a:lnTo>
                    <a:pt x="9244" y="2089"/>
                  </a:lnTo>
                  <a:lnTo>
                    <a:pt x="817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4" name="Google Shape;1494;p140"/>
            <p:cNvSpPr/>
            <p:nvPr/>
          </p:nvSpPr>
          <p:spPr>
            <a:xfrm>
              <a:off x="3806600" y="2360850"/>
              <a:ext cx="26875" cy="17725"/>
            </a:xfrm>
            <a:custGeom>
              <a:rect b="b" l="l" r="r" t="t"/>
              <a:pathLst>
                <a:path extrusionOk="0" h="709" w="1075">
                  <a:moveTo>
                    <a:pt x="363" y="0"/>
                  </a:moveTo>
                  <a:lnTo>
                    <a:pt x="1" y="83"/>
                  </a:lnTo>
                  <a:lnTo>
                    <a:pt x="578" y="709"/>
                  </a:lnTo>
                  <a:lnTo>
                    <a:pt x="1074" y="258"/>
                  </a:lnTo>
                  <a:lnTo>
                    <a:pt x="36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5" name="Google Shape;1495;p140"/>
            <p:cNvSpPr/>
            <p:nvPr/>
          </p:nvSpPr>
          <p:spPr>
            <a:xfrm>
              <a:off x="3808675" y="2354750"/>
              <a:ext cx="20150" cy="20925"/>
            </a:xfrm>
            <a:custGeom>
              <a:rect b="b" l="l" r="r" t="t"/>
              <a:pathLst>
                <a:path extrusionOk="0" h="837" w="806">
                  <a:moveTo>
                    <a:pt x="1" y="1"/>
                  </a:moveTo>
                  <a:lnTo>
                    <a:pt x="493" y="837"/>
                  </a:lnTo>
                  <a:lnTo>
                    <a:pt x="805" y="646"/>
                  </a:lnTo>
                  <a:lnTo>
                    <a:pt x="397" y="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6" name="Google Shape;1496;p140"/>
            <p:cNvSpPr/>
            <p:nvPr/>
          </p:nvSpPr>
          <p:spPr>
            <a:xfrm>
              <a:off x="3817100" y="2347750"/>
              <a:ext cx="13425" cy="22825"/>
            </a:xfrm>
            <a:custGeom>
              <a:rect b="b" l="l" r="r" t="t"/>
              <a:pathLst>
                <a:path extrusionOk="0" h="913" w="537">
                  <a:moveTo>
                    <a:pt x="0" y="0"/>
                  </a:moveTo>
                  <a:lnTo>
                    <a:pt x="56" y="911"/>
                  </a:lnTo>
                  <a:lnTo>
                    <a:pt x="537" y="912"/>
                  </a:lnTo>
                  <a:lnTo>
                    <a:pt x="385" y="2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7" name="Google Shape;1497;p140"/>
            <p:cNvSpPr/>
            <p:nvPr/>
          </p:nvSpPr>
          <p:spPr>
            <a:xfrm>
              <a:off x="3965150" y="2810300"/>
              <a:ext cx="147125" cy="91625"/>
            </a:xfrm>
            <a:custGeom>
              <a:rect b="b" l="l" r="r" t="t"/>
              <a:pathLst>
                <a:path extrusionOk="0" h="3665" w="5885">
                  <a:moveTo>
                    <a:pt x="5645" y="1"/>
                  </a:moveTo>
                  <a:lnTo>
                    <a:pt x="0" y="3001"/>
                  </a:lnTo>
                  <a:lnTo>
                    <a:pt x="367" y="3664"/>
                  </a:lnTo>
                  <a:lnTo>
                    <a:pt x="5884" y="400"/>
                  </a:lnTo>
                  <a:lnTo>
                    <a:pt x="56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8" name="Google Shape;1498;p140"/>
            <p:cNvSpPr/>
            <p:nvPr/>
          </p:nvSpPr>
          <p:spPr>
            <a:xfrm>
              <a:off x="3776250" y="2577050"/>
              <a:ext cx="111775" cy="88700"/>
            </a:xfrm>
            <a:custGeom>
              <a:rect b="b" l="l" r="r" t="t"/>
              <a:pathLst>
                <a:path extrusionOk="0" h="3548" w="4471">
                  <a:moveTo>
                    <a:pt x="3060" y="0"/>
                  </a:moveTo>
                  <a:lnTo>
                    <a:pt x="1" y="2094"/>
                  </a:lnTo>
                  <a:lnTo>
                    <a:pt x="1226" y="3547"/>
                  </a:lnTo>
                  <a:lnTo>
                    <a:pt x="4470" y="1552"/>
                  </a:lnTo>
                  <a:lnTo>
                    <a:pt x="3060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9" name="Google Shape;1499;p140"/>
            <p:cNvSpPr/>
            <p:nvPr/>
          </p:nvSpPr>
          <p:spPr>
            <a:xfrm>
              <a:off x="3774825" y="2629000"/>
              <a:ext cx="46725" cy="37350"/>
            </a:xfrm>
            <a:custGeom>
              <a:rect b="b" l="l" r="r" t="t"/>
              <a:pathLst>
                <a:path extrusionOk="0" h="1494" w="1869">
                  <a:moveTo>
                    <a:pt x="1" y="1"/>
                  </a:moveTo>
                  <a:lnTo>
                    <a:pt x="1260" y="1494"/>
                  </a:lnTo>
                  <a:lnTo>
                    <a:pt x="1869" y="113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0" name="Google Shape;1500;p140"/>
            <p:cNvSpPr/>
            <p:nvPr/>
          </p:nvSpPr>
          <p:spPr>
            <a:xfrm>
              <a:off x="3857750" y="2538675"/>
              <a:ext cx="105925" cy="74675"/>
            </a:xfrm>
            <a:custGeom>
              <a:rect b="b" l="l" r="r" t="t"/>
              <a:pathLst>
                <a:path extrusionOk="0" h="2987" w="4237">
                  <a:moveTo>
                    <a:pt x="3094" y="0"/>
                  </a:moveTo>
                  <a:lnTo>
                    <a:pt x="0" y="2033"/>
                  </a:lnTo>
                  <a:lnTo>
                    <a:pt x="845" y="2987"/>
                  </a:lnTo>
                  <a:lnTo>
                    <a:pt x="4236" y="898"/>
                  </a:lnTo>
                  <a:lnTo>
                    <a:pt x="3094" y="0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1" name="Google Shape;1501;p140"/>
            <p:cNvSpPr/>
            <p:nvPr/>
          </p:nvSpPr>
          <p:spPr>
            <a:xfrm>
              <a:off x="3941100" y="2504525"/>
              <a:ext cx="35000" cy="30050"/>
            </a:xfrm>
            <a:custGeom>
              <a:rect b="b" l="l" r="r" t="t"/>
              <a:pathLst>
                <a:path extrusionOk="0" h="1202" w="1400">
                  <a:moveTo>
                    <a:pt x="1096" y="1"/>
                  </a:moveTo>
                  <a:lnTo>
                    <a:pt x="0" y="764"/>
                  </a:lnTo>
                  <a:lnTo>
                    <a:pt x="307" y="1202"/>
                  </a:lnTo>
                  <a:lnTo>
                    <a:pt x="1399" y="439"/>
                  </a:lnTo>
                  <a:lnTo>
                    <a:pt x="1096" y="1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2" name="Google Shape;1502;p140"/>
            <p:cNvSpPr/>
            <p:nvPr/>
          </p:nvSpPr>
          <p:spPr>
            <a:xfrm>
              <a:off x="3940000" y="2354075"/>
              <a:ext cx="26400" cy="21575"/>
            </a:xfrm>
            <a:custGeom>
              <a:rect b="b" l="l" r="r" t="t"/>
              <a:pathLst>
                <a:path extrusionOk="0" h="863" w="1056">
                  <a:moveTo>
                    <a:pt x="630" y="1"/>
                  </a:moveTo>
                  <a:cubicBezTo>
                    <a:pt x="0" y="530"/>
                    <a:pt x="567" y="862"/>
                    <a:pt x="567" y="862"/>
                  </a:cubicBezTo>
                  <a:cubicBezTo>
                    <a:pt x="1055" y="472"/>
                    <a:pt x="630" y="1"/>
                    <a:pt x="6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03" name="Google Shape;1503;p140"/>
          <p:cNvGrpSpPr/>
          <p:nvPr/>
        </p:nvGrpSpPr>
        <p:grpSpPr>
          <a:xfrm>
            <a:off x="7436713" y="3558675"/>
            <a:ext cx="725625" cy="523625"/>
            <a:chOff x="1297850" y="2427550"/>
            <a:chExt cx="725625" cy="523625"/>
          </a:xfrm>
        </p:grpSpPr>
        <p:sp>
          <p:nvSpPr>
            <p:cNvPr id="1504" name="Google Shape;1504;p140"/>
            <p:cNvSpPr/>
            <p:nvPr/>
          </p:nvSpPr>
          <p:spPr>
            <a:xfrm>
              <a:off x="1614150" y="2443475"/>
              <a:ext cx="409300" cy="401675"/>
            </a:xfrm>
            <a:custGeom>
              <a:rect b="b" l="l" r="r" t="t"/>
              <a:pathLst>
                <a:path extrusionOk="0" h="16067" w="16372">
                  <a:moveTo>
                    <a:pt x="14404" y="1"/>
                  </a:moveTo>
                  <a:cubicBezTo>
                    <a:pt x="6319" y="1156"/>
                    <a:pt x="12139" y="10697"/>
                    <a:pt x="0" y="16067"/>
                  </a:cubicBezTo>
                  <a:cubicBezTo>
                    <a:pt x="0" y="16067"/>
                    <a:pt x="7594" y="14058"/>
                    <a:pt x="9487" y="8402"/>
                  </a:cubicBezTo>
                  <a:cubicBezTo>
                    <a:pt x="11260" y="3107"/>
                    <a:pt x="12518" y="1193"/>
                    <a:pt x="15528" y="1193"/>
                  </a:cubicBezTo>
                  <a:cubicBezTo>
                    <a:pt x="15795" y="1193"/>
                    <a:pt x="16075" y="1208"/>
                    <a:pt x="16371" y="1237"/>
                  </a:cubicBezTo>
                  <a:lnTo>
                    <a:pt x="1440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5" name="Google Shape;1505;p140"/>
            <p:cNvSpPr/>
            <p:nvPr/>
          </p:nvSpPr>
          <p:spPr>
            <a:xfrm>
              <a:off x="1596150" y="2432675"/>
              <a:ext cx="409300" cy="403325"/>
            </a:xfrm>
            <a:custGeom>
              <a:rect b="b" l="l" r="r" t="t"/>
              <a:pathLst>
                <a:path extrusionOk="0" h="16133" w="16372">
                  <a:moveTo>
                    <a:pt x="14666" y="0"/>
                  </a:moveTo>
                  <a:cubicBezTo>
                    <a:pt x="6582" y="1158"/>
                    <a:pt x="12139" y="10764"/>
                    <a:pt x="0" y="16132"/>
                  </a:cubicBezTo>
                  <a:cubicBezTo>
                    <a:pt x="0" y="16132"/>
                    <a:pt x="7594" y="14121"/>
                    <a:pt x="9488" y="8465"/>
                  </a:cubicBezTo>
                  <a:cubicBezTo>
                    <a:pt x="11260" y="3170"/>
                    <a:pt x="12519" y="1256"/>
                    <a:pt x="15529" y="1256"/>
                  </a:cubicBezTo>
                  <a:cubicBezTo>
                    <a:pt x="15795" y="1256"/>
                    <a:pt x="16076" y="1271"/>
                    <a:pt x="16371" y="1300"/>
                  </a:cubicBezTo>
                  <a:lnTo>
                    <a:pt x="1466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p140"/>
            <p:cNvSpPr/>
            <p:nvPr/>
          </p:nvSpPr>
          <p:spPr>
            <a:xfrm>
              <a:off x="1606125" y="2439000"/>
              <a:ext cx="405175" cy="409950"/>
            </a:xfrm>
            <a:custGeom>
              <a:rect b="b" l="l" r="r" t="t"/>
              <a:pathLst>
                <a:path extrusionOk="0" h="16398" w="16207">
                  <a:moveTo>
                    <a:pt x="14251" y="1"/>
                  </a:moveTo>
                  <a:cubicBezTo>
                    <a:pt x="6229" y="1295"/>
                    <a:pt x="12032" y="10800"/>
                    <a:pt x="0" y="16397"/>
                  </a:cubicBezTo>
                  <a:cubicBezTo>
                    <a:pt x="0" y="16397"/>
                    <a:pt x="7530" y="14253"/>
                    <a:pt x="9396" y="8531"/>
                  </a:cubicBezTo>
                  <a:cubicBezTo>
                    <a:pt x="11162" y="3105"/>
                    <a:pt x="12414" y="1180"/>
                    <a:pt x="15488" y="1180"/>
                  </a:cubicBezTo>
                  <a:cubicBezTo>
                    <a:pt x="15717" y="1180"/>
                    <a:pt x="15956" y="1191"/>
                    <a:pt x="16207" y="1212"/>
                  </a:cubicBezTo>
                  <a:lnTo>
                    <a:pt x="1425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p140"/>
            <p:cNvSpPr/>
            <p:nvPr/>
          </p:nvSpPr>
          <p:spPr>
            <a:xfrm>
              <a:off x="1786100" y="2677925"/>
              <a:ext cx="26050" cy="44550"/>
            </a:xfrm>
            <a:custGeom>
              <a:rect b="b" l="l" r="r" t="t"/>
              <a:pathLst>
                <a:path extrusionOk="0" h="1782" w="1042">
                  <a:moveTo>
                    <a:pt x="172" y="1"/>
                  </a:moveTo>
                  <a:lnTo>
                    <a:pt x="1" y="134"/>
                  </a:lnTo>
                  <a:lnTo>
                    <a:pt x="877" y="1781"/>
                  </a:lnTo>
                  <a:lnTo>
                    <a:pt x="1041" y="1522"/>
                  </a:lnTo>
                  <a:lnTo>
                    <a:pt x="17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8" name="Google Shape;1508;p140"/>
            <p:cNvSpPr/>
            <p:nvPr/>
          </p:nvSpPr>
          <p:spPr>
            <a:xfrm>
              <a:off x="1353750" y="2524300"/>
              <a:ext cx="384775" cy="344225"/>
            </a:xfrm>
            <a:custGeom>
              <a:rect b="b" l="l" r="r" t="t"/>
              <a:pathLst>
                <a:path extrusionOk="0" h="13769" w="15391">
                  <a:moveTo>
                    <a:pt x="7520" y="1"/>
                  </a:moveTo>
                  <a:cubicBezTo>
                    <a:pt x="6574" y="1"/>
                    <a:pt x="5619" y="205"/>
                    <a:pt x="4714" y="636"/>
                  </a:cubicBezTo>
                  <a:cubicBezTo>
                    <a:pt x="1374" y="2229"/>
                    <a:pt x="0" y="6317"/>
                    <a:pt x="1644" y="9769"/>
                  </a:cubicBezTo>
                  <a:cubicBezTo>
                    <a:pt x="2844" y="12286"/>
                    <a:pt x="5320" y="13768"/>
                    <a:pt x="7868" y="13768"/>
                  </a:cubicBezTo>
                  <a:cubicBezTo>
                    <a:pt x="8814" y="13768"/>
                    <a:pt x="9769" y="13564"/>
                    <a:pt x="10674" y="13133"/>
                  </a:cubicBezTo>
                  <a:cubicBezTo>
                    <a:pt x="14016" y="11541"/>
                    <a:pt x="15391" y="7450"/>
                    <a:pt x="13744" y="4000"/>
                  </a:cubicBezTo>
                  <a:cubicBezTo>
                    <a:pt x="12544" y="1482"/>
                    <a:pt x="10068" y="1"/>
                    <a:pt x="75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9" name="Google Shape;1509;p140"/>
            <p:cNvSpPr/>
            <p:nvPr/>
          </p:nvSpPr>
          <p:spPr>
            <a:xfrm>
              <a:off x="1364400" y="2519300"/>
              <a:ext cx="384825" cy="344200"/>
            </a:xfrm>
            <a:custGeom>
              <a:rect b="b" l="l" r="r" t="t"/>
              <a:pathLst>
                <a:path extrusionOk="0" h="13768" w="15393">
                  <a:moveTo>
                    <a:pt x="7522" y="0"/>
                  </a:moveTo>
                  <a:cubicBezTo>
                    <a:pt x="6576" y="0"/>
                    <a:pt x="5621" y="204"/>
                    <a:pt x="4716" y="635"/>
                  </a:cubicBezTo>
                  <a:cubicBezTo>
                    <a:pt x="1375" y="2228"/>
                    <a:pt x="1" y="6317"/>
                    <a:pt x="1646" y="9768"/>
                  </a:cubicBezTo>
                  <a:cubicBezTo>
                    <a:pt x="2846" y="12285"/>
                    <a:pt x="5322" y="13768"/>
                    <a:pt x="7870" y="13768"/>
                  </a:cubicBezTo>
                  <a:cubicBezTo>
                    <a:pt x="8816" y="13768"/>
                    <a:pt x="9771" y="13564"/>
                    <a:pt x="10676" y="13132"/>
                  </a:cubicBezTo>
                  <a:cubicBezTo>
                    <a:pt x="14016" y="11541"/>
                    <a:pt x="15393" y="7449"/>
                    <a:pt x="13746" y="3999"/>
                  </a:cubicBezTo>
                  <a:cubicBezTo>
                    <a:pt x="12546" y="1482"/>
                    <a:pt x="10070" y="0"/>
                    <a:pt x="7522" y="0"/>
                  </a:cubicBez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0" name="Google Shape;1510;p140"/>
            <p:cNvSpPr/>
            <p:nvPr/>
          </p:nvSpPr>
          <p:spPr>
            <a:xfrm>
              <a:off x="1408000" y="2575075"/>
              <a:ext cx="284400" cy="254450"/>
            </a:xfrm>
            <a:custGeom>
              <a:rect b="b" l="l" r="r" t="t"/>
              <a:pathLst>
                <a:path extrusionOk="0" h="10178" w="11376">
                  <a:moveTo>
                    <a:pt x="5559" y="0"/>
                  </a:moveTo>
                  <a:cubicBezTo>
                    <a:pt x="4860" y="0"/>
                    <a:pt x="4154" y="151"/>
                    <a:pt x="3486" y="470"/>
                  </a:cubicBezTo>
                  <a:cubicBezTo>
                    <a:pt x="1017" y="1647"/>
                    <a:pt x="0" y="4669"/>
                    <a:pt x="1217" y="7221"/>
                  </a:cubicBezTo>
                  <a:cubicBezTo>
                    <a:pt x="2105" y="9081"/>
                    <a:pt x="3935" y="10178"/>
                    <a:pt x="5818" y="10178"/>
                  </a:cubicBezTo>
                  <a:cubicBezTo>
                    <a:pt x="6516" y="10178"/>
                    <a:pt x="7222" y="10027"/>
                    <a:pt x="7890" y="9709"/>
                  </a:cubicBezTo>
                  <a:cubicBezTo>
                    <a:pt x="10359" y="8531"/>
                    <a:pt x="11375" y="5509"/>
                    <a:pt x="10159" y="2956"/>
                  </a:cubicBezTo>
                  <a:cubicBezTo>
                    <a:pt x="9271" y="1097"/>
                    <a:pt x="7442" y="0"/>
                    <a:pt x="5559" y="0"/>
                  </a:cubicBez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1" name="Google Shape;1511;p140"/>
            <p:cNvSpPr/>
            <p:nvPr/>
          </p:nvSpPr>
          <p:spPr>
            <a:xfrm>
              <a:off x="1370600" y="2557000"/>
              <a:ext cx="107575" cy="284475"/>
            </a:xfrm>
            <a:custGeom>
              <a:rect b="b" l="l" r="r" t="t"/>
              <a:pathLst>
                <a:path extrusionOk="0" h="11379" w="4303">
                  <a:moveTo>
                    <a:pt x="3105" y="0"/>
                  </a:moveTo>
                  <a:cubicBezTo>
                    <a:pt x="786" y="1932"/>
                    <a:pt x="0" y="5326"/>
                    <a:pt x="1399" y="8259"/>
                  </a:cubicBezTo>
                  <a:cubicBezTo>
                    <a:pt x="2053" y="9630"/>
                    <a:pt x="3087" y="10692"/>
                    <a:pt x="4302" y="11378"/>
                  </a:cubicBezTo>
                  <a:lnTo>
                    <a:pt x="3105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2" name="Google Shape;1512;p140"/>
            <p:cNvSpPr/>
            <p:nvPr/>
          </p:nvSpPr>
          <p:spPr>
            <a:xfrm>
              <a:off x="1373075" y="2567725"/>
              <a:ext cx="357625" cy="295850"/>
            </a:xfrm>
            <a:custGeom>
              <a:rect b="b" l="l" r="r" t="t"/>
              <a:pathLst>
                <a:path extrusionOk="0" h="11834" w="14305">
                  <a:moveTo>
                    <a:pt x="2541" y="1"/>
                  </a:moveTo>
                  <a:cubicBezTo>
                    <a:pt x="587" y="1978"/>
                    <a:pt x="0" y="5104"/>
                    <a:pt x="1300" y="7834"/>
                  </a:cubicBezTo>
                  <a:cubicBezTo>
                    <a:pt x="2501" y="10351"/>
                    <a:pt x="4976" y="11833"/>
                    <a:pt x="7525" y="11833"/>
                  </a:cubicBezTo>
                  <a:cubicBezTo>
                    <a:pt x="8470" y="11833"/>
                    <a:pt x="9426" y="11629"/>
                    <a:pt x="10330" y="11198"/>
                  </a:cubicBezTo>
                  <a:cubicBezTo>
                    <a:pt x="12901" y="9971"/>
                    <a:pt x="14304" y="7267"/>
                    <a:pt x="14068" y="4514"/>
                  </a:cubicBezTo>
                  <a:lnTo>
                    <a:pt x="14068" y="4514"/>
                  </a:lnTo>
                  <a:cubicBezTo>
                    <a:pt x="13550" y="5037"/>
                    <a:pt x="12937" y="5481"/>
                    <a:pt x="12237" y="5816"/>
                  </a:cubicBezTo>
                  <a:cubicBezTo>
                    <a:pt x="11333" y="6246"/>
                    <a:pt x="10378" y="6450"/>
                    <a:pt x="9433" y="6450"/>
                  </a:cubicBezTo>
                  <a:cubicBezTo>
                    <a:pt x="6885" y="6450"/>
                    <a:pt x="4409" y="4968"/>
                    <a:pt x="3208" y="2452"/>
                  </a:cubicBezTo>
                  <a:cubicBezTo>
                    <a:pt x="2829" y="1654"/>
                    <a:pt x="2613" y="825"/>
                    <a:pt x="2541" y="1"/>
                  </a:cubicBez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3" name="Google Shape;1513;p140"/>
            <p:cNvSpPr/>
            <p:nvPr/>
          </p:nvSpPr>
          <p:spPr>
            <a:xfrm>
              <a:off x="1541625" y="2519350"/>
              <a:ext cx="207525" cy="343800"/>
            </a:xfrm>
            <a:custGeom>
              <a:rect b="b" l="l" r="r" t="t"/>
              <a:pathLst>
                <a:path extrusionOk="0" h="13752" w="8301">
                  <a:moveTo>
                    <a:pt x="434" y="0"/>
                  </a:moveTo>
                  <a:cubicBezTo>
                    <a:pt x="290" y="0"/>
                    <a:pt x="145" y="5"/>
                    <a:pt x="1" y="15"/>
                  </a:cubicBezTo>
                  <a:lnTo>
                    <a:pt x="1205" y="13752"/>
                  </a:lnTo>
                  <a:cubicBezTo>
                    <a:pt x="2009" y="13700"/>
                    <a:pt x="2817" y="13500"/>
                    <a:pt x="3587" y="13133"/>
                  </a:cubicBezTo>
                  <a:cubicBezTo>
                    <a:pt x="6927" y="11540"/>
                    <a:pt x="8301" y="7452"/>
                    <a:pt x="6657" y="4000"/>
                  </a:cubicBezTo>
                  <a:cubicBezTo>
                    <a:pt x="5456" y="1482"/>
                    <a:pt x="2981" y="0"/>
                    <a:pt x="434" y="0"/>
                  </a:cubicBez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4" name="Google Shape;1514;p140"/>
            <p:cNvSpPr/>
            <p:nvPr/>
          </p:nvSpPr>
          <p:spPr>
            <a:xfrm>
              <a:off x="1480000" y="2641125"/>
              <a:ext cx="121600" cy="130475"/>
            </a:xfrm>
            <a:custGeom>
              <a:rect b="b" l="l" r="r" t="t"/>
              <a:pathLst>
                <a:path extrusionOk="0" h="5219" w="4864">
                  <a:moveTo>
                    <a:pt x="1272" y="1"/>
                  </a:moveTo>
                  <a:lnTo>
                    <a:pt x="1272" y="1"/>
                  </a:lnTo>
                  <a:cubicBezTo>
                    <a:pt x="497" y="538"/>
                    <a:pt x="1" y="1424"/>
                    <a:pt x="26" y="2414"/>
                  </a:cubicBezTo>
                  <a:cubicBezTo>
                    <a:pt x="64" y="3979"/>
                    <a:pt x="1383" y="5218"/>
                    <a:pt x="2991" y="5218"/>
                  </a:cubicBezTo>
                  <a:cubicBezTo>
                    <a:pt x="3016" y="5218"/>
                    <a:pt x="3041" y="5218"/>
                    <a:pt x="3067" y="5217"/>
                  </a:cubicBezTo>
                  <a:cubicBezTo>
                    <a:pt x="3748" y="5203"/>
                    <a:pt x="4370" y="4965"/>
                    <a:pt x="4864" y="4579"/>
                  </a:cubicBezTo>
                  <a:lnTo>
                    <a:pt x="4864" y="4579"/>
                  </a:lnTo>
                  <a:cubicBezTo>
                    <a:pt x="4395" y="4902"/>
                    <a:pt x="3827" y="5100"/>
                    <a:pt x="3207" y="5114"/>
                  </a:cubicBezTo>
                  <a:cubicBezTo>
                    <a:pt x="3183" y="5115"/>
                    <a:pt x="3158" y="5115"/>
                    <a:pt x="3134" y="5115"/>
                  </a:cubicBezTo>
                  <a:cubicBezTo>
                    <a:pt x="1526" y="5115"/>
                    <a:pt x="205" y="3875"/>
                    <a:pt x="168" y="2310"/>
                  </a:cubicBezTo>
                  <a:cubicBezTo>
                    <a:pt x="144" y="1381"/>
                    <a:pt x="579" y="545"/>
                    <a:pt x="1272" y="1"/>
                  </a:cubicBezTo>
                  <a:close/>
                </a:path>
              </a:pathLst>
            </a:custGeom>
            <a:solidFill>
              <a:srgbClr val="9950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5" name="Google Shape;1515;p140"/>
            <p:cNvSpPr/>
            <p:nvPr/>
          </p:nvSpPr>
          <p:spPr>
            <a:xfrm>
              <a:off x="1380150" y="2567700"/>
              <a:ext cx="265925" cy="281725"/>
            </a:xfrm>
            <a:custGeom>
              <a:rect b="b" l="l" r="r" t="t"/>
              <a:pathLst>
                <a:path extrusionOk="0" h="11269" w="10637">
                  <a:moveTo>
                    <a:pt x="3547" y="0"/>
                  </a:moveTo>
                  <a:lnTo>
                    <a:pt x="3547" y="0"/>
                  </a:lnTo>
                  <a:cubicBezTo>
                    <a:pt x="2449" y="642"/>
                    <a:pt x="1574" y="1641"/>
                    <a:pt x="1113" y="2919"/>
                  </a:cubicBezTo>
                  <a:cubicBezTo>
                    <a:pt x="1" y="5999"/>
                    <a:pt x="1710" y="9532"/>
                    <a:pt x="4929" y="10807"/>
                  </a:cubicBezTo>
                  <a:cubicBezTo>
                    <a:pt x="5719" y="11120"/>
                    <a:pt x="6525" y="11268"/>
                    <a:pt x="7309" y="11268"/>
                  </a:cubicBezTo>
                  <a:cubicBezTo>
                    <a:pt x="8520" y="11268"/>
                    <a:pt x="9677" y="10915"/>
                    <a:pt x="10637" y="10272"/>
                  </a:cubicBezTo>
                  <a:lnTo>
                    <a:pt x="10637" y="10272"/>
                  </a:lnTo>
                  <a:cubicBezTo>
                    <a:pt x="9740" y="10796"/>
                    <a:pt x="8696" y="11080"/>
                    <a:pt x="7610" y="11080"/>
                  </a:cubicBezTo>
                  <a:cubicBezTo>
                    <a:pt x="6826" y="11080"/>
                    <a:pt x="6020" y="10932"/>
                    <a:pt x="5232" y="10619"/>
                  </a:cubicBezTo>
                  <a:cubicBezTo>
                    <a:pt x="2015" y="9343"/>
                    <a:pt x="304" y="5811"/>
                    <a:pt x="1415" y="2732"/>
                  </a:cubicBezTo>
                  <a:cubicBezTo>
                    <a:pt x="1832" y="1572"/>
                    <a:pt x="2590" y="642"/>
                    <a:pt x="3547" y="0"/>
                  </a:cubicBez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6" name="Google Shape;1516;p140"/>
            <p:cNvSpPr/>
            <p:nvPr/>
          </p:nvSpPr>
          <p:spPr>
            <a:xfrm>
              <a:off x="1494675" y="2549550"/>
              <a:ext cx="234950" cy="249000"/>
            </a:xfrm>
            <a:custGeom>
              <a:rect b="b" l="l" r="r" t="t"/>
              <a:pathLst>
                <a:path extrusionOk="0" h="9960" w="9398">
                  <a:moveTo>
                    <a:pt x="2958" y="1"/>
                  </a:moveTo>
                  <a:cubicBezTo>
                    <a:pt x="1882" y="1"/>
                    <a:pt x="852" y="317"/>
                    <a:pt x="1" y="894"/>
                  </a:cubicBezTo>
                  <a:cubicBezTo>
                    <a:pt x="796" y="424"/>
                    <a:pt x="1724" y="170"/>
                    <a:pt x="2691" y="170"/>
                  </a:cubicBezTo>
                  <a:cubicBezTo>
                    <a:pt x="3377" y="170"/>
                    <a:pt x="4082" y="298"/>
                    <a:pt x="4772" y="569"/>
                  </a:cubicBezTo>
                  <a:cubicBezTo>
                    <a:pt x="7615" y="1687"/>
                    <a:pt x="9130" y="4806"/>
                    <a:pt x="8153" y="7535"/>
                  </a:cubicBezTo>
                  <a:cubicBezTo>
                    <a:pt x="7787" y="8564"/>
                    <a:pt x="7120" y="9389"/>
                    <a:pt x="6276" y="9960"/>
                  </a:cubicBezTo>
                  <a:cubicBezTo>
                    <a:pt x="7244" y="9389"/>
                    <a:pt x="8016" y="8504"/>
                    <a:pt x="8421" y="7367"/>
                  </a:cubicBezTo>
                  <a:cubicBezTo>
                    <a:pt x="9397" y="4637"/>
                    <a:pt x="7881" y="1519"/>
                    <a:pt x="5038" y="400"/>
                  </a:cubicBezTo>
                  <a:cubicBezTo>
                    <a:pt x="4349" y="129"/>
                    <a:pt x="3644" y="1"/>
                    <a:pt x="2958" y="1"/>
                  </a:cubicBez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7" name="Google Shape;1517;p140"/>
            <p:cNvSpPr/>
            <p:nvPr/>
          </p:nvSpPr>
          <p:spPr>
            <a:xfrm>
              <a:off x="1475350" y="2584500"/>
              <a:ext cx="193350" cy="204925"/>
            </a:xfrm>
            <a:custGeom>
              <a:rect b="b" l="l" r="r" t="t"/>
              <a:pathLst>
                <a:path extrusionOk="0" h="8197" w="7734">
                  <a:moveTo>
                    <a:pt x="2436" y="1"/>
                  </a:moveTo>
                  <a:cubicBezTo>
                    <a:pt x="1550" y="1"/>
                    <a:pt x="702" y="261"/>
                    <a:pt x="1" y="736"/>
                  </a:cubicBezTo>
                  <a:cubicBezTo>
                    <a:pt x="656" y="349"/>
                    <a:pt x="1421" y="139"/>
                    <a:pt x="2216" y="139"/>
                  </a:cubicBezTo>
                  <a:cubicBezTo>
                    <a:pt x="2780" y="139"/>
                    <a:pt x="3360" y="244"/>
                    <a:pt x="3927" y="468"/>
                  </a:cubicBezTo>
                  <a:cubicBezTo>
                    <a:pt x="6268" y="1388"/>
                    <a:pt x="7515" y="3957"/>
                    <a:pt x="6712" y="6201"/>
                  </a:cubicBezTo>
                  <a:cubicBezTo>
                    <a:pt x="6411" y="7049"/>
                    <a:pt x="5860" y="7729"/>
                    <a:pt x="5167" y="8197"/>
                  </a:cubicBezTo>
                  <a:cubicBezTo>
                    <a:pt x="5963" y="7726"/>
                    <a:pt x="6599" y="6996"/>
                    <a:pt x="6932" y="6062"/>
                  </a:cubicBezTo>
                  <a:cubicBezTo>
                    <a:pt x="7734" y="3816"/>
                    <a:pt x="6488" y="1248"/>
                    <a:pt x="4148" y="329"/>
                  </a:cubicBezTo>
                  <a:cubicBezTo>
                    <a:pt x="3580" y="106"/>
                    <a:pt x="3000" y="1"/>
                    <a:pt x="2436" y="1"/>
                  </a:cubicBez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8" name="Google Shape;1518;p140"/>
            <p:cNvSpPr/>
            <p:nvPr/>
          </p:nvSpPr>
          <p:spPr>
            <a:xfrm>
              <a:off x="1299225" y="2427550"/>
              <a:ext cx="494100" cy="504725"/>
            </a:xfrm>
            <a:custGeom>
              <a:rect b="b" l="l" r="r" t="t"/>
              <a:pathLst>
                <a:path extrusionOk="0" h="20189" w="19764">
                  <a:moveTo>
                    <a:pt x="10116" y="0"/>
                  </a:moveTo>
                  <a:cubicBezTo>
                    <a:pt x="5086" y="0"/>
                    <a:pt x="472" y="4068"/>
                    <a:pt x="239" y="9449"/>
                  </a:cubicBezTo>
                  <a:cubicBezTo>
                    <a:pt x="1" y="14970"/>
                    <a:pt x="4523" y="19925"/>
                    <a:pt x="9707" y="20149"/>
                  </a:cubicBezTo>
                  <a:cubicBezTo>
                    <a:pt x="9836" y="20155"/>
                    <a:pt x="9965" y="20158"/>
                    <a:pt x="10093" y="20158"/>
                  </a:cubicBezTo>
                  <a:cubicBezTo>
                    <a:pt x="10158" y="20158"/>
                    <a:pt x="10222" y="20157"/>
                    <a:pt x="10287" y="20156"/>
                  </a:cubicBezTo>
                  <a:lnTo>
                    <a:pt x="10287" y="20156"/>
                  </a:lnTo>
                  <a:cubicBezTo>
                    <a:pt x="10466" y="20178"/>
                    <a:pt x="10645" y="20189"/>
                    <a:pt x="10824" y="20189"/>
                  </a:cubicBezTo>
                  <a:cubicBezTo>
                    <a:pt x="11599" y="20189"/>
                    <a:pt x="12373" y="19985"/>
                    <a:pt x="13119" y="19626"/>
                  </a:cubicBezTo>
                  <a:lnTo>
                    <a:pt x="13119" y="19626"/>
                  </a:lnTo>
                  <a:cubicBezTo>
                    <a:pt x="12225" y="19950"/>
                    <a:pt x="11273" y="20134"/>
                    <a:pt x="10287" y="20156"/>
                  </a:cubicBezTo>
                  <a:lnTo>
                    <a:pt x="10287" y="20156"/>
                  </a:lnTo>
                  <a:cubicBezTo>
                    <a:pt x="10198" y="20144"/>
                    <a:pt x="10108" y="20130"/>
                    <a:pt x="10019" y="20114"/>
                  </a:cubicBezTo>
                  <a:cubicBezTo>
                    <a:pt x="747" y="18361"/>
                    <a:pt x="1175" y="13092"/>
                    <a:pt x="1374" y="8471"/>
                  </a:cubicBezTo>
                  <a:cubicBezTo>
                    <a:pt x="1565" y="3994"/>
                    <a:pt x="6449" y="1186"/>
                    <a:pt x="10697" y="1186"/>
                  </a:cubicBezTo>
                  <a:cubicBezTo>
                    <a:pt x="10832" y="1186"/>
                    <a:pt x="10967" y="1189"/>
                    <a:pt x="11101" y="1194"/>
                  </a:cubicBezTo>
                  <a:cubicBezTo>
                    <a:pt x="15437" y="1382"/>
                    <a:pt x="19181" y="5813"/>
                    <a:pt x="18982" y="10431"/>
                  </a:cubicBezTo>
                  <a:cubicBezTo>
                    <a:pt x="18831" y="13923"/>
                    <a:pt x="16224" y="18129"/>
                    <a:pt x="13119" y="19626"/>
                  </a:cubicBezTo>
                  <a:lnTo>
                    <a:pt x="13119" y="19626"/>
                  </a:lnTo>
                  <a:cubicBezTo>
                    <a:pt x="16694" y="18331"/>
                    <a:pt x="19342" y="14806"/>
                    <a:pt x="19523" y="10552"/>
                  </a:cubicBezTo>
                  <a:cubicBezTo>
                    <a:pt x="19763" y="5028"/>
                    <a:pt x="15702" y="232"/>
                    <a:pt x="10517" y="9"/>
                  </a:cubicBezTo>
                  <a:cubicBezTo>
                    <a:pt x="10383" y="3"/>
                    <a:pt x="10250" y="0"/>
                    <a:pt x="1011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9" name="Google Shape;1519;p140"/>
            <p:cNvSpPr/>
            <p:nvPr/>
          </p:nvSpPr>
          <p:spPr>
            <a:xfrm>
              <a:off x="1297850" y="2450750"/>
              <a:ext cx="478475" cy="500425"/>
            </a:xfrm>
            <a:custGeom>
              <a:rect b="b" l="l" r="r" t="t"/>
              <a:pathLst>
                <a:path extrusionOk="0" h="20017" w="19139">
                  <a:moveTo>
                    <a:pt x="12625" y="505"/>
                  </a:moveTo>
                  <a:lnTo>
                    <a:pt x="12625" y="505"/>
                  </a:lnTo>
                  <a:cubicBezTo>
                    <a:pt x="13996" y="988"/>
                    <a:pt x="15220" y="1797"/>
                    <a:pt x="16222" y="2844"/>
                  </a:cubicBezTo>
                  <a:lnTo>
                    <a:pt x="16222" y="2844"/>
                  </a:lnTo>
                  <a:cubicBezTo>
                    <a:pt x="15213" y="1742"/>
                    <a:pt x="13980" y="906"/>
                    <a:pt x="12625" y="505"/>
                  </a:cubicBezTo>
                  <a:close/>
                  <a:moveTo>
                    <a:pt x="9667" y="0"/>
                  </a:moveTo>
                  <a:cubicBezTo>
                    <a:pt x="4654" y="0"/>
                    <a:pt x="471" y="4220"/>
                    <a:pt x="239" y="9604"/>
                  </a:cubicBezTo>
                  <a:cubicBezTo>
                    <a:pt x="0" y="15127"/>
                    <a:pt x="4011" y="19787"/>
                    <a:pt x="9195" y="20009"/>
                  </a:cubicBezTo>
                  <a:cubicBezTo>
                    <a:pt x="9324" y="20014"/>
                    <a:pt x="9453" y="20017"/>
                    <a:pt x="9581" y="20017"/>
                  </a:cubicBezTo>
                  <a:cubicBezTo>
                    <a:pt x="14595" y="20017"/>
                    <a:pt x="18781" y="15798"/>
                    <a:pt x="19011" y="10412"/>
                  </a:cubicBezTo>
                  <a:cubicBezTo>
                    <a:pt x="19139" y="7461"/>
                    <a:pt x="18052" y="4756"/>
                    <a:pt x="16222" y="2844"/>
                  </a:cubicBezTo>
                  <a:lnTo>
                    <a:pt x="16222" y="2844"/>
                  </a:lnTo>
                  <a:cubicBezTo>
                    <a:pt x="17945" y="4726"/>
                    <a:pt x="19011" y="7386"/>
                    <a:pt x="18899" y="9987"/>
                  </a:cubicBezTo>
                  <a:cubicBezTo>
                    <a:pt x="18707" y="14415"/>
                    <a:pt x="14749" y="19147"/>
                    <a:pt x="10634" y="19147"/>
                  </a:cubicBezTo>
                  <a:cubicBezTo>
                    <a:pt x="10399" y="19147"/>
                    <a:pt x="10163" y="19131"/>
                    <a:pt x="9928" y="19100"/>
                  </a:cubicBezTo>
                  <a:cubicBezTo>
                    <a:pt x="2076" y="18039"/>
                    <a:pt x="1137" y="12479"/>
                    <a:pt x="1337" y="7798"/>
                  </a:cubicBezTo>
                  <a:cubicBezTo>
                    <a:pt x="1533" y="3255"/>
                    <a:pt x="6398" y="238"/>
                    <a:pt x="10702" y="238"/>
                  </a:cubicBezTo>
                  <a:cubicBezTo>
                    <a:pt x="10833" y="238"/>
                    <a:pt x="10963" y="241"/>
                    <a:pt x="11093" y="246"/>
                  </a:cubicBezTo>
                  <a:cubicBezTo>
                    <a:pt x="11617" y="269"/>
                    <a:pt x="12129" y="358"/>
                    <a:pt x="12625" y="505"/>
                  </a:cubicBezTo>
                  <a:lnTo>
                    <a:pt x="12625" y="505"/>
                  </a:lnTo>
                  <a:cubicBezTo>
                    <a:pt x="11814" y="219"/>
                    <a:pt x="10952" y="47"/>
                    <a:pt x="10055" y="9"/>
                  </a:cubicBezTo>
                  <a:cubicBezTo>
                    <a:pt x="9925" y="3"/>
                    <a:pt x="9796" y="0"/>
                    <a:pt x="9667" y="0"/>
                  </a:cubicBezTo>
                  <a:close/>
                </a:path>
              </a:pathLst>
            </a:custGeom>
            <a:solidFill>
              <a:srgbClr val="9B87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0" name="Google Shape;1520;p140"/>
            <p:cNvSpPr/>
            <p:nvPr/>
          </p:nvSpPr>
          <p:spPr>
            <a:xfrm>
              <a:off x="1300300" y="2434925"/>
              <a:ext cx="493775" cy="513475"/>
            </a:xfrm>
            <a:custGeom>
              <a:rect b="b" l="l" r="r" t="t"/>
              <a:pathLst>
                <a:path extrusionOk="0" h="20539" w="19751">
                  <a:moveTo>
                    <a:pt x="12238" y="1207"/>
                  </a:moveTo>
                  <a:cubicBezTo>
                    <a:pt x="12588" y="1207"/>
                    <a:pt x="12930" y="1288"/>
                    <a:pt x="13244" y="1458"/>
                  </a:cubicBezTo>
                  <a:cubicBezTo>
                    <a:pt x="14471" y="2121"/>
                    <a:pt x="14793" y="3898"/>
                    <a:pt x="13964" y="5426"/>
                  </a:cubicBezTo>
                  <a:cubicBezTo>
                    <a:pt x="13348" y="6563"/>
                    <a:pt x="12268" y="7243"/>
                    <a:pt x="11252" y="7243"/>
                  </a:cubicBezTo>
                  <a:cubicBezTo>
                    <a:pt x="10902" y="7243"/>
                    <a:pt x="10559" y="7162"/>
                    <a:pt x="10245" y="6992"/>
                  </a:cubicBezTo>
                  <a:cubicBezTo>
                    <a:pt x="9020" y="6328"/>
                    <a:pt x="8698" y="4551"/>
                    <a:pt x="9526" y="3022"/>
                  </a:cubicBezTo>
                  <a:cubicBezTo>
                    <a:pt x="10143" y="1886"/>
                    <a:pt x="11221" y="1207"/>
                    <a:pt x="12238" y="1207"/>
                  </a:cubicBezTo>
                  <a:close/>
                  <a:moveTo>
                    <a:pt x="4492" y="3912"/>
                  </a:moveTo>
                  <a:cubicBezTo>
                    <a:pt x="5265" y="3912"/>
                    <a:pt x="6106" y="4229"/>
                    <a:pt x="6801" y="4850"/>
                  </a:cubicBezTo>
                  <a:cubicBezTo>
                    <a:pt x="8096" y="6010"/>
                    <a:pt x="8391" y="7792"/>
                    <a:pt x="7461" y="8830"/>
                  </a:cubicBezTo>
                  <a:cubicBezTo>
                    <a:pt x="7029" y="9311"/>
                    <a:pt x="6411" y="9548"/>
                    <a:pt x="5742" y="9548"/>
                  </a:cubicBezTo>
                  <a:cubicBezTo>
                    <a:pt x="4969" y="9548"/>
                    <a:pt x="4129" y="9231"/>
                    <a:pt x="3434" y="8608"/>
                  </a:cubicBezTo>
                  <a:cubicBezTo>
                    <a:pt x="2140" y="7450"/>
                    <a:pt x="1845" y="5668"/>
                    <a:pt x="2772" y="4630"/>
                  </a:cubicBezTo>
                  <a:cubicBezTo>
                    <a:pt x="3204" y="4149"/>
                    <a:pt x="3823" y="3912"/>
                    <a:pt x="4492" y="3912"/>
                  </a:cubicBezTo>
                  <a:close/>
                  <a:moveTo>
                    <a:pt x="15833" y="7526"/>
                  </a:moveTo>
                  <a:cubicBezTo>
                    <a:pt x="17376" y="7526"/>
                    <a:pt x="18653" y="8492"/>
                    <a:pt x="18738" y="9769"/>
                  </a:cubicBezTo>
                  <a:cubicBezTo>
                    <a:pt x="18827" y="11115"/>
                    <a:pt x="17560" y="12294"/>
                    <a:pt x="15907" y="12405"/>
                  </a:cubicBezTo>
                  <a:cubicBezTo>
                    <a:pt x="15822" y="12410"/>
                    <a:pt x="15739" y="12413"/>
                    <a:pt x="15656" y="12413"/>
                  </a:cubicBezTo>
                  <a:cubicBezTo>
                    <a:pt x="14113" y="12413"/>
                    <a:pt x="12836" y="11446"/>
                    <a:pt x="12750" y="10170"/>
                  </a:cubicBezTo>
                  <a:cubicBezTo>
                    <a:pt x="12661" y="8824"/>
                    <a:pt x="13928" y="7645"/>
                    <a:pt x="15582" y="7535"/>
                  </a:cubicBezTo>
                  <a:cubicBezTo>
                    <a:pt x="15666" y="7529"/>
                    <a:pt x="15750" y="7526"/>
                    <a:pt x="15833" y="7526"/>
                  </a:cubicBezTo>
                  <a:close/>
                  <a:moveTo>
                    <a:pt x="5774" y="11036"/>
                  </a:moveTo>
                  <a:cubicBezTo>
                    <a:pt x="6326" y="11036"/>
                    <a:pt x="6846" y="11211"/>
                    <a:pt x="7253" y="11573"/>
                  </a:cubicBezTo>
                  <a:cubicBezTo>
                    <a:pt x="8294" y="12496"/>
                    <a:pt x="8202" y="14301"/>
                    <a:pt x="7048" y="15601"/>
                  </a:cubicBezTo>
                  <a:cubicBezTo>
                    <a:pt x="6345" y="16392"/>
                    <a:pt x="5410" y="16814"/>
                    <a:pt x="4551" y="16814"/>
                  </a:cubicBezTo>
                  <a:cubicBezTo>
                    <a:pt x="3999" y="16814"/>
                    <a:pt x="3479" y="16640"/>
                    <a:pt x="3072" y="16277"/>
                  </a:cubicBezTo>
                  <a:cubicBezTo>
                    <a:pt x="2031" y="15352"/>
                    <a:pt x="2121" y="13548"/>
                    <a:pt x="3278" y="12249"/>
                  </a:cubicBezTo>
                  <a:cubicBezTo>
                    <a:pt x="3980" y="11458"/>
                    <a:pt x="4915" y="11036"/>
                    <a:pt x="5774" y="11036"/>
                  </a:cubicBezTo>
                  <a:close/>
                  <a:moveTo>
                    <a:pt x="11715" y="12926"/>
                  </a:moveTo>
                  <a:cubicBezTo>
                    <a:pt x="12846" y="12926"/>
                    <a:pt x="13985" y="13828"/>
                    <a:pt x="14451" y="15203"/>
                  </a:cubicBezTo>
                  <a:cubicBezTo>
                    <a:pt x="15009" y="16850"/>
                    <a:pt x="14394" y="18547"/>
                    <a:pt x="13072" y="18995"/>
                  </a:cubicBezTo>
                  <a:cubicBezTo>
                    <a:pt x="12855" y="19069"/>
                    <a:pt x="12633" y="19104"/>
                    <a:pt x="12410" y="19104"/>
                  </a:cubicBezTo>
                  <a:cubicBezTo>
                    <a:pt x="11279" y="19104"/>
                    <a:pt x="10139" y="18200"/>
                    <a:pt x="9672" y="16827"/>
                  </a:cubicBezTo>
                  <a:cubicBezTo>
                    <a:pt x="9114" y="15180"/>
                    <a:pt x="9730" y="13483"/>
                    <a:pt x="11051" y="13035"/>
                  </a:cubicBezTo>
                  <a:cubicBezTo>
                    <a:pt x="11268" y="12961"/>
                    <a:pt x="11492" y="12926"/>
                    <a:pt x="11715" y="12926"/>
                  </a:cubicBezTo>
                  <a:close/>
                  <a:moveTo>
                    <a:pt x="9920" y="0"/>
                  </a:moveTo>
                  <a:cubicBezTo>
                    <a:pt x="4775" y="0"/>
                    <a:pt x="482" y="4330"/>
                    <a:pt x="244" y="9855"/>
                  </a:cubicBezTo>
                  <a:cubicBezTo>
                    <a:pt x="1" y="15523"/>
                    <a:pt x="4115" y="20301"/>
                    <a:pt x="9435" y="20530"/>
                  </a:cubicBezTo>
                  <a:cubicBezTo>
                    <a:pt x="9567" y="20536"/>
                    <a:pt x="9699" y="20539"/>
                    <a:pt x="9831" y="20539"/>
                  </a:cubicBezTo>
                  <a:cubicBezTo>
                    <a:pt x="14976" y="20539"/>
                    <a:pt x="19270" y="16209"/>
                    <a:pt x="19507" y="10685"/>
                  </a:cubicBezTo>
                  <a:cubicBezTo>
                    <a:pt x="19750" y="5018"/>
                    <a:pt x="15635" y="238"/>
                    <a:pt x="10317" y="9"/>
                  </a:cubicBezTo>
                  <a:cubicBezTo>
                    <a:pt x="10184" y="3"/>
                    <a:pt x="10052" y="0"/>
                    <a:pt x="99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1" name="Google Shape;1521;p140"/>
            <p:cNvSpPr/>
            <p:nvPr/>
          </p:nvSpPr>
          <p:spPr>
            <a:xfrm>
              <a:off x="1306550" y="2441475"/>
              <a:ext cx="481225" cy="500450"/>
            </a:xfrm>
            <a:custGeom>
              <a:rect b="b" l="l" r="r" t="t"/>
              <a:pathLst>
                <a:path extrusionOk="0" h="20018" w="19249">
                  <a:moveTo>
                    <a:pt x="11926" y="1174"/>
                  </a:moveTo>
                  <a:cubicBezTo>
                    <a:pt x="12268" y="1174"/>
                    <a:pt x="12602" y="1253"/>
                    <a:pt x="12908" y="1419"/>
                  </a:cubicBezTo>
                  <a:cubicBezTo>
                    <a:pt x="14102" y="2065"/>
                    <a:pt x="14417" y="3797"/>
                    <a:pt x="13610" y="5287"/>
                  </a:cubicBezTo>
                  <a:cubicBezTo>
                    <a:pt x="13010" y="6397"/>
                    <a:pt x="11959" y="7058"/>
                    <a:pt x="10968" y="7058"/>
                  </a:cubicBezTo>
                  <a:cubicBezTo>
                    <a:pt x="10626" y="7058"/>
                    <a:pt x="10292" y="6980"/>
                    <a:pt x="9986" y="6814"/>
                  </a:cubicBezTo>
                  <a:cubicBezTo>
                    <a:pt x="8791" y="6166"/>
                    <a:pt x="8478" y="4434"/>
                    <a:pt x="9285" y="2945"/>
                  </a:cubicBezTo>
                  <a:cubicBezTo>
                    <a:pt x="9885" y="1837"/>
                    <a:pt x="10936" y="1174"/>
                    <a:pt x="11926" y="1174"/>
                  </a:cubicBezTo>
                  <a:close/>
                  <a:moveTo>
                    <a:pt x="4379" y="3812"/>
                  </a:moveTo>
                  <a:cubicBezTo>
                    <a:pt x="5134" y="3812"/>
                    <a:pt x="5953" y="4120"/>
                    <a:pt x="6629" y="4726"/>
                  </a:cubicBezTo>
                  <a:cubicBezTo>
                    <a:pt x="7891" y="5857"/>
                    <a:pt x="8180" y="7592"/>
                    <a:pt x="7274" y="8604"/>
                  </a:cubicBezTo>
                  <a:cubicBezTo>
                    <a:pt x="6854" y="9072"/>
                    <a:pt x="6251" y="9303"/>
                    <a:pt x="5599" y="9303"/>
                  </a:cubicBezTo>
                  <a:cubicBezTo>
                    <a:pt x="4845" y="9303"/>
                    <a:pt x="4025" y="8994"/>
                    <a:pt x="3348" y="8389"/>
                  </a:cubicBezTo>
                  <a:cubicBezTo>
                    <a:pt x="2086" y="7260"/>
                    <a:pt x="1798" y="5522"/>
                    <a:pt x="2704" y="4511"/>
                  </a:cubicBezTo>
                  <a:cubicBezTo>
                    <a:pt x="3124" y="4042"/>
                    <a:pt x="3727" y="3812"/>
                    <a:pt x="4379" y="3812"/>
                  </a:cubicBezTo>
                  <a:close/>
                  <a:moveTo>
                    <a:pt x="15429" y="7332"/>
                  </a:moveTo>
                  <a:cubicBezTo>
                    <a:pt x="16935" y="7332"/>
                    <a:pt x="18179" y="8274"/>
                    <a:pt x="18262" y="9520"/>
                  </a:cubicBezTo>
                  <a:cubicBezTo>
                    <a:pt x="18351" y="10831"/>
                    <a:pt x="17115" y="11979"/>
                    <a:pt x="15504" y="12087"/>
                  </a:cubicBezTo>
                  <a:cubicBezTo>
                    <a:pt x="15422" y="12092"/>
                    <a:pt x="15342" y="12095"/>
                    <a:pt x="15262" y="12095"/>
                  </a:cubicBezTo>
                  <a:cubicBezTo>
                    <a:pt x="13757" y="12095"/>
                    <a:pt x="12510" y="11153"/>
                    <a:pt x="12427" y="9908"/>
                  </a:cubicBezTo>
                  <a:cubicBezTo>
                    <a:pt x="12340" y="8595"/>
                    <a:pt x="13574" y="7447"/>
                    <a:pt x="15187" y="7340"/>
                  </a:cubicBezTo>
                  <a:cubicBezTo>
                    <a:pt x="15269" y="7334"/>
                    <a:pt x="15349" y="7332"/>
                    <a:pt x="15429" y="7332"/>
                  </a:cubicBezTo>
                  <a:close/>
                  <a:moveTo>
                    <a:pt x="5628" y="10754"/>
                  </a:moveTo>
                  <a:cubicBezTo>
                    <a:pt x="6165" y="10754"/>
                    <a:pt x="6672" y="10924"/>
                    <a:pt x="7069" y="11277"/>
                  </a:cubicBezTo>
                  <a:cubicBezTo>
                    <a:pt x="8084" y="12178"/>
                    <a:pt x="7995" y="13936"/>
                    <a:pt x="6870" y="15203"/>
                  </a:cubicBezTo>
                  <a:cubicBezTo>
                    <a:pt x="6184" y="15975"/>
                    <a:pt x="5273" y="16386"/>
                    <a:pt x="4435" y="16386"/>
                  </a:cubicBezTo>
                  <a:cubicBezTo>
                    <a:pt x="3898" y="16386"/>
                    <a:pt x="3390" y="16216"/>
                    <a:pt x="2993" y="15863"/>
                  </a:cubicBezTo>
                  <a:cubicBezTo>
                    <a:pt x="1978" y="14961"/>
                    <a:pt x="2069" y="13202"/>
                    <a:pt x="3194" y="11936"/>
                  </a:cubicBezTo>
                  <a:cubicBezTo>
                    <a:pt x="3879" y="11165"/>
                    <a:pt x="4790" y="10754"/>
                    <a:pt x="5628" y="10754"/>
                  </a:cubicBezTo>
                  <a:close/>
                  <a:moveTo>
                    <a:pt x="11418" y="12595"/>
                  </a:moveTo>
                  <a:cubicBezTo>
                    <a:pt x="12521" y="12595"/>
                    <a:pt x="13631" y="13476"/>
                    <a:pt x="14085" y="14817"/>
                  </a:cubicBezTo>
                  <a:cubicBezTo>
                    <a:pt x="14629" y="16421"/>
                    <a:pt x="14028" y="18075"/>
                    <a:pt x="12742" y="18512"/>
                  </a:cubicBezTo>
                  <a:cubicBezTo>
                    <a:pt x="12530" y="18584"/>
                    <a:pt x="12312" y="18618"/>
                    <a:pt x="12094" y="18618"/>
                  </a:cubicBezTo>
                  <a:cubicBezTo>
                    <a:pt x="10991" y="18618"/>
                    <a:pt x="9882" y="17737"/>
                    <a:pt x="9428" y="16396"/>
                  </a:cubicBezTo>
                  <a:cubicBezTo>
                    <a:pt x="8884" y="14791"/>
                    <a:pt x="9485" y="13138"/>
                    <a:pt x="10771" y="12701"/>
                  </a:cubicBezTo>
                  <a:cubicBezTo>
                    <a:pt x="10983" y="12629"/>
                    <a:pt x="11200" y="12595"/>
                    <a:pt x="11418" y="12595"/>
                  </a:cubicBezTo>
                  <a:close/>
                  <a:moveTo>
                    <a:pt x="9669" y="1"/>
                  </a:moveTo>
                  <a:cubicBezTo>
                    <a:pt x="4653" y="1"/>
                    <a:pt x="468" y="4219"/>
                    <a:pt x="238" y="9606"/>
                  </a:cubicBezTo>
                  <a:cubicBezTo>
                    <a:pt x="0" y="15127"/>
                    <a:pt x="4010" y="19787"/>
                    <a:pt x="9193" y="20009"/>
                  </a:cubicBezTo>
                  <a:cubicBezTo>
                    <a:pt x="9323" y="20014"/>
                    <a:pt x="9451" y="20017"/>
                    <a:pt x="9580" y="20017"/>
                  </a:cubicBezTo>
                  <a:cubicBezTo>
                    <a:pt x="14595" y="20017"/>
                    <a:pt x="18780" y="15798"/>
                    <a:pt x="19011" y="10412"/>
                  </a:cubicBezTo>
                  <a:cubicBezTo>
                    <a:pt x="19248" y="4889"/>
                    <a:pt x="15239" y="231"/>
                    <a:pt x="10055" y="9"/>
                  </a:cubicBezTo>
                  <a:cubicBezTo>
                    <a:pt x="9926" y="3"/>
                    <a:pt x="9797" y="1"/>
                    <a:pt x="966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2" name="Google Shape;1522;p140"/>
            <p:cNvSpPr/>
            <p:nvPr/>
          </p:nvSpPr>
          <p:spPr>
            <a:xfrm>
              <a:off x="1486200" y="2628625"/>
              <a:ext cx="133225" cy="116900"/>
            </a:xfrm>
            <a:custGeom>
              <a:rect b="b" l="l" r="r" t="t"/>
              <a:pathLst>
                <a:path extrusionOk="0" h="4676" w="5329">
                  <a:moveTo>
                    <a:pt x="2661" y="138"/>
                  </a:moveTo>
                  <a:cubicBezTo>
                    <a:pt x="3487" y="138"/>
                    <a:pt x="4279" y="605"/>
                    <a:pt x="4653" y="1401"/>
                  </a:cubicBezTo>
                  <a:cubicBezTo>
                    <a:pt x="5171" y="2502"/>
                    <a:pt x="4699" y="3812"/>
                    <a:pt x="3599" y="4327"/>
                  </a:cubicBezTo>
                  <a:cubicBezTo>
                    <a:pt x="3297" y="4469"/>
                    <a:pt x="2979" y="4536"/>
                    <a:pt x="2666" y="4536"/>
                  </a:cubicBezTo>
                  <a:cubicBezTo>
                    <a:pt x="1840" y="4536"/>
                    <a:pt x="1048" y="4069"/>
                    <a:pt x="673" y="3272"/>
                  </a:cubicBezTo>
                  <a:cubicBezTo>
                    <a:pt x="158" y="2173"/>
                    <a:pt x="630" y="863"/>
                    <a:pt x="1728" y="346"/>
                  </a:cubicBezTo>
                  <a:cubicBezTo>
                    <a:pt x="2030" y="205"/>
                    <a:pt x="2348" y="138"/>
                    <a:pt x="2661" y="138"/>
                  </a:cubicBezTo>
                  <a:close/>
                  <a:moveTo>
                    <a:pt x="2664" y="0"/>
                  </a:moveTo>
                  <a:cubicBezTo>
                    <a:pt x="2331" y="0"/>
                    <a:pt x="1993" y="72"/>
                    <a:pt x="1671" y="223"/>
                  </a:cubicBezTo>
                  <a:cubicBezTo>
                    <a:pt x="503" y="770"/>
                    <a:pt x="0" y="2163"/>
                    <a:pt x="550" y="3331"/>
                  </a:cubicBezTo>
                  <a:cubicBezTo>
                    <a:pt x="947" y="4178"/>
                    <a:pt x="1788" y="4675"/>
                    <a:pt x="2666" y="4675"/>
                  </a:cubicBezTo>
                  <a:cubicBezTo>
                    <a:pt x="2999" y="4675"/>
                    <a:pt x="3337" y="4604"/>
                    <a:pt x="3658" y="4453"/>
                  </a:cubicBezTo>
                  <a:cubicBezTo>
                    <a:pt x="4826" y="3905"/>
                    <a:pt x="5329" y="2514"/>
                    <a:pt x="4780" y="1344"/>
                  </a:cubicBezTo>
                  <a:cubicBezTo>
                    <a:pt x="4383" y="497"/>
                    <a:pt x="3542" y="0"/>
                    <a:pt x="26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3" name="Google Shape;1523;p140"/>
            <p:cNvSpPr/>
            <p:nvPr/>
          </p:nvSpPr>
          <p:spPr>
            <a:xfrm>
              <a:off x="1499625" y="2640375"/>
              <a:ext cx="106450" cy="93425"/>
            </a:xfrm>
            <a:custGeom>
              <a:rect b="b" l="l" r="r" t="t"/>
              <a:pathLst>
                <a:path extrusionOk="0" h="3737" w="4258">
                  <a:moveTo>
                    <a:pt x="2128" y="1"/>
                  </a:moveTo>
                  <a:cubicBezTo>
                    <a:pt x="1862" y="1"/>
                    <a:pt x="1591" y="58"/>
                    <a:pt x="1334" y="178"/>
                  </a:cubicBezTo>
                  <a:cubicBezTo>
                    <a:pt x="401" y="616"/>
                    <a:pt x="0" y="1729"/>
                    <a:pt x="438" y="2662"/>
                  </a:cubicBezTo>
                  <a:cubicBezTo>
                    <a:pt x="756" y="3339"/>
                    <a:pt x="1428" y="3736"/>
                    <a:pt x="2129" y="3736"/>
                  </a:cubicBezTo>
                  <a:cubicBezTo>
                    <a:pt x="2395" y="3736"/>
                    <a:pt x="2665" y="3679"/>
                    <a:pt x="2922" y="3558"/>
                  </a:cubicBezTo>
                  <a:cubicBezTo>
                    <a:pt x="3854" y="3120"/>
                    <a:pt x="4258" y="2008"/>
                    <a:pt x="3818" y="1074"/>
                  </a:cubicBezTo>
                  <a:cubicBezTo>
                    <a:pt x="3500" y="398"/>
                    <a:pt x="2829" y="1"/>
                    <a:pt x="212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4" name="Google Shape;1524;p140"/>
            <p:cNvSpPr/>
            <p:nvPr/>
          </p:nvSpPr>
          <p:spPr>
            <a:xfrm>
              <a:off x="1511150" y="2650500"/>
              <a:ext cx="83325" cy="73150"/>
            </a:xfrm>
            <a:custGeom>
              <a:rect b="b" l="l" r="r" t="t"/>
              <a:pathLst>
                <a:path extrusionOk="0" h="2926" w="3333">
                  <a:moveTo>
                    <a:pt x="1667" y="1"/>
                  </a:moveTo>
                  <a:cubicBezTo>
                    <a:pt x="1458" y="1"/>
                    <a:pt x="1247" y="45"/>
                    <a:pt x="1045" y="140"/>
                  </a:cubicBezTo>
                  <a:cubicBezTo>
                    <a:pt x="315" y="483"/>
                    <a:pt x="0" y="1354"/>
                    <a:pt x="344" y="2085"/>
                  </a:cubicBezTo>
                  <a:cubicBezTo>
                    <a:pt x="593" y="2615"/>
                    <a:pt x="1119" y="2926"/>
                    <a:pt x="1668" y="2926"/>
                  </a:cubicBezTo>
                  <a:cubicBezTo>
                    <a:pt x="1877" y="2926"/>
                    <a:pt x="2088" y="2881"/>
                    <a:pt x="2289" y="2787"/>
                  </a:cubicBezTo>
                  <a:cubicBezTo>
                    <a:pt x="3019" y="2443"/>
                    <a:pt x="3333" y="1571"/>
                    <a:pt x="2991" y="841"/>
                  </a:cubicBezTo>
                  <a:cubicBezTo>
                    <a:pt x="2741" y="312"/>
                    <a:pt x="2216" y="1"/>
                    <a:pt x="16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5" name="Google Shape;1525;p140"/>
            <p:cNvSpPr/>
            <p:nvPr/>
          </p:nvSpPr>
          <p:spPr>
            <a:xfrm>
              <a:off x="1526500" y="2653825"/>
              <a:ext cx="60900" cy="47525"/>
            </a:xfrm>
            <a:custGeom>
              <a:rect b="b" l="l" r="r" t="t"/>
              <a:pathLst>
                <a:path extrusionOk="0" h="1901" w="2436">
                  <a:moveTo>
                    <a:pt x="1105" y="0"/>
                  </a:moveTo>
                  <a:cubicBezTo>
                    <a:pt x="924" y="0"/>
                    <a:pt x="740" y="39"/>
                    <a:pt x="566" y="121"/>
                  </a:cubicBezTo>
                  <a:cubicBezTo>
                    <a:pt x="319" y="237"/>
                    <a:pt x="126" y="423"/>
                    <a:pt x="0" y="645"/>
                  </a:cubicBezTo>
                  <a:lnTo>
                    <a:pt x="2206" y="1901"/>
                  </a:lnTo>
                  <a:cubicBezTo>
                    <a:pt x="2404" y="1553"/>
                    <a:pt x="2435" y="1121"/>
                    <a:pt x="2255" y="731"/>
                  </a:cubicBezTo>
                  <a:cubicBezTo>
                    <a:pt x="2038" y="271"/>
                    <a:pt x="1581" y="0"/>
                    <a:pt x="1105" y="0"/>
                  </a:cubicBez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6" name="Google Shape;1526;p140"/>
            <p:cNvSpPr/>
            <p:nvPr/>
          </p:nvSpPr>
          <p:spPr>
            <a:xfrm>
              <a:off x="1600500" y="2451600"/>
              <a:ext cx="186375" cy="483450"/>
            </a:xfrm>
            <a:custGeom>
              <a:rect b="b" l="l" r="r" t="t"/>
              <a:pathLst>
                <a:path extrusionOk="0" h="19338" w="7455">
                  <a:moveTo>
                    <a:pt x="3671" y="6927"/>
                  </a:moveTo>
                  <a:cubicBezTo>
                    <a:pt x="5177" y="6927"/>
                    <a:pt x="6421" y="7869"/>
                    <a:pt x="6504" y="9115"/>
                  </a:cubicBezTo>
                  <a:cubicBezTo>
                    <a:pt x="6593" y="10426"/>
                    <a:pt x="5357" y="11574"/>
                    <a:pt x="3746" y="11682"/>
                  </a:cubicBezTo>
                  <a:cubicBezTo>
                    <a:pt x="3664" y="11687"/>
                    <a:pt x="3584" y="11690"/>
                    <a:pt x="3504" y="11690"/>
                  </a:cubicBezTo>
                  <a:cubicBezTo>
                    <a:pt x="1999" y="11690"/>
                    <a:pt x="752" y="10748"/>
                    <a:pt x="669" y="9503"/>
                  </a:cubicBezTo>
                  <a:cubicBezTo>
                    <a:pt x="582" y="8190"/>
                    <a:pt x="1816" y="7042"/>
                    <a:pt x="3429" y="6935"/>
                  </a:cubicBezTo>
                  <a:cubicBezTo>
                    <a:pt x="3511" y="6929"/>
                    <a:pt x="3591" y="6927"/>
                    <a:pt x="3671" y="6927"/>
                  </a:cubicBezTo>
                  <a:close/>
                  <a:moveTo>
                    <a:pt x="568" y="1"/>
                  </a:moveTo>
                  <a:lnTo>
                    <a:pt x="545" y="806"/>
                  </a:lnTo>
                  <a:cubicBezTo>
                    <a:pt x="754" y="844"/>
                    <a:pt x="958" y="910"/>
                    <a:pt x="1150" y="1014"/>
                  </a:cubicBezTo>
                  <a:cubicBezTo>
                    <a:pt x="2344" y="1660"/>
                    <a:pt x="2659" y="3392"/>
                    <a:pt x="1852" y="4882"/>
                  </a:cubicBezTo>
                  <a:cubicBezTo>
                    <a:pt x="1488" y="5552"/>
                    <a:pt x="961" y="6057"/>
                    <a:pt x="381" y="6354"/>
                  </a:cubicBezTo>
                  <a:lnTo>
                    <a:pt x="208" y="12264"/>
                  </a:lnTo>
                  <a:cubicBezTo>
                    <a:pt x="1113" y="12498"/>
                    <a:pt x="1949" y="13295"/>
                    <a:pt x="2328" y="14412"/>
                  </a:cubicBezTo>
                  <a:cubicBezTo>
                    <a:pt x="2872" y="16016"/>
                    <a:pt x="2271" y="17670"/>
                    <a:pt x="986" y="18107"/>
                  </a:cubicBezTo>
                  <a:cubicBezTo>
                    <a:pt x="775" y="18177"/>
                    <a:pt x="560" y="18211"/>
                    <a:pt x="344" y="18211"/>
                  </a:cubicBezTo>
                  <a:cubicBezTo>
                    <a:pt x="241" y="18211"/>
                    <a:pt x="137" y="18203"/>
                    <a:pt x="34" y="18188"/>
                  </a:cubicBezTo>
                  <a:lnTo>
                    <a:pt x="1" y="19338"/>
                  </a:lnTo>
                  <a:cubicBezTo>
                    <a:pt x="3997" y="18324"/>
                    <a:pt x="7058" y="14591"/>
                    <a:pt x="7254" y="10007"/>
                  </a:cubicBezTo>
                  <a:cubicBezTo>
                    <a:pt x="7455" y="5323"/>
                    <a:pt x="4600" y="1263"/>
                    <a:pt x="568" y="1"/>
                  </a:cubicBez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7" name="Google Shape;1527;p140"/>
            <p:cNvSpPr/>
            <p:nvPr/>
          </p:nvSpPr>
          <p:spPr>
            <a:xfrm>
              <a:off x="1513900" y="2466300"/>
              <a:ext cx="157675" cy="156175"/>
            </a:xfrm>
            <a:custGeom>
              <a:rect b="b" l="l" r="r" t="t"/>
              <a:pathLst>
                <a:path extrusionOk="0" h="6247" w="6307">
                  <a:moveTo>
                    <a:pt x="3584" y="486"/>
                  </a:moveTo>
                  <a:cubicBezTo>
                    <a:pt x="3889" y="486"/>
                    <a:pt x="4188" y="557"/>
                    <a:pt x="4462" y="705"/>
                  </a:cubicBezTo>
                  <a:cubicBezTo>
                    <a:pt x="5530" y="1285"/>
                    <a:pt x="5814" y="2837"/>
                    <a:pt x="5091" y="4171"/>
                  </a:cubicBezTo>
                  <a:cubicBezTo>
                    <a:pt x="4553" y="5164"/>
                    <a:pt x="3612" y="5757"/>
                    <a:pt x="2724" y="5757"/>
                  </a:cubicBezTo>
                  <a:cubicBezTo>
                    <a:pt x="2418" y="5757"/>
                    <a:pt x="2119" y="5687"/>
                    <a:pt x="1844" y="5538"/>
                  </a:cubicBezTo>
                  <a:cubicBezTo>
                    <a:pt x="775" y="4958"/>
                    <a:pt x="494" y="3406"/>
                    <a:pt x="1217" y="2072"/>
                  </a:cubicBezTo>
                  <a:cubicBezTo>
                    <a:pt x="1755" y="1079"/>
                    <a:pt x="2696" y="486"/>
                    <a:pt x="3584" y="486"/>
                  </a:cubicBezTo>
                  <a:close/>
                  <a:moveTo>
                    <a:pt x="3663" y="1"/>
                  </a:moveTo>
                  <a:cubicBezTo>
                    <a:pt x="2611" y="1"/>
                    <a:pt x="1494" y="704"/>
                    <a:pt x="856" y="1880"/>
                  </a:cubicBezTo>
                  <a:cubicBezTo>
                    <a:pt x="0" y="3462"/>
                    <a:pt x="334" y="5302"/>
                    <a:pt x="1601" y="5988"/>
                  </a:cubicBezTo>
                  <a:cubicBezTo>
                    <a:pt x="1926" y="6163"/>
                    <a:pt x="2280" y="6247"/>
                    <a:pt x="2642" y="6247"/>
                  </a:cubicBezTo>
                  <a:cubicBezTo>
                    <a:pt x="3695" y="6247"/>
                    <a:pt x="4811" y="5543"/>
                    <a:pt x="5449" y="4366"/>
                  </a:cubicBezTo>
                  <a:cubicBezTo>
                    <a:pt x="6306" y="2784"/>
                    <a:pt x="5973" y="944"/>
                    <a:pt x="4704" y="260"/>
                  </a:cubicBezTo>
                  <a:cubicBezTo>
                    <a:pt x="4380" y="84"/>
                    <a:pt x="4025" y="1"/>
                    <a:pt x="366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8" name="Google Shape;1528;p140"/>
            <p:cNvSpPr/>
            <p:nvPr/>
          </p:nvSpPr>
          <p:spPr>
            <a:xfrm>
              <a:off x="1610625" y="2620225"/>
              <a:ext cx="163375" cy="125325"/>
            </a:xfrm>
            <a:custGeom>
              <a:rect b="b" l="l" r="r" t="t"/>
              <a:pathLst>
                <a:path extrusionOk="0" h="5013" w="6535">
                  <a:moveTo>
                    <a:pt x="3286" y="393"/>
                  </a:moveTo>
                  <a:cubicBezTo>
                    <a:pt x="3377" y="393"/>
                    <a:pt x="3469" y="397"/>
                    <a:pt x="3561" y="405"/>
                  </a:cubicBezTo>
                  <a:cubicBezTo>
                    <a:pt x="4994" y="526"/>
                    <a:pt x="6025" y="1564"/>
                    <a:pt x="5866" y="2725"/>
                  </a:cubicBezTo>
                  <a:cubicBezTo>
                    <a:pt x="5714" y="3812"/>
                    <a:pt x="4575" y="4619"/>
                    <a:pt x="3254" y="4619"/>
                  </a:cubicBezTo>
                  <a:cubicBezTo>
                    <a:pt x="3163" y="4619"/>
                    <a:pt x="3071" y="4615"/>
                    <a:pt x="2978" y="4608"/>
                  </a:cubicBezTo>
                  <a:cubicBezTo>
                    <a:pt x="1545" y="4486"/>
                    <a:pt x="513" y="3447"/>
                    <a:pt x="674" y="2287"/>
                  </a:cubicBezTo>
                  <a:cubicBezTo>
                    <a:pt x="825" y="1201"/>
                    <a:pt x="1965" y="393"/>
                    <a:pt x="3286" y="393"/>
                  </a:cubicBezTo>
                  <a:close/>
                  <a:moveTo>
                    <a:pt x="3290" y="0"/>
                  </a:moveTo>
                  <a:cubicBezTo>
                    <a:pt x="1726" y="0"/>
                    <a:pt x="372" y="958"/>
                    <a:pt x="193" y="2246"/>
                  </a:cubicBezTo>
                  <a:cubicBezTo>
                    <a:pt x="1" y="3621"/>
                    <a:pt x="1225" y="4852"/>
                    <a:pt x="2924" y="4998"/>
                  </a:cubicBezTo>
                  <a:cubicBezTo>
                    <a:pt x="3033" y="5008"/>
                    <a:pt x="3141" y="5012"/>
                    <a:pt x="3248" y="5012"/>
                  </a:cubicBezTo>
                  <a:cubicBezTo>
                    <a:pt x="4814" y="5012"/>
                    <a:pt x="6167" y="4054"/>
                    <a:pt x="6345" y="2767"/>
                  </a:cubicBezTo>
                  <a:cubicBezTo>
                    <a:pt x="6534" y="1391"/>
                    <a:pt x="5312" y="157"/>
                    <a:pt x="3614" y="14"/>
                  </a:cubicBezTo>
                  <a:cubicBezTo>
                    <a:pt x="3505" y="5"/>
                    <a:pt x="3397" y="0"/>
                    <a:pt x="32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9" name="Google Shape;1529;p140"/>
            <p:cNvSpPr/>
            <p:nvPr/>
          </p:nvSpPr>
          <p:spPr>
            <a:xfrm>
              <a:off x="1525100" y="2753775"/>
              <a:ext cx="149200" cy="157700"/>
            </a:xfrm>
            <a:custGeom>
              <a:rect b="b" l="l" r="r" t="t"/>
              <a:pathLst>
                <a:path extrusionOk="0" h="6308" w="5968">
                  <a:moveTo>
                    <a:pt x="2681" y="495"/>
                  </a:moveTo>
                  <a:cubicBezTo>
                    <a:pt x="3639" y="495"/>
                    <a:pt x="4614" y="1274"/>
                    <a:pt x="5035" y="2436"/>
                  </a:cubicBezTo>
                  <a:cubicBezTo>
                    <a:pt x="5530" y="3806"/>
                    <a:pt x="5095" y="5249"/>
                    <a:pt x="4037" y="5689"/>
                  </a:cubicBezTo>
                  <a:cubicBezTo>
                    <a:pt x="3828" y="5775"/>
                    <a:pt x="3610" y="5817"/>
                    <a:pt x="3389" y="5817"/>
                  </a:cubicBezTo>
                  <a:cubicBezTo>
                    <a:pt x="2461" y="5817"/>
                    <a:pt x="1497" y="5086"/>
                    <a:pt x="1055" y="3925"/>
                  </a:cubicBezTo>
                  <a:cubicBezTo>
                    <a:pt x="501" y="2472"/>
                    <a:pt x="1000" y="965"/>
                    <a:pt x="2141" y="583"/>
                  </a:cubicBezTo>
                  <a:cubicBezTo>
                    <a:pt x="2317" y="524"/>
                    <a:pt x="2499" y="495"/>
                    <a:pt x="2681" y="495"/>
                  </a:cubicBezTo>
                  <a:close/>
                  <a:moveTo>
                    <a:pt x="2591" y="1"/>
                  </a:moveTo>
                  <a:cubicBezTo>
                    <a:pt x="2379" y="1"/>
                    <a:pt x="2168" y="33"/>
                    <a:pt x="1962" y="100"/>
                  </a:cubicBezTo>
                  <a:cubicBezTo>
                    <a:pt x="600" y="545"/>
                    <a:pt x="0" y="2340"/>
                    <a:pt x="663" y="4073"/>
                  </a:cubicBezTo>
                  <a:cubicBezTo>
                    <a:pt x="1190" y="5448"/>
                    <a:pt x="2331" y="6308"/>
                    <a:pt x="3430" y="6308"/>
                  </a:cubicBezTo>
                  <a:cubicBezTo>
                    <a:pt x="3696" y="6308"/>
                    <a:pt x="3960" y="6257"/>
                    <a:pt x="4212" y="6151"/>
                  </a:cubicBezTo>
                  <a:cubicBezTo>
                    <a:pt x="5457" y="5627"/>
                    <a:pt x="5967" y="3922"/>
                    <a:pt x="5383" y="2308"/>
                  </a:cubicBezTo>
                  <a:cubicBezTo>
                    <a:pt x="4886" y="930"/>
                    <a:pt x="3730" y="1"/>
                    <a:pt x="259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0" name="Google Shape;1530;p140"/>
            <p:cNvSpPr/>
            <p:nvPr/>
          </p:nvSpPr>
          <p:spPr>
            <a:xfrm>
              <a:off x="1307300" y="2443225"/>
              <a:ext cx="213100" cy="491175"/>
            </a:xfrm>
            <a:custGeom>
              <a:rect b="b" l="l" r="r" t="t"/>
              <a:pathLst>
                <a:path extrusionOk="0" h="19647" w="8524">
                  <a:moveTo>
                    <a:pt x="4349" y="3742"/>
                  </a:moveTo>
                  <a:cubicBezTo>
                    <a:pt x="5104" y="3742"/>
                    <a:pt x="5923" y="4050"/>
                    <a:pt x="6599" y="4656"/>
                  </a:cubicBezTo>
                  <a:cubicBezTo>
                    <a:pt x="7861" y="5787"/>
                    <a:pt x="8150" y="7522"/>
                    <a:pt x="7244" y="8534"/>
                  </a:cubicBezTo>
                  <a:cubicBezTo>
                    <a:pt x="6824" y="9002"/>
                    <a:pt x="6221" y="9233"/>
                    <a:pt x="5569" y="9233"/>
                  </a:cubicBezTo>
                  <a:cubicBezTo>
                    <a:pt x="4815" y="9233"/>
                    <a:pt x="3995" y="8924"/>
                    <a:pt x="3318" y="8319"/>
                  </a:cubicBezTo>
                  <a:cubicBezTo>
                    <a:pt x="2056" y="7190"/>
                    <a:pt x="1768" y="5452"/>
                    <a:pt x="2674" y="4441"/>
                  </a:cubicBezTo>
                  <a:cubicBezTo>
                    <a:pt x="3094" y="3972"/>
                    <a:pt x="3697" y="3742"/>
                    <a:pt x="4349" y="3742"/>
                  </a:cubicBezTo>
                  <a:close/>
                  <a:moveTo>
                    <a:pt x="8523" y="1"/>
                  </a:moveTo>
                  <a:lnTo>
                    <a:pt x="8523" y="1"/>
                  </a:lnTo>
                  <a:cubicBezTo>
                    <a:pt x="4017" y="572"/>
                    <a:pt x="421" y="4553"/>
                    <a:pt x="206" y="9533"/>
                  </a:cubicBezTo>
                  <a:cubicBezTo>
                    <a:pt x="0" y="14357"/>
                    <a:pt x="3034" y="18522"/>
                    <a:pt x="7258" y="19647"/>
                  </a:cubicBezTo>
                  <a:lnTo>
                    <a:pt x="7644" y="13639"/>
                  </a:lnTo>
                  <a:lnTo>
                    <a:pt x="7644" y="13639"/>
                  </a:lnTo>
                  <a:cubicBezTo>
                    <a:pt x="7510" y="14160"/>
                    <a:pt x="7242" y="14678"/>
                    <a:pt x="6837" y="15132"/>
                  </a:cubicBezTo>
                  <a:cubicBezTo>
                    <a:pt x="6152" y="15904"/>
                    <a:pt x="5239" y="16315"/>
                    <a:pt x="4402" y="16315"/>
                  </a:cubicBezTo>
                  <a:cubicBezTo>
                    <a:pt x="3865" y="16315"/>
                    <a:pt x="3358" y="16146"/>
                    <a:pt x="2962" y="15793"/>
                  </a:cubicBezTo>
                  <a:cubicBezTo>
                    <a:pt x="1947" y="14891"/>
                    <a:pt x="2037" y="13132"/>
                    <a:pt x="3162" y="11866"/>
                  </a:cubicBezTo>
                  <a:cubicBezTo>
                    <a:pt x="3847" y="11095"/>
                    <a:pt x="4759" y="10684"/>
                    <a:pt x="5596" y="10684"/>
                  </a:cubicBezTo>
                  <a:cubicBezTo>
                    <a:pt x="6134" y="10684"/>
                    <a:pt x="6641" y="10854"/>
                    <a:pt x="7038" y="11207"/>
                  </a:cubicBezTo>
                  <a:cubicBezTo>
                    <a:pt x="7420" y="11544"/>
                    <a:pt x="7644" y="12002"/>
                    <a:pt x="7717" y="12511"/>
                  </a:cubicBezTo>
                  <a:lnTo>
                    <a:pt x="8523" y="1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1" name="Google Shape;1531;p140"/>
            <p:cNvSpPr/>
            <p:nvPr/>
          </p:nvSpPr>
          <p:spPr>
            <a:xfrm>
              <a:off x="1343575" y="2708275"/>
              <a:ext cx="168100" cy="146600"/>
            </a:xfrm>
            <a:custGeom>
              <a:rect b="b" l="l" r="r" t="t"/>
              <a:pathLst>
                <a:path extrusionOk="0" h="5864" w="6724">
                  <a:moveTo>
                    <a:pt x="3909" y="459"/>
                  </a:moveTo>
                  <a:cubicBezTo>
                    <a:pt x="4470" y="459"/>
                    <a:pt x="4992" y="653"/>
                    <a:pt x="5365" y="1050"/>
                  </a:cubicBezTo>
                  <a:cubicBezTo>
                    <a:pt x="6199" y="1936"/>
                    <a:pt x="5977" y="3498"/>
                    <a:pt x="4871" y="4538"/>
                  </a:cubicBezTo>
                  <a:cubicBezTo>
                    <a:pt x="4261" y="5112"/>
                    <a:pt x="3509" y="5406"/>
                    <a:pt x="2817" y="5406"/>
                  </a:cubicBezTo>
                  <a:cubicBezTo>
                    <a:pt x="2255" y="5406"/>
                    <a:pt x="1733" y="5212"/>
                    <a:pt x="1361" y="4815"/>
                  </a:cubicBezTo>
                  <a:cubicBezTo>
                    <a:pt x="526" y="3927"/>
                    <a:pt x="748" y="2367"/>
                    <a:pt x="1855" y="1327"/>
                  </a:cubicBezTo>
                  <a:cubicBezTo>
                    <a:pt x="2464" y="754"/>
                    <a:pt x="3217" y="459"/>
                    <a:pt x="3909" y="459"/>
                  </a:cubicBezTo>
                  <a:close/>
                  <a:moveTo>
                    <a:pt x="4008" y="0"/>
                  </a:moveTo>
                  <a:cubicBezTo>
                    <a:pt x="3188" y="0"/>
                    <a:pt x="2297" y="349"/>
                    <a:pt x="1574" y="1028"/>
                  </a:cubicBezTo>
                  <a:cubicBezTo>
                    <a:pt x="261" y="2259"/>
                    <a:pt x="1" y="4112"/>
                    <a:pt x="988" y="5163"/>
                  </a:cubicBezTo>
                  <a:cubicBezTo>
                    <a:pt x="1431" y="5633"/>
                    <a:pt x="2049" y="5864"/>
                    <a:pt x="2715" y="5864"/>
                  </a:cubicBezTo>
                  <a:cubicBezTo>
                    <a:pt x="3535" y="5864"/>
                    <a:pt x="4426" y="5514"/>
                    <a:pt x="5150" y="4835"/>
                  </a:cubicBezTo>
                  <a:cubicBezTo>
                    <a:pt x="6460" y="3602"/>
                    <a:pt x="6723" y="1751"/>
                    <a:pt x="5735" y="702"/>
                  </a:cubicBezTo>
                  <a:cubicBezTo>
                    <a:pt x="5293" y="231"/>
                    <a:pt x="4674" y="0"/>
                    <a:pt x="40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2" name="Google Shape;1532;p140"/>
            <p:cNvSpPr/>
            <p:nvPr/>
          </p:nvSpPr>
          <p:spPr>
            <a:xfrm>
              <a:off x="1339725" y="2535175"/>
              <a:ext cx="173400" cy="143200"/>
            </a:xfrm>
            <a:custGeom>
              <a:rect b="b" l="l" r="r" t="t"/>
              <a:pathLst>
                <a:path extrusionOk="0" h="5728" w="6936">
                  <a:moveTo>
                    <a:pt x="2929" y="447"/>
                  </a:moveTo>
                  <a:cubicBezTo>
                    <a:pt x="3546" y="447"/>
                    <a:pt x="4215" y="665"/>
                    <a:pt x="4799" y="1107"/>
                  </a:cubicBezTo>
                  <a:cubicBezTo>
                    <a:pt x="6008" y="2023"/>
                    <a:pt x="6392" y="3553"/>
                    <a:pt x="5659" y="4522"/>
                  </a:cubicBezTo>
                  <a:cubicBezTo>
                    <a:pt x="5278" y="5025"/>
                    <a:pt x="4670" y="5279"/>
                    <a:pt x="4005" y="5279"/>
                  </a:cubicBezTo>
                  <a:cubicBezTo>
                    <a:pt x="3387" y="5279"/>
                    <a:pt x="2720" y="5061"/>
                    <a:pt x="2137" y="4620"/>
                  </a:cubicBezTo>
                  <a:cubicBezTo>
                    <a:pt x="928" y="3704"/>
                    <a:pt x="543" y="2173"/>
                    <a:pt x="1277" y="1203"/>
                  </a:cubicBezTo>
                  <a:cubicBezTo>
                    <a:pt x="1657" y="700"/>
                    <a:pt x="2264" y="447"/>
                    <a:pt x="2929" y="447"/>
                  </a:cubicBezTo>
                  <a:close/>
                  <a:moveTo>
                    <a:pt x="2832" y="1"/>
                  </a:moveTo>
                  <a:cubicBezTo>
                    <a:pt x="2044" y="1"/>
                    <a:pt x="1324" y="302"/>
                    <a:pt x="872" y="898"/>
                  </a:cubicBezTo>
                  <a:cubicBezTo>
                    <a:pt x="0" y="2046"/>
                    <a:pt x="458" y="3858"/>
                    <a:pt x="1893" y="4945"/>
                  </a:cubicBezTo>
                  <a:cubicBezTo>
                    <a:pt x="2582" y="5468"/>
                    <a:pt x="3373" y="5727"/>
                    <a:pt x="4105" y="5727"/>
                  </a:cubicBezTo>
                  <a:cubicBezTo>
                    <a:pt x="4893" y="5727"/>
                    <a:pt x="5613" y="5426"/>
                    <a:pt x="6065" y="4830"/>
                  </a:cubicBezTo>
                  <a:cubicBezTo>
                    <a:pt x="6936" y="3682"/>
                    <a:pt x="6481" y="1868"/>
                    <a:pt x="5045" y="783"/>
                  </a:cubicBezTo>
                  <a:cubicBezTo>
                    <a:pt x="4355" y="260"/>
                    <a:pt x="3564" y="1"/>
                    <a:pt x="283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3" name="Google Shape;1533;p140"/>
            <p:cNvSpPr/>
            <p:nvPr/>
          </p:nvSpPr>
          <p:spPr>
            <a:xfrm>
              <a:off x="1681025" y="2748975"/>
              <a:ext cx="81900" cy="97175"/>
            </a:xfrm>
            <a:custGeom>
              <a:rect b="b" l="l" r="r" t="t"/>
              <a:pathLst>
                <a:path extrusionOk="0" h="3887" w="3276">
                  <a:moveTo>
                    <a:pt x="1485" y="0"/>
                  </a:moveTo>
                  <a:lnTo>
                    <a:pt x="1" y="3091"/>
                  </a:lnTo>
                  <a:lnTo>
                    <a:pt x="1451" y="3887"/>
                  </a:lnTo>
                  <a:lnTo>
                    <a:pt x="3276" y="984"/>
                  </a:lnTo>
                  <a:lnTo>
                    <a:pt x="148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4" name="Google Shape;1534;p140"/>
            <p:cNvSpPr/>
            <p:nvPr/>
          </p:nvSpPr>
          <p:spPr>
            <a:xfrm>
              <a:off x="1691475" y="2762000"/>
              <a:ext cx="59175" cy="71475"/>
            </a:xfrm>
            <a:custGeom>
              <a:rect b="b" l="l" r="r" t="t"/>
              <a:pathLst>
                <a:path extrusionOk="0" h="2859" w="2367">
                  <a:moveTo>
                    <a:pt x="1180" y="0"/>
                  </a:moveTo>
                  <a:lnTo>
                    <a:pt x="1" y="2283"/>
                  </a:lnTo>
                  <a:lnTo>
                    <a:pt x="1053" y="2859"/>
                  </a:lnTo>
                  <a:lnTo>
                    <a:pt x="2367" y="694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5" name="Google Shape;1535;p140"/>
            <p:cNvSpPr/>
            <p:nvPr/>
          </p:nvSpPr>
          <p:spPr>
            <a:xfrm>
              <a:off x="1911975" y="2445300"/>
              <a:ext cx="30625" cy="42175"/>
            </a:xfrm>
            <a:custGeom>
              <a:rect b="b" l="l" r="r" t="t"/>
              <a:pathLst>
                <a:path extrusionOk="0" h="1687" w="1225">
                  <a:moveTo>
                    <a:pt x="236" y="1"/>
                  </a:moveTo>
                  <a:lnTo>
                    <a:pt x="0" y="164"/>
                  </a:lnTo>
                  <a:lnTo>
                    <a:pt x="924" y="1687"/>
                  </a:lnTo>
                  <a:lnTo>
                    <a:pt x="1224" y="1441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6" name="Google Shape;1536;p140"/>
            <p:cNvSpPr/>
            <p:nvPr/>
          </p:nvSpPr>
          <p:spPr>
            <a:xfrm>
              <a:off x="1868300" y="2479075"/>
              <a:ext cx="38750" cy="39250"/>
            </a:xfrm>
            <a:custGeom>
              <a:rect b="b" l="l" r="r" t="t"/>
              <a:pathLst>
                <a:path extrusionOk="0" h="1570" w="1550">
                  <a:moveTo>
                    <a:pt x="218" y="1"/>
                  </a:moveTo>
                  <a:lnTo>
                    <a:pt x="1" y="207"/>
                  </a:lnTo>
                  <a:lnTo>
                    <a:pt x="1321" y="1570"/>
                  </a:lnTo>
                  <a:lnTo>
                    <a:pt x="1550" y="1281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7" name="Google Shape;1537;p140"/>
            <p:cNvSpPr/>
            <p:nvPr/>
          </p:nvSpPr>
          <p:spPr>
            <a:xfrm>
              <a:off x="1843550" y="2525925"/>
              <a:ext cx="41400" cy="31750"/>
            </a:xfrm>
            <a:custGeom>
              <a:rect b="b" l="l" r="r" t="t"/>
              <a:pathLst>
                <a:path extrusionOk="0" h="1270" w="1656">
                  <a:moveTo>
                    <a:pt x="106" y="1"/>
                  </a:moveTo>
                  <a:lnTo>
                    <a:pt x="0" y="440"/>
                  </a:lnTo>
                  <a:lnTo>
                    <a:pt x="1459" y="1269"/>
                  </a:lnTo>
                  <a:lnTo>
                    <a:pt x="1655" y="969"/>
                  </a:lnTo>
                  <a:lnTo>
                    <a:pt x="10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8" name="Google Shape;1538;p140"/>
            <p:cNvSpPr/>
            <p:nvPr/>
          </p:nvSpPr>
          <p:spPr>
            <a:xfrm>
              <a:off x="1827225" y="2569050"/>
              <a:ext cx="36000" cy="34075"/>
            </a:xfrm>
            <a:custGeom>
              <a:rect b="b" l="l" r="r" t="t"/>
              <a:pathLst>
                <a:path extrusionOk="0" h="1363" w="1440">
                  <a:moveTo>
                    <a:pt x="82" y="1"/>
                  </a:moveTo>
                  <a:lnTo>
                    <a:pt x="0" y="326"/>
                  </a:lnTo>
                  <a:lnTo>
                    <a:pt x="1296" y="1362"/>
                  </a:lnTo>
                  <a:lnTo>
                    <a:pt x="1439" y="1057"/>
                  </a:lnTo>
                  <a:lnTo>
                    <a:pt x="8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9" name="Google Shape;1539;p140"/>
            <p:cNvSpPr/>
            <p:nvPr/>
          </p:nvSpPr>
          <p:spPr>
            <a:xfrm>
              <a:off x="1813700" y="2614900"/>
              <a:ext cx="36450" cy="25950"/>
            </a:xfrm>
            <a:custGeom>
              <a:rect b="b" l="l" r="r" t="t"/>
              <a:pathLst>
                <a:path extrusionOk="0" h="1038" w="1458">
                  <a:moveTo>
                    <a:pt x="49" y="1"/>
                  </a:moveTo>
                  <a:lnTo>
                    <a:pt x="0" y="285"/>
                  </a:lnTo>
                  <a:lnTo>
                    <a:pt x="1345" y="1037"/>
                  </a:lnTo>
                  <a:lnTo>
                    <a:pt x="1458" y="722"/>
                  </a:lnTo>
                  <a:lnTo>
                    <a:pt x="4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0" name="Google Shape;1540;p140"/>
            <p:cNvSpPr/>
            <p:nvPr/>
          </p:nvSpPr>
          <p:spPr>
            <a:xfrm>
              <a:off x="1799175" y="2649650"/>
              <a:ext cx="33725" cy="35600"/>
            </a:xfrm>
            <a:custGeom>
              <a:rect b="b" l="l" r="r" t="t"/>
              <a:pathLst>
                <a:path extrusionOk="0" h="1424" w="1349">
                  <a:moveTo>
                    <a:pt x="57" y="1"/>
                  </a:moveTo>
                  <a:lnTo>
                    <a:pt x="0" y="210"/>
                  </a:lnTo>
                  <a:lnTo>
                    <a:pt x="1194" y="1424"/>
                  </a:lnTo>
                  <a:lnTo>
                    <a:pt x="1349" y="1143"/>
                  </a:lnTo>
                  <a:lnTo>
                    <a:pt x="5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1" name="Google Shape;1541;p140"/>
            <p:cNvSpPr/>
            <p:nvPr/>
          </p:nvSpPr>
          <p:spPr>
            <a:xfrm>
              <a:off x="1605700" y="2585025"/>
              <a:ext cx="33875" cy="181525"/>
            </a:xfrm>
            <a:custGeom>
              <a:rect b="b" l="l" r="r" t="t"/>
              <a:pathLst>
                <a:path extrusionOk="0" h="7261" w="1355">
                  <a:moveTo>
                    <a:pt x="1354" y="0"/>
                  </a:moveTo>
                  <a:lnTo>
                    <a:pt x="1354" y="0"/>
                  </a:lnTo>
                  <a:cubicBezTo>
                    <a:pt x="1024" y="445"/>
                    <a:pt x="613" y="790"/>
                    <a:pt x="173" y="1017"/>
                  </a:cubicBezTo>
                  <a:lnTo>
                    <a:pt x="0" y="6927"/>
                  </a:lnTo>
                  <a:cubicBezTo>
                    <a:pt x="259" y="6995"/>
                    <a:pt x="511" y="7108"/>
                    <a:pt x="749" y="7261"/>
                  </a:cubicBezTo>
                  <a:lnTo>
                    <a:pt x="912" y="5303"/>
                  </a:lnTo>
                  <a:cubicBezTo>
                    <a:pt x="653" y="4975"/>
                    <a:pt x="490" y="4588"/>
                    <a:pt x="463" y="4167"/>
                  </a:cubicBezTo>
                  <a:cubicBezTo>
                    <a:pt x="423" y="3539"/>
                    <a:pt x="684" y="2949"/>
                    <a:pt x="1147" y="2493"/>
                  </a:cubicBezTo>
                  <a:lnTo>
                    <a:pt x="1354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2" name="Google Shape;1542;p140"/>
            <p:cNvSpPr/>
            <p:nvPr/>
          </p:nvSpPr>
          <p:spPr>
            <a:xfrm>
              <a:off x="1600500" y="2906300"/>
              <a:ext cx="12300" cy="28750"/>
            </a:xfrm>
            <a:custGeom>
              <a:rect b="b" l="l" r="r" t="t"/>
              <a:pathLst>
                <a:path extrusionOk="0" h="1150" w="492">
                  <a:moveTo>
                    <a:pt x="34" y="0"/>
                  </a:moveTo>
                  <a:lnTo>
                    <a:pt x="1" y="1150"/>
                  </a:lnTo>
                  <a:cubicBezTo>
                    <a:pt x="138" y="1115"/>
                    <a:pt x="273" y="1077"/>
                    <a:pt x="409" y="1035"/>
                  </a:cubicBezTo>
                  <a:lnTo>
                    <a:pt x="492" y="17"/>
                  </a:lnTo>
                  <a:lnTo>
                    <a:pt x="492" y="17"/>
                  </a:lnTo>
                  <a:cubicBezTo>
                    <a:pt x="441" y="21"/>
                    <a:pt x="390" y="23"/>
                    <a:pt x="339" y="23"/>
                  </a:cubicBezTo>
                  <a:cubicBezTo>
                    <a:pt x="237" y="23"/>
                    <a:pt x="136" y="15"/>
                    <a:pt x="34" y="0"/>
                  </a:cubicBez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3" name="Google Shape;1543;p140"/>
            <p:cNvSpPr/>
            <p:nvPr/>
          </p:nvSpPr>
          <p:spPr>
            <a:xfrm>
              <a:off x="1614100" y="2453200"/>
              <a:ext cx="35350" cy="40075"/>
            </a:xfrm>
            <a:custGeom>
              <a:rect b="b" l="l" r="r" t="t"/>
              <a:pathLst>
                <a:path extrusionOk="0" h="1603" w="1414">
                  <a:moveTo>
                    <a:pt x="22" y="1"/>
                  </a:moveTo>
                  <a:lnTo>
                    <a:pt x="1" y="742"/>
                  </a:lnTo>
                  <a:cubicBezTo>
                    <a:pt x="210" y="780"/>
                    <a:pt x="416" y="846"/>
                    <a:pt x="606" y="950"/>
                  </a:cubicBezTo>
                  <a:cubicBezTo>
                    <a:pt x="900" y="1109"/>
                    <a:pt x="1140" y="1332"/>
                    <a:pt x="1322" y="1603"/>
                  </a:cubicBezTo>
                  <a:lnTo>
                    <a:pt x="1414" y="506"/>
                  </a:lnTo>
                  <a:cubicBezTo>
                    <a:pt x="1263" y="429"/>
                    <a:pt x="1110" y="357"/>
                    <a:pt x="955" y="290"/>
                  </a:cubicBezTo>
                  <a:lnTo>
                    <a:pt x="22" y="1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4" name="Google Shape;1544;p140"/>
            <p:cNvSpPr/>
            <p:nvPr/>
          </p:nvSpPr>
          <p:spPr>
            <a:xfrm>
              <a:off x="1306600" y="2583325"/>
              <a:ext cx="473825" cy="358550"/>
            </a:xfrm>
            <a:custGeom>
              <a:rect b="b" l="l" r="r" t="t"/>
              <a:pathLst>
                <a:path extrusionOk="0" h="14342" w="18953">
                  <a:moveTo>
                    <a:pt x="1176" y="1"/>
                  </a:moveTo>
                  <a:cubicBezTo>
                    <a:pt x="631" y="1195"/>
                    <a:pt x="299" y="2520"/>
                    <a:pt x="239" y="3929"/>
                  </a:cubicBezTo>
                  <a:cubicBezTo>
                    <a:pt x="1" y="9452"/>
                    <a:pt x="4012" y="14112"/>
                    <a:pt x="9196" y="14333"/>
                  </a:cubicBezTo>
                  <a:cubicBezTo>
                    <a:pt x="9324" y="14339"/>
                    <a:pt x="9452" y="14342"/>
                    <a:pt x="9579" y="14342"/>
                  </a:cubicBezTo>
                  <a:cubicBezTo>
                    <a:pt x="14363" y="14342"/>
                    <a:pt x="18390" y="10502"/>
                    <a:pt x="18953" y="5474"/>
                  </a:cubicBezTo>
                  <a:lnTo>
                    <a:pt x="18953" y="5474"/>
                  </a:lnTo>
                  <a:cubicBezTo>
                    <a:pt x="18121" y="6274"/>
                    <a:pt x="17151" y="6955"/>
                    <a:pt x="16051" y="7472"/>
                  </a:cubicBezTo>
                  <a:cubicBezTo>
                    <a:pt x="15268" y="7840"/>
                    <a:pt x="14464" y="8102"/>
                    <a:pt x="13655" y="8270"/>
                  </a:cubicBezTo>
                  <a:cubicBezTo>
                    <a:pt x="13828" y="8530"/>
                    <a:pt x="13976" y="8822"/>
                    <a:pt x="14084" y="9143"/>
                  </a:cubicBezTo>
                  <a:cubicBezTo>
                    <a:pt x="14628" y="10747"/>
                    <a:pt x="14027" y="12401"/>
                    <a:pt x="12742" y="12838"/>
                  </a:cubicBezTo>
                  <a:cubicBezTo>
                    <a:pt x="12529" y="12910"/>
                    <a:pt x="12312" y="12944"/>
                    <a:pt x="12094" y="12944"/>
                  </a:cubicBezTo>
                  <a:cubicBezTo>
                    <a:pt x="10992" y="12944"/>
                    <a:pt x="9882" y="12063"/>
                    <a:pt x="9428" y="10722"/>
                  </a:cubicBezTo>
                  <a:cubicBezTo>
                    <a:pt x="9137" y="9863"/>
                    <a:pt x="9174" y="8990"/>
                    <a:pt x="9469" y="8295"/>
                  </a:cubicBezTo>
                  <a:cubicBezTo>
                    <a:pt x="8874" y="8179"/>
                    <a:pt x="8292" y="8013"/>
                    <a:pt x="7727" y="7799"/>
                  </a:cubicBezTo>
                  <a:cubicBezTo>
                    <a:pt x="7621" y="8395"/>
                    <a:pt x="7335" y="9002"/>
                    <a:pt x="6869" y="9526"/>
                  </a:cubicBezTo>
                  <a:cubicBezTo>
                    <a:pt x="6184" y="10298"/>
                    <a:pt x="5272" y="10709"/>
                    <a:pt x="4435" y="10709"/>
                  </a:cubicBezTo>
                  <a:cubicBezTo>
                    <a:pt x="3897" y="10709"/>
                    <a:pt x="3390" y="10540"/>
                    <a:pt x="2993" y="10186"/>
                  </a:cubicBezTo>
                  <a:cubicBezTo>
                    <a:pt x="1979" y="9286"/>
                    <a:pt x="2068" y="7527"/>
                    <a:pt x="3193" y="6261"/>
                  </a:cubicBezTo>
                  <a:cubicBezTo>
                    <a:pt x="3471" y="5948"/>
                    <a:pt x="3786" y="5696"/>
                    <a:pt x="4119" y="5504"/>
                  </a:cubicBezTo>
                  <a:cubicBezTo>
                    <a:pt x="3255" y="4659"/>
                    <a:pt x="2525" y="3650"/>
                    <a:pt x="1982" y="2496"/>
                  </a:cubicBezTo>
                  <a:cubicBezTo>
                    <a:pt x="1601" y="1684"/>
                    <a:pt x="1335" y="846"/>
                    <a:pt x="1176" y="1"/>
                  </a:cubicBez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5" name="Google Shape;1545;p140"/>
            <p:cNvSpPr/>
            <p:nvPr/>
          </p:nvSpPr>
          <p:spPr>
            <a:xfrm>
              <a:off x="1864475" y="2432750"/>
              <a:ext cx="159000" cy="115675"/>
            </a:xfrm>
            <a:custGeom>
              <a:rect b="b" l="l" r="r" t="t"/>
              <a:pathLst>
                <a:path extrusionOk="0" h="4627" w="6360">
                  <a:moveTo>
                    <a:pt x="3936" y="0"/>
                  </a:moveTo>
                  <a:cubicBezTo>
                    <a:pt x="1963" y="282"/>
                    <a:pt x="804" y="1068"/>
                    <a:pt x="1" y="2172"/>
                  </a:cubicBezTo>
                  <a:lnTo>
                    <a:pt x="1153" y="4627"/>
                  </a:lnTo>
                  <a:cubicBezTo>
                    <a:pt x="2277" y="2480"/>
                    <a:pt x="3506" y="1623"/>
                    <a:pt x="5520" y="1623"/>
                  </a:cubicBezTo>
                  <a:cubicBezTo>
                    <a:pt x="5785" y="1623"/>
                    <a:pt x="6065" y="1638"/>
                    <a:pt x="6360" y="1666"/>
                  </a:cubicBezTo>
                  <a:lnTo>
                    <a:pt x="5000" y="810"/>
                  </a:lnTo>
                  <a:lnTo>
                    <a:pt x="3936" y="0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6" name="Google Shape;1546;p140"/>
            <p:cNvSpPr/>
            <p:nvPr/>
          </p:nvSpPr>
          <p:spPr>
            <a:xfrm>
              <a:off x="1956125" y="2444225"/>
              <a:ext cx="25800" cy="20425"/>
            </a:xfrm>
            <a:custGeom>
              <a:rect b="b" l="l" r="r" t="t"/>
              <a:pathLst>
                <a:path extrusionOk="0" h="817" w="1032">
                  <a:moveTo>
                    <a:pt x="206" y="1"/>
                  </a:moveTo>
                  <a:lnTo>
                    <a:pt x="1" y="5"/>
                  </a:lnTo>
                  <a:lnTo>
                    <a:pt x="208" y="817"/>
                  </a:lnTo>
                  <a:lnTo>
                    <a:pt x="1032" y="706"/>
                  </a:lnTo>
                  <a:lnTo>
                    <a:pt x="206" y="1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47" name="Google Shape;1547;p140"/>
          <p:cNvGrpSpPr/>
          <p:nvPr/>
        </p:nvGrpSpPr>
        <p:grpSpPr>
          <a:xfrm>
            <a:off x="711725" y="1238775"/>
            <a:ext cx="501425" cy="413700"/>
            <a:chOff x="711725" y="1238775"/>
            <a:chExt cx="501425" cy="413700"/>
          </a:xfrm>
        </p:grpSpPr>
        <p:sp>
          <p:nvSpPr>
            <p:cNvPr id="1548" name="Google Shape;1548;p140"/>
            <p:cNvSpPr/>
            <p:nvPr/>
          </p:nvSpPr>
          <p:spPr>
            <a:xfrm>
              <a:off x="1072850" y="1380575"/>
              <a:ext cx="132825" cy="206575"/>
            </a:xfrm>
            <a:custGeom>
              <a:rect b="b" l="l" r="r" t="t"/>
              <a:pathLst>
                <a:path extrusionOk="0" h="8263" w="5313">
                  <a:moveTo>
                    <a:pt x="225" y="0"/>
                  </a:moveTo>
                  <a:lnTo>
                    <a:pt x="0" y="408"/>
                  </a:lnTo>
                  <a:lnTo>
                    <a:pt x="3957" y="8263"/>
                  </a:lnTo>
                  <a:lnTo>
                    <a:pt x="5313" y="7078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9" name="Google Shape;1549;p140"/>
            <p:cNvSpPr/>
            <p:nvPr/>
          </p:nvSpPr>
          <p:spPr>
            <a:xfrm>
              <a:off x="1040125" y="1376100"/>
              <a:ext cx="38900" cy="27400"/>
            </a:xfrm>
            <a:custGeom>
              <a:rect b="b" l="l" r="r" t="t"/>
              <a:pathLst>
                <a:path extrusionOk="0" h="1096" w="1556">
                  <a:moveTo>
                    <a:pt x="174" y="0"/>
                  </a:moveTo>
                  <a:lnTo>
                    <a:pt x="1" y="1095"/>
                  </a:lnTo>
                  <a:lnTo>
                    <a:pt x="1494" y="717"/>
                  </a:lnTo>
                  <a:lnTo>
                    <a:pt x="1555" y="202"/>
                  </a:lnTo>
                  <a:lnTo>
                    <a:pt x="1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0" name="Google Shape;1550;p140"/>
            <p:cNvSpPr/>
            <p:nvPr/>
          </p:nvSpPr>
          <p:spPr>
            <a:xfrm>
              <a:off x="786975" y="1246425"/>
              <a:ext cx="147250" cy="34200"/>
            </a:xfrm>
            <a:custGeom>
              <a:rect b="b" l="l" r="r" t="t"/>
              <a:pathLst>
                <a:path extrusionOk="0" h="1368" w="5890">
                  <a:moveTo>
                    <a:pt x="1371" y="1"/>
                  </a:moveTo>
                  <a:lnTo>
                    <a:pt x="0" y="1368"/>
                  </a:lnTo>
                  <a:lnTo>
                    <a:pt x="5673" y="931"/>
                  </a:lnTo>
                  <a:lnTo>
                    <a:pt x="5889" y="676"/>
                  </a:lnTo>
                  <a:lnTo>
                    <a:pt x="13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1" name="Google Shape;1551;p140"/>
            <p:cNvSpPr/>
            <p:nvPr/>
          </p:nvSpPr>
          <p:spPr>
            <a:xfrm>
              <a:off x="921950" y="1263325"/>
              <a:ext cx="39075" cy="39775"/>
            </a:xfrm>
            <a:custGeom>
              <a:rect b="b" l="l" r="r" t="t"/>
              <a:pathLst>
                <a:path extrusionOk="0" h="1591" w="1563">
                  <a:moveTo>
                    <a:pt x="490" y="0"/>
                  </a:moveTo>
                  <a:lnTo>
                    <a:pt x="1" y="231"/>
                  </a:lnTo>
                  <a:lnTo>
                    <a:pt x="462" y="1591"/>
                  </a:lnTo>
                  <a:lnTo>
                    <a:pt x="1563" y="1057"/>
                  </a:lnTo>
                  <a:lnTo>
                    <a:pt x="49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2" name="Google Shape;1552;p140"/>
            <p:cNvSpPr/>
            <p:nvPr/>
          </p:nvSpPr>
          <p:spPr>
            <a:xfrm>
              <a:off x="718400" y="1239950"/>
              <a:ext cx="494750" cy="410675"/>
            </a:xfrm>
            <a:custGeom>
              <a:rect b="b" l="l" r="r" t="t"/>
              <a:pathLst>
                <a:path extrusionOk="0" h="16427" w="19790">
                  <a:moveTo>
                    <a:pt x="4289" y="1"/>
                  </a:moveTo>
                  <a:lnTo>
                    <a:pt x="0" y="5574"/>
                  </a:lnTo>
                  <a:lnTo>
                    <a:pt x="7343" y="9207"/>
                  </a:lnTo>
                  <a:lnTo>
                    <a:pt x="10456" y="6745"/>
                  </a:lnTo>
                  <a:lnTo>
                    <a:pt x="12764" y="8667"/>
                  </a:lnTo>
                  <a:lnTo>
                    <a:pt x="10843" y="11945"/>
                  </a:lnTo>
                  <a:lnTo>
                    <a:pt x="16124" y="16426"/>
                  </a:lnTo>
                  <a:lnTo>
                    <a:pt x="19790" y="12597"/>
                  </a:lnTo>
                  <a:cubicBezTo>
                    <a:pt x="13757" y="8079"/>
                    <a:pt x="10147" y="5209"/>
                    <a:pt x="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3" name="Google Shape;1553;p140"/>
            <p:cNvSpPr/>
            <p:nvPr/>
          </p:nvSpPr>
          <p:spPr>
            <a:xfrm>
              <a:off x="950700" y="1375925"/>
              <a:ext cx="121525" cy="98250"/>
            </a:xfrm>
            <a:custGeom>
              <a:rect b="b" l="l" r="r" t="t"/>
              <a:pathLst>
                <a:path extrusionOk="0" h="3930" w="4861">
                  <a:moveTo>
                    <a:pt x="962" y="0"/>
                  </a:moveTo>
                  <a:lnTo>
                    <a:pt x="0" y="1162"/>
                  </a:lnTo>
                  <a:lnTo>
                    <a:pt x="4115" y="3930"/>
                  </a:lnTo>
                  <a:lnTo>
                    <a:pt x="4860" y="3212"/>
                  </a:lnTo>
                  <a:lnTo>
                    <a:pt x="96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4" name="Google Shape;1554;p140"/>
            <p:cNvSpPr/>
            <p:nvPr/>
          </p:nvSpPr>
          <p:spPr>
            <a:xfrm>
              <a:off x="711725" y="1238775"/>
              <a:ext cx="273700" cy="232325"/>
            </a:xfrm>
            <a:custGeom>
              <a:rect b="b" l="l" r="r" t="t"/>
              <a:pathLst>
                <a:path extrusionOk="0" h="9293" w="10948">
                  <a:moveTo>
                    <a:pt x="4290" y="0"/>
                  </a:moveTo>
                  <a:lnTo>
                    <a:pt x="1" y="5573"/>
                  </a:lnTo>
                  <a:lnTo>
                    <a:pt x="7519" y="9292"/>
                  </a:lnTo>
                  <a:lnTo>
                    <a:pt x="10948" y="5847"/>
                  </a:lnTo>
                  <a:lnTo>
                    <a:pt x="429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5" name="Google Shape;1555;p140"/>
            <p:cNvSpPr/>
            <p:nvPr/>
          </p:nvSpPr>
          <p:spPr>
            <a:xfrm>
              <a:off x="712850" y="1379825"/>
              <a:ext cx="304800" cy="91100"/>
            </a:xfrm>
            <a:custGeom>
              <a:rect b="b" l="l" r="r" t="t"/>
              <a:pathLst>
                <a:path extrusionOk="0" h="3644" w="12192">
                  <a:moveTo>
                    <a:pt x="0" y="0"/>
                  </a:moveTo>
                  <a:lnTo>
                    <a:pt x="7500" y="3643"/>
                  </a:lnTo>
                  <a:lnTo>
                    <a:pt x="10154" y="916"/>
                  </a:lnTo>
                  <a:lnTo>
                    <a:pt x="11189" y="1739"/>
                  </a:lnTo>
                  <a:lnTo>
                    <a:pt x="12191" y="1297"/>
                  </a:lnTo>
                  <a:lnTo>
                    <a:pt x="10891" y="1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6" name="Google Shape;1556;p140"/>
            <p:cNvSpPr/>
            <p:nvPr/>
          </p:nvSpPr>
          <p:spPr>
            <a:xfrm>
              <a:off x="747550" y="1276575"/>
              <a:ext cx="211550" cy="170900"/>
            </a:xfrm>
            <a:custGeom>
              <a:rect b="b" l="l" r="r" t="t"/>
              <a:pathLst>
                <a:path extrusionOk="0" h="6836" w="8462">
                  <a:moveTo>
                    <a:pt x="2891" y="0"/>
                  </a:moveTo>
                  <a:lnTo>
                    <a:pt x="1" y="3811"/>
                  </a:lnTo>
                  <a:lnTo>
                    <a:pt x="6091" y="6836"/>
                  </a:lnTo>
                  <a:lnTo>
                    <a:pt x="8461" y="4438"/>
                  </a:lnTo>
                  <a:lnTo>
                    <a:pt x="2891" y="0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7" name="Google Shape;1557;p140"/>
            <p:cNvSpPr/>
            <p:nvPr/>
          </p:nvSpPr>
          <p:spPr>
            <a:xfrm>
              <a:off x="982800" y="1433700"/>
              <a:ext cx="225200" cy="218775"/>
            </a:xfrm>
            <a:custGeom>
              <a:rect b="b" l="l" r="r" t="t"/>
              <a:pathLst>
                <a:path extrusionOk="0" h="8751" w="9008">
                  <a:moveTo>
                    <a:pt x="2434" y="1"/>
                  </a:moveTo>
                  <a:lnTo>
                    <a:pt x="0" y="4151"/>
                  </a:lnTo>
                  <a:lnTo>
                    <a:pt x="5436" y="8750"/>
                  </a:lnTo>
                  <a:lnTo>
                    <a:pt x="9008" y="4941"/>
                  </a:lnTo>
                  <a:lnTo>
                    <a:pt x="243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8" name="Google Shape;1558;p140"/>
            <p:cNvSpPr/>
            <p:nvPr/>
          </p:nvSpPr>
          <p:spPr>
            <a:xfrm>
              <a:off x="982800" y="1537450"/>
              <a:ext cx="224975" cy="115025"/>
            </a:xfrm>
            <a:custGeom>
              <a:rect b="b" l="l" r="r" t="t"/>
              <a:pathLst>
                <a:path extrusionOk="0" h="4601" w="8999">
                  <a:moveTo>
                    <a:pt x="0" y="1"/>
                  </a:moveTo>
                  <a:lnTo>
                    <a:pt x="5436" y="4600"/>
                  </a:lnTo>
                  <a:lnTo>
                    <a:pt x="8999" y="78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9" name="Google Shape;1559;p140"/>
            <p:cNvSpPr/>
            <p:nvPr/>
          </p:nvSpPr>
          <p:spPr>
            <a:xfrm>
              <a:off x="1008600" y="1469750"/>
              <a:ext cx="175100" cy="158575"/>
            </a:xfrm>
            <a:custGeom>
              <a:rect b="b" l="l" r="r" t="t"/>
              <a:pathLst>
                <a:path extrusionOk="0" h="6343" w="7004">
                  <a:moveTo>
                    <a:pt x="1824" y="0"/>
                  </a:moveTo>
                  <a:lnTo>
                    <a:pt x="1" y="2440"/>
                  </a:lnTo>
                  <a:lnTo>
                    <a:pt x="4674" y="6342"/>
                  </a:lnTo>
                  <a:lnTo>
                    <a:pt x="7004" y="3828"/>
                  </a:lnTo>
                  <a:lnTo>
                    <a:pt x="1824" y="0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0" name="Google Shape;1560;p140"/>
            <p:cNvSpPr/>
            <p:nvPr/>
          </p:nvSpPr>
          <p:spPr>
            <a:xfrm>
              <a:off x="754150" y="1282750"/>
              <a:ext cx="195275" cy="158325"/>
            </a:xfrm>
            <a:custGeom>
              <a:rect b="b" l="l" r="r" t="t"/>
              <a:pathLst>
                <a:path extrusionOk="0" h="6333" w="7811">
                  <a:moveTo>
                    <a:pt x="2656" y="1"/>
                  </a:moveTo>
                  <a:lnTo>
                    <a:pt x="0" y="3548"/>
                  </a:lnTo>
                  <a:lnTo>
                    <a:pt x="5642" y="6332"/>
                  </a:lnTo>
                  <a:lnTo>
                    <a:pt x="7811" y="4142"/>
                  </a:lnTo>
                  <a:lnTo>
                    <a:pt x="26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1" name="Google Shape;1561;p140"/>
            <p:cNvSpPr/>
            <p:nvPr/>
          </p:nvSpPr>
          <p:spPr>
            <a:xfrm>
              <a:off x="753475" y="1281600"/>
              <a:ext cx="144175" cy="88675"/>
            </a:xfrm>
            <a:custGeom>
              <a:rect b="b" l="l" r="r" t="t"/>
              <a:pathLst>
                <a:path extrusionOk="0" h="3547" w="5767">
                  <a:moveTo>
                    <a:pt x="2657" y="1"/>
                  </a:moveTo>
                  <a:lnTo>
                    <a:pt x="0" y="3547"/>
                  </a:lnTo>
                  <a:lnTo>
                    <a:pt x="5766" y="2549"/>
                  </a:lnTo>
                  <a:lnTo>
                    <a:pt x="2657" y="1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2" name="Google Shape;1562;p140"/>
            <p:cNvSpPr/>
            <p:nvPr/>
          </p:nvSpPr>
          <p:spPr>
            <a:xfrm>
              <a:off x="1014225" y="1475075"/>
              <a:ext cx="160525" cy="145650"/>
            </a:xfrm>
            <a:custGeom>
              <a:rect b="b" l="l" r="r" t="t"/>
              <a:pathLst>
                <a:path extrusionOk="0" h="5826" w="6421">
                  <a:moveTo>
                    <a:pt x="1585" y="1"/>
                  </a:moveTo>
                  <a:lnTo>
                    <a:pt x="0" y="2162"/>
                  </a:lnTo>
                  <a:lnTo>
                    <a:pt x="4319" y="5826"/>
                  </a:lnTo>
                  <a:lnTo>
                    <a:pt x="6421" y="3557"/>
                  </a:lnTo>
                  <a:lnTo>
                    <a:pt x="158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3" name="Google Shape;1563;p140"/>
            <p:cNvSpPr/>
            <p:nvPr/>
          </p:nvSpPr>
          <p:spPr>
            <a:xfrm>
              <a:off x="1013850" y="1476300"/>
              <a:ext cx="110575" cy="54100"/>
            </a:xfrm>
            <a:custGeom>
              <a:rect b="b" l="l" r="r" t="t"/>
              <a:pathLst>
                <a:path extrusionOk="0" h="2164" w="4423">
                  <a:moveTo>
                    <a:pt x="1586" y="0"/>
                  </a:moveTo>
                  <a:lnTo>
                    <a:pt x="1" y="2164"/>
                  </a:lnTo>
                  <a:lnTo>
                    <a:pt x="4423" y="2040"/>
                  </a:lnTo>
                  <a:lnTo>
                    <a:pt x="1586" y="0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4" name="Google Shape;1564;p140"/>
            <p:cNvSpPr/>
            <p:nvPr/>
          </p:nvSpPr>
          <p:spPr>
            <a:xfrm>
              <a:off x="788475" y="1347650"/>
              <a:ext cx="129750" cy="34725"/>
            </a:xfrm>
            <a:custGeom>
              <a:rect b="b" l="l" r="r" t="t"/>
              <a:pathLst>
                <a:path extrusionOk="0" h="1389" w="5190">
                  <a:moveTo>
                    <a:pt x="3772" y="0"/>
                  </a:moveTo>
                  <a:lnTo>
                    <a:pt x="460" y="566"/>
                  </a:lnTo>
                  <a:lnTo>
                    <a:pt x="0" y="1261"/>
                  </a:lnTo>
                  <a:lnTo>
                    <a:pt x="5189" y="1389"/>
                  </a:lnTo>
                  <a:lnTo>
                    <a:pt x="3772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5" name="Google Shape;1565;p140"/>
            <p:cNvSpPr/>
            <p:nvPr/>
          </p:nvSpPr>
          <p:spPr>
            <a:xfrm>
              <a:off x="1031825" y="1527800"/>
              <a:ext cx="106000" cy="53625"/>
            </a:xfrm>
            <a:custGeom>
              <a:rect b="b" l="l" r="r" t="t"/>
              <a:pathLst>
                <a:path extrusionOk="0" h="2145" w="4240">
                  <a:moveTo>
                    <a:pt x="3326" y="0"/>
                  </a:moveTo>
                  <a:lnTo>
                    <a:pt x="1" y="112"/>
                  </a:lnTo>
                  <a:lnTo>
                    <a:pt x="2443" y="2145"/>
                  </a:lnTo>
                  <a:lnTo>
                    <a:pt x="4239" y="932"/>
                  </a:lnTo>
                  <a:lnTo>
                    <a:pt x="332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6" name="Google Shape;1566;p140"/>
            <p:cNvSpPr/>
            <p:nvPr/>
          </p:nvSpPr>
          <p:spPr>
            <a:xfrm>
              <a:off x="796200" y="1247150"/>
              <a:ext cx="16850" cy="17300"/>
            </a:xfrm>
            <a:custGeom>
              <a:rect b="b" l="l" r="r" t="t"/>
              <a:pathLst>
                <a:path extrusionOk="0" h="692" w="674">
                  <a:moveTo>
                    <a:pt x="332" y="0"/>
                  </a:moveTo>
                  <a:lnTo>
                    <a:pt x="0" y="428"/>
                  </a:lnTo>
                  <a:lnTo>
                    <a:pt x="340" y="692"/>
                  </a:lnTo>
                  <a:lnTo>
                    <a:pt x="673" y="264"/>
                  </a:lnTo>
                  <a:lnTo>
                    <a:pt x="33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7" name="Google Shape;1567;p140"/>
            <p:cNvSpPr/>
            <p:nvPr/>
          </p:nvSpPr>
          <p:spPr>
            <a:xfrm>
              <a:off x="1190225" y="1558925"/>
              <a:ext cx="17100" cy="17275"/>
            </a:xfrm>
            <a:custGeom>
              <a:rect b="b" l="l" r="r" t="t"/>
              <a:pathLst>
                <a:path extrusionOk="0" h="691" w="684">
                  <a:moveTo>
                    <a:pt x="368" y="1"/>
                  </a:moveTo>
                  <a:lnTo>
                    <a:pt x="1" y="397"/>
                  </a:lnTo>
                  <a:lnTo>
                    <a:pt x="315" y="691"/>
                  </a:lnTo>
                  <a:lnTo>
                    <a:pt x="683" y="294"/>
                  </a:lnTo>
                  <a:lnTo>
                    <a:pt x="3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68" name="Google Shape;1568;p140"/>
          <p:cNvSpPr/>
          <p:nvPr/>
        </p:nvSpPr>
        <p:spPr>
          <a:xfrm>
            <a:off x="7176375" y="2803456"/>
            <a:ext cx="171587" cy="159791"/>
          </a:xfrm>
          <a:custGeom>
            <a:rect b="b" l="l" r="r" t="t"/>
            <a:pathLst>
              <a:path extrusionOk="0" h="3495" w="3753">
                <a:moveTo>
                  <a:pt x="3086" y="0"/>
                </a:moveTo>
                <a:lnTo>
                  <a:pt x="1984" y="942"/>
                </a:lnTo>
                <a:lnTo>
                  <a:pt x="960" y="185"/>
                </a:lnTo>
                <a:lnTo>
                  <a:pt x="960" y="185"/>
                </a:lnTo>
                <a:lnTo>
                  <a:pt x="1368" y="1344"/>
                </a:lnTo>
                <a:lnTo>
                  <a:pt x="1" y="2517"/>
                </a:lnTo>
                <a:lnTo>
                  <a:pt x="1616" y="2193"/>
                </a:lnTo>
                <a:lnTo>
                  <a:pt x="2135" y="3494"/>
                </a:lnTo>
                <a:lnTo>
                  <a:pt x="2316" y="2258"/>
                </a:lnTo>
                <a:lnTo>
                  <a:pt x="3753" y="2366"/>
                </a:lnTo>
                <a:lnTo>
                  <a:pt x="3753" y="2366"/>
                </a:lnTo>
                <a:lnTo>
                  <a:pt x="2518" y="1399"/>
                </a:lnTo>
                <a:lnTo>
                  <a:pt x="3086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9" name="Google Shape;1569;p140"/>
          <p:cNvSpPr/>
          <p:nvPr/>
        </p:nvSpPr>
        <p:spPr>
          <a:xfrm>
            <a:off x="8093855" y="2713263"/>
            <a:ext cx="161712" cy="174376"/>
          </a:xfrm>
          <a:custGeom>
            <a:rect b="b" l="l" r="r" t="t"/>
            <a:pathLst>
              <a:path extrusionOk="0" h="3814" w="3537">
                <a:moveTo>
                  <a:pt x="1657" y="0"/>
                </a:moveTo>
                <a:lnTo>
                  <a:pt x="1270" y="1397"/>
                </a:lnTo>
                <a:lnTo>
                  <a:pt x="0" y="1344"/>
                </a:lnTo>
                <a:lnTo>
                  <a:pt x="0" y="1344"/>
                </a:lnTo>
                <a:lnTo>
                  <a:pt x="988" y="2076"/>
                </a:lnTo>
                <a:lnTo>
                  <a:pt x="512" y="3814"/>
                </a:lnTo>
                <a:lnTo>
                  <a:pt x="1668" y="2640"/>
                </a:lnTo>
                <a:lnTo>
                  <a:pt x="2829" y="3427"/>
                </a:lnTo>
                <a:lnTo>
                  <a:pt x="2284" y="2299"/>
                </a:lnTo>
                <a:lnTo>
                  <a:pt x="3536" y="1586"/>
                </a:lnTo>
                <a:lnTo>
                  <a:pt x="1970" y="1476"/>
                </a:lnTo>
                <a:lnTo>
                  <a:pt x="1657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0" name="Google Shape;1570;p140"/>
          <p:cNvSpPr/>
          <p:nvPr/>
        </p:nvSpPr>
        <p:spPr>
          <a:xfrm>
            <a:off x="7539550" y="4482131"/>
            <a:ext cx="171587" cy="159791"/>
          </a:xfrm>
          <a:custGeom>
            <a:rect b="b" l="l" r="r" t="t"/>
            <a:pathLst>
              <a:path extrusionOk="0" h="3495" w="3753">
                <a:moveTo>
                  <a:pt x="3086" y="0"/>
                </a:moveTo>
                <a:lnTo>
                  <a:pt x="1984" y="942"/>
                </a:lnTo>
                <a:lnTo>
                  <a:pt x="960" y="185"/>
                </a:lnTo>
                <a:lnTo>
                  <a:pt x="960" y="185"/>
                </a:lnTo>
                <a:lnTo>
                  <a:pt x="1368" y="1344"/>
                </a:lnTo>
                <a:lnTo>
                  <a:pt x="1" y="2517"/>
                </a:lnTo>
                <a:lnTo>
                  <a:pt x="1616" y="2193"/>
                </a:lnTo>
                <a:lnTo>
                  <a:pt x="2135" y="3494"/>
                </a:lnTo>
                <a:lnTo>
                  <a:pt x="2316" y="2258"/>
                </a:lnTo>
                <a:lnTo>
                  <a:pt x="3753" y="2366"/>
                </a:lnTo>
                <a:lnTo>
                  <a:pt x="3753" y="2366"/>
                </a:lnTo>
                <a:lnTo>
                  <a:pt x="2518" y="1399"/>
                </a:lnTo>
                <a:lnTo>
                  <a:pt x="3086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1" name="Google Shape;1571;p140"/>
          <p:cNvSpPr/>
          <p:nvPr/>
        </p:nvSpPr>
        <p:spPr>
          <a:xfrm>
            <a:off x="6038425" y="3833756"/>
            <a:ext cx="171587" cy="159791"/>
          </a:xfrm>
          <a:custGeom>
            <a:rect b="b" l="l" r="r" t="t"/>
            <a:pathLst>
              <a:path extrusionOk="0" h="3495" w="3753">
                <a:moveTo>
                  <a:pt x="3086" y="0"/>
                </a:moveTo>
                <a:lnTo>
                  <a:pt x="1984" y="942"/>
                </a:lnTo>
                <a:lnTo>
                  <a:pt x="960" y="185"/>
                </a:lnTo>
                <a:lnTo>
                  <a:pt x="960" y="185"/>
                </a:lnTo>
                <a:lnTo>
                  <a:pt x="1368" y="1344"/>
                </a:lnTo>
                <a:lnTo>
                  <a:pt x="1" y="2517"/>
                </a:lnTo>
                <a:lnTo>
                  <a:pt x="1616" y="2193"/>
                </a:lnTo>
                <a:lnTo>
                  <a:pt x="2135" y="3494"/>
                </a:lnTo>
                <a:lnTo>
                  <a:pt x="2316" y="2258"/>
                </a:lnTo>
                <a:lnTo>
                  <a:pt x="3753" y="2366"/>
                </a:lnTo>
                <a:lnTo>
                  <a:pt x="3753" y="2366"/>
                </a:lnTo>
                <a:lnTo>
                  <a:pt x="2518" y="1399"/>
                </a:lnTo>
                <a:lnTo>
                  <a:pt x="3086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2" name="Google Shape;1572;p140"/>
          <p:cNvSpPr/>
          <p:nvPr/>
        </p:nvSpPr>
        <p:spPr>
          <a:xfrm>
            <a:off x="1139575" y="2268056"/>
            <a:ext cx="171587" cy="159791"/>
          </a:xfrm>
          <a:custGeom>
            <a:rect b="b" l="l" r="r" t="t"/>
            <a:pathLst>
              <a:path extrusionOk="0" h="3495" w="3753">
                <a:moveTo>
                  <a:pt x="3086" y="0"/>
                </a:moveTo>
                <a:lnTo>
                  <a:pt x="1984" y="942"/>
                </a:lnTo>
                <a:lnTo>
                  <a:pt x="960" y="185"/>
                </a:lnTo>
                <a:lnTo>
                  <a:pt x="960" y="185"/>
                </a:lnTo>
                <a:lnTo>
                  <a:pt x="1368" y="1344"/>
                </a:lnTo>
                <a:lnTo>
                  <a:pt x="1" y="2517"/>
                </a:lnTo>
                <a:lnTo>
                  <a:pt x="1616" y="2193"/>
                </a:lnTo>
                <a:lnTo>
                  <a:pt x="2135" y="3494"/>
                </a:lnTo>
                <a:lnTo>
                  <a:pt x="2316" y="2258"/>
                </a:lnTo>
                <a:lnTo>
                  <a:pt x="3753" y="2366"/>
                </a:lnTo>
                <a:lnTo>
                  <a:pt x="3753" y="2366"/>
                </a:lnTo>
                <a:lnTo>
                  <a:pt x="2518" y="1399"/>
                </a:lnTo>
                <a:lnTo>
                  <a:pt x="3086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3" name="Google Shape;1573;p140"/>
          <p:cNvSpPr/>
          <p:nvPr/>
        </p:nvSpPr>
        <p:spPr>
          <a:xfrm>
            <a:off x="2156475" y="637806"/>
            <a:ext cx="171587" cy="159791"/>
          </a:xfrm>
          <a:custGeom>
            <a:rect b="b" l="l" r="r" t="t"/>
            <a:pathLst>
              <a:path extrusionOk="0" h="3495" w="3753">
                <a:moveTo>
                  <a:pt x="3086" y="0"/>
                </a:moveTo>
                <a:lnTo>
                  <a:pt x="1984" y="942"/>
                </a:lnTo>
                <a:lnTo>
                  <a:pt x="960" y="185"/>
                </a:lnTo>
                <a:lnTo>
                  <a:pt x="960" y="185"/>
                </a:lnTo>
                <a:lnTo>
                  <a:pt x="1368" y="1344"/>
                </a:lnTo>
                <a:lnTo>
                  <a:pt x="1" y="2517"/>
                </a:lnTo>
                <a:lnTo>
                  <a:pt x="1616" y="2193"/>
                </a:lnTo>
                <a:lnTo>
                  <a:pt x="2135" y="3494"/>
                </a:lnTo>
                <a:lnTo>
                  <a:pt x="2316" y="2258"/>
                </a:lnTo>
                <a:lnTo>
                  <a:pt x="3753" y="2366"/>
                </a:lnTo>
                <a:lnTo>
                  <a:pt x="3753" y="2366"/>
                </a:lnTo>
                <a:lnTo>
                  <a:pt x="2518" y="1399"/>
                </a:lnTo>
                <a:lnTo>
                  <a:pt x="3086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4" name="Google Shape;1574;p140"/>
          <p:cNvSpPr/>
          <p:nvPr/>
        </p:nvSpPr>
        <p:spPr>
          <a:xfrm>
            <a:off x="7496630" y="1760938"/>
            <a:ext cx="161712" cy="174376"/>
          </a:xfrm>
          <a:custGeom>
            <a:rect b="b" l="l" r="r" t="t"/>
            <a:pathLst>
              <a:path extrusionOk="0" h="3814" w="3537">
                <a:moveTo>
                  <a:pt x="1657" y="0"/>
                </a:moveTo>
                <a:lnTo>
                  <a:pt x="1270" y="1397"/>
                </a:lnTo>
                <a:lnTo>
                  <a:pt x="0" y="1344"/>
                </a:lnTo>
                <a:lnTo>
                  <a:pt x="0" y="1344"/>
                </a:lnTo>
                <a:lnTo>
                  <a:pt x="988" y="2076"/>
                </a:lnTo>
                <a:lnTo>
                  <a:pt x="512" y="3814"/>
                </a:lnTo>
                <a:lnTo>
                  <a:pt x="1668" y="2640"/>
                </a:lnTo>
                <a:lnTo>
                  <a:pt x="2829" y="3427"/>
                </a:lnTo>
                <a:lnTo>
                  <a:pt x="2284" y="2299"/>
                </a:lnTo>
                <a:lnTo>
                  <a:pt x="3536" y="1586"/>
                </a:lnTo>
                <a:lnTo>
                  <a:pt x="1970" y="1476"/>
                </a:lnTo>
                <a:lnTo>
                  <a:pt x="1657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5" name="Google Shape;1575;p140"/>
          <p:cNvSpPr/>
          <p:nvPr/>
        </p:nvSpPr>
        <p:spPr>
          <a:xfrm>
            <a:off x="1994755" y="2260750"/>
            <a:ext cx="161712" cy="174376"/>
          </a:xfrm>
          <a:custGeom>
            <a:rect b="b" l="l" r="r" t="t"/>
            <a:pathLst>
              <a:path extrusionOk="0" h="3814" w="3537">
                <a:moveTo>
                  <a:pt x="1657" y="0"/>
                </a:moveTo>
                <a:lnTo>
                  <a:pt x="1270" y="1397"/>
                </a:lnTo>
                <a:lnTo>
                  <a:pt x="0" y="1344"/>
                </a:lnTo>
                <a:lnTo>
                  <a:pt x="0" y="1344"/>
                </a:lnTo>
                <a:lnTo>
                  <a:pt x="988" y="2076"/>
                </a:lnTo>
                <a:lnTo>
                  <a:pt x="512" y="3814"/>
                </a:lnTo>
                <a:lnTo>
                  <a:pt x="1668" y="2640"/>
                </a:lnTo>
                <a:lnTo>
                  <a:pt x="2829" y="3427"/>
                </a:lnTo>
                <a:lnTo>
                  <a:pt x="2284" y="2299"/>
                </a:lnTo>
                <a:lnTo>
                  <a:pt x="3536" y="1586"/>
                </a:lnTo>
                <a:lnTo>
                  <a:pt x="1970" y="1476"/>
                </a:lnTo>
                <a:lnTo>
                  <a:pt x="1657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6" name="Google Shape;1576;p140"/>
          <p:cNvSpPr/>
          <p:nvPr/>
        </p:nvSpPr>
        <p:spPr>
          <a:xfrm>
            <a:off x="3084280" y="1429475"/>
            <a:ext cx="161712" cy="174376"/>
          </a:xfrm>
          <a:custGeom>
            <a:rect b="b" l="l" r="r" t="t"/>
            <a:pathLst>
              <a:path extrusionOk="0" h="3814" w="3537">
                <a:moveTo>
                  <a:pt x="1657" y="0"/>
                </a:moveTo>
                <a:lnTo>
                  <a:pt x="1270" y="1397"/>
                </a:lnTo>
                <a:lnTo>
                  <a:pt x="0" y="1344"/>
                </a:lnTo>
                <a:lnTo>
                  <a:pt x="0" y="1344"/>
                </a:lnTo>
                <a:lnTo>
                  <a:pt x="988" y="2076"/>
                </a:lnTo>
                <a:lnTo>
                  <a:pt x="512" y="3814"/>
                </a:lnTo>
                <a:lnTo>
                  <a:pt x="1668" y="2640"/>
                </a:lnTo>
                <a:lnTo>
                  <a:pt x="2829" y="3427"/>
                </a:lnTo>
                <a:lnTo>
                  <a:pt x="2284" y="2299"/>
                </a:lnTo>
                <a:lnTo>
                  <a:pt x="3536" y="1586"/>
                </a:lnTo>
                <a:lnTo>
                  <a:pt x="1970" y="1476"/>
                </a:lnTo>
                <a:lnTo>
                  <a:pt x="1657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7" name="Google Shape;1577;p140"/>
          <p:cNvSpPr/>
          <p:nvPr/>
        </p:nvSpPr>
        <p:spPr>
          <a:xfrm>
            <a:off x="1655805" y="452813"/>
            <a:ext cx="161712" cy="174376"/>
          </a:xfrm>
          <a:custGeom>
            <a:rect b="b" l="l" r="r" t="t"/>
            <a:pathLst>
              <a:path extrusionOk="0" h="3814" w="3537">
                <a:moveTo>
                  <a:pt x="1657" y="0"/>
                </a:moveTo>
                <a:lnTo>
                  <a:pt x="1270" y="1397"/>
                </a:lnTo>
                <a:lnTo>
                  <a:pt x="0" y="1344"/>
                </a:lnTo>
                <a:lnTo>
                  <a:pt x="0" y="1344"/>
                </a:lnTo>
                <a:lnTo>
                  <a:pt x="988" y="2076"/>
                </a:lnTo>
                <a:lnTo>
                  <a:pt x="512" y="3814"/>
                </a:lnTo>
                <a:lnTo>
                  <a:pt x="1668" y="2640"/>
                </a:lnTo>
                <a:lnTo>
                  <a:pt x="2829" y="3427"/>
                </a:lnTo>
                <a:lnTo>
                  <a:pt x="2284" y="2299"/>
                </a:lnTo>
                <a:lnTo>
                  <a:pt x="3536" y="1586"/>
                </a:lnTo>
                <a:lnTo>
                  <a:pt x="1970" y="1476"/>
                </a:lnTo>
                <a:lnTo>
                  <a:pt x="1657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8" name="Google Shape;1578;p140"/>
          <p:cNvSpPr/>
          <p:nvPr/>
        </p:nvSpPr>
        <p:spPr>
          <a:xfrm>
            <a:off x="639142" y="2034638"/>
            <a:ext cx="161712" cy="174376"/>
          </a:xfrm>
          <a:custGeom>
            <a:rect b="b" l="l" r="r" t="t"/>
            <a:pathLst>
              <a:path extrusionOk="0" h="3814" w="3537">
                <a:moveTo>
                  <a:pt x="1657" y="0"/>
                </a:moveTo>
                <a:lnTo>
                  <a:pt x="1270" y="1397"/>
                </a:lnTo>
                <a:lnTo>
                  <a:pt x="0" y="1344"/>
                </a:lnTo>
                <a:lnTo>
                  <a:pt x="0" y="1344"/>
                </a:lnTo>
                <a:lnTo>
                  <a:pt x="988" y="2076"/>
                </a:lnTo>
                <a:lnTo>
                  <a:pt x="512" y="3814"/>
                </a:lnTo>
                <a:lnTo>
                  <a:pt x="1668" y="2640"/>
                </a:lnTo>
                <a:lnTo>
                  <a:pt x="2829" y="3427"/>
                </a:lnTo>
                <a:lnTo>
                  <a:pt x="2284" y="2299"/>
                </a:lnTo>
                <a:lnTo>
                  <a:pt x="3536" y="1586"/>
                </a:lnTo>
                <a:lnTo>
                  <a:pt x="1970" y="1476"/>
                </a:lnTo>
                <a:lnTo>
                  <a:pt x="1657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9" name="Google Shape;1579;p140"/>
          <p:cNvSpPr/>
          <p:nvPr/>
        </p:nvSpPr>
        <p:spPr>
          <a:xfrm>
            <a:off x="5118342" y="4307738"/>
            <a:ext cx="161712" cy="174376"/>
          </a:xfrm>
          <a:custGeom>
            <a:rect b="b" l="l" r="r" t="t"/>
            <a:pathLst>
              <a:path extrusionOk="0" h="3814" w="3537">
                <a:moveTo>
                  <a:pt x="1657" y="0"/>
                </a:moveTo>
                <a:lnTo>
                  <a:pt x="1270" y="1397"/>
                </a:lnTo>
                <a:lnTo>
                  <a:pt x="0" y="1344"/>
                </a:lnTo>
                <a:lnTo>
                  <a:pt x="0" y="1344"/>
                </a:lnTo>
                <a:lnTo>
                  <a:pt x="988" y="2076"/>
                </a:lnTo>
                <a:lnTo>
                  <a:pt x="512" y="3814"/>
                </a:lnTo>
                <a:lnTo>
                  <a:pt x="1668" y="2640"/>
                </a:lnTo>
                <a:lnTo>
                  <a:pt x="2829" y="3427"/>
                </a:lnTo>
                <a:lnTo>
                  <a:pt x="2284" y="2299"/>
                </a:lnTo>
                <a:lnTo>
                  <a:pt x="3536" y="1586"/>
                </a:lnTo>
                <a:lnTo>
                  <a:pt x="1970" y="1476"/>
                </a:lnTo>
                <a:lnTo>
                  <a:pt x="1657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0" name="Google Shape;1580;p140"/>
          <p:cNvSpPr/>
          <p:nvPr/>
        </p:nvSpPr>
        <p:spPr>
          <a:xfrm>
            <a:off x="6102942" y="2669413"/>
            <a:ext cx="161712" cy="174376"/>
          </a:xfrm>
          <a:custGeom>
            <a:rect b="b" l="l" r="r" t="t"/>
            <a:pathLst>
              <a:path extrusionOk="0" h="3814" w="3537">
                <a:moveTo>
                  <a:pt x="1657" y="0"/>
                </a:moveTo>
                <a:lnTo>
                  <a:pt x="1270" y="1397"/>
                </a:lnTo>
                <a:lnTo>
                  <a:pt x="0" y="1344"/>
                </a:lnTo>
                <a:lnTo>
                  <a:pt x="0" y="1344"/>
                </a:lnTo>
                <a:lnTo>
                  <a:pt x="988" y="2076"/>
                </a:lnTo>
                <a:lnTo>
                  <a:pt x="512" y="3814"/>
                </a:lnTo>
                <a:lnTo>
                  <a:pt x="1668" y="2640"/>
                </a:lnTo>
                <a:lnTo>
                  <a:pt x="2829" y="3427"/>
                </a:lnTo>
                <a:lnTo>
                  <a:pt x="2284" y="2299"/>
                </a:lnTo>
                <a:lnTo>
                  <a:pt x="3536" y="1586"/>
                </a:lnTo>
                <a:lnTo>
                  <a:pt x="1970" y="1476"/>
                </a:lnTo>
                <a:lnTo>
                  <a:pt x="1657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5">
  <p:cSld name="TITLE_ONLY_1">
    <p:spTree>
      <p:nvGrpSpPr>
        <p:cNvPr id="158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p141"/>
          <p:cNvSpPr/>
          <p:nvPr/>
        </p:nvSpPr>
        <p:spPr>
          <a:xfrm>
            <a:off x="285100" y="268025"/>
            <a:ext cx="8573700" cy="4607400"/>
          </a:xfrm>
          <a:prstGeom prst="plus">
            <a:avLst>
              <a:gd fmla="val 3202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3" name="Google Shape;1583;p141"/>
          <p:cNvSpPr/>
          <p:nvPr/>
        </p:nvSpPr>
        <p:spPr>
          <a:xfrm>
            <a:off x="8470275" y="1620056"/>
            <a:ext cx="171587" cy="159791"/>
          </a:xfrm>
          <a:custGeom>
            <a:rect b="b" l="l" r="r" t="t"/>
            <a:pathLst>
              <a:path extrusionOk="0" h="3495" w="3753">
                <a:moveTo>
                  <a:pt x="3086" y="0"/>
                </a:moveTo>
                <a:lnTo>
                  <a:pt x="1984" y="942"/>
                </a:lnTo>
                <a:lnTo>
                  <a:pt x="960" y="185"/>
                </a:lnTo>
                <a:lnTo>
                  <a:pt x="960" y="185"/>
                </a:lnTo>
                <a:lnTo>
                  <a:pt x="1368" y="1344"/>
                </a:lnTo>
                <a:lnTo>
                  <a:pt x="1" y="2517"/>
                </a:lnTo>
                <a:lnTo>
                  <a:pt x="1616" y="2193"/>
                </a:lnTo>
                <a:lnTo>
                  <a:pt x="2135" y="3494"/>
                </a:lnTo>
                <a:lnTo>
                  <a:pt x="2316" y="2258"/>
                </a:lnTo>
                <a:lnTo>
                  <a:pt x="3753" y="2366"/>
                </a:lnTo>
                <a:lnTo>
                  <a:pt x="3753" y="2366"/>
                </a:lnTo>
                <a:lnTo>
                  <a:pt x="2518" y="1399"/>
                </a:lnTo>
                <a:lnTo>
                  <a:pt x="3086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4" name="Google Shape;1584;p141"/>
          <p:cNvSpPr/>
          <p:nvPr/>
        </p:nvSpPr>
        <p:spPr>
          <a:xfrm>
            <a:off x="512105" y="1779838"/>
            <a:ext cx="161712" cy="174376"/>
          </a:xfrm>
          <a:custGeom>
            <a:rect b="b" l="l" r="r" t="t"/>
            <a:pathLst>
              <a:path extrusionOk="0" h="3814" w="3537">
                <a:moveTo>
                  <a:pt x="1657" y="0"/>
                </a:moveTo>
                <a:lnTo>
                  <a:pt x="1270" y="1397"/>
                </a:lnTo>
                <a:lnTo>
                  <a:pt x="0" y="1344"/>
                </a:lnTo>
                <a:lnTo>
                  <a:pt x="0" y="1344"/>
                </a:lnTo>
                <a:lnTo>
                  <a:pt x="988" y="2076"/>
                </a:lnTo>
                <a:lnTo>
                  <a:pt x="512" y="3814"/>
                </a:lnTo>
                <a:lnTo>
                  <a:pt x="1668" y="2640"/>
                </a:lnTo>
                <a:lnTo>
                  <a:pt x="2829" y="3427"/>
                </a:lnTo>
                <a:lnTo>
                  <a:pt x="2284" y="2299"/>
                </a:lnTo>
                <a:lnTo>
                  <a:pt x="3536" y="1586"/>
                </a:lnTo>
                <a:lnTo>
                  <a:pt x="1970" y="1476"/>
                </a:lnTo>
                <a:lnTo>
                  <a:pt x="1657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5" name="Google Shape;1585;p141"/>
          <p:cNvSpPr/>
          <p:nvPr/>
        </p:nvSpPr>
        <p:spPr>
          <a:xfrm>
            <a:off x="340525" y="2361281"/>
            <a:ext cx="171587" cy="159791"/>
          </a:xfrm>
          <a:custGeom>
            <a:rect b="b" l="l" r="r" t="t"/>
            <a:pathLst>
              <a:path extrusionOk="0" h="3495" w="3753">
                <a:moveTo>
                  <a:pt x="3086" y="0"/>
                </a:moveTo>
                <a:lnTo>
                  <a:pt x="1984" y="942"/>
                </a:lnTo>
                <a:lnTo>
                  <a:pt x="960" y="185"/>
                </a:lnTo>
                <a:lnTo>
                  <a:pt x="960" y="185"/>
                </a:lnTo>
                <a:lnTo>
                  <a:pt x="1368" y="1344"/>
                </a:lnTo>
                <a:lnTo>
                  <a:pt x="1" y="2517"/>
                </a:lnTo>
                <a:lnTo>
                  <a:pt x="1616" y="2193"/>
                </a:lnTo>
                <a:lnTo>
                  <a:pt x="2135" y="3494"/>
                </a:lnTo>
                <a:lnTo>
                  <a:pt x="2316" y="2258"/>
                </a:lnTo>
                <a:lnTo>
                  <a:pt x="3753" y="2366"/>
                </a:lnTo>
                <a:lnTo>
                  <a:pt x="3753" y="2366"/>
                </a:lnTo>
                <a:lnTo>
                  <a:pt x="2518" y="1399"/>
                </a:lnTo>
                <a:lnTo>
                  <a:pt x="3086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6" name="Google Shape;1586;p141"/>
          <p:cNvSpPr/>
          <p:nvPr/>
        </p:nvSpPr>
        <p:spPr>
          <a:xfrm>
            <a:off x="4842600" y="4649056"/>
            <a:ext cx="171587" cy="159791"/>
          </a:xfrm>
          <a:custGeom>
            <a:rect b="b" l="l" r="r" t="t"/>
            <a:pathLst>
              <a:path extrusionOk="0" h="3495" w="3753">
                <a:moveTo>
                  <a:pt x="3086" y="0"/>
                </a:moveTo>
                <a:lnTo>
                  <a:pt x="1984" y="942"/>
                </a:lnTo>
                <a:lnTo>
                  <a:pt x="960" y="185"/>
                </a:lnTo>
                <a:lnTo>
                  <a:pt x="960" y="185"/>
                </a:lnTo>
                <a:lnTo>
                  <a:pt x="1368" y="1344"/>
                </a:lnTo>
                <a:lnTo>
                  <a:pt x="1" y="2517"/>
                </a:lnTo>
                <a:lnTo>
                  <a:pt x="1616" y="2193"/>
                </a:lnTo>
                <a:lnTo>
                  <a:pt x="2135" y="3494"/>
                </a:lnTo>
                <a:lnTo>
                  <a:pt x="2316" y="2258"/>
                </a:lnTo>
                <a:lnTo>
                  <a:pt x="3753" y="2366"/>
                </a:lnTo>
                <a:lnTo>
                  <a:pt x="3753" y="2366"/>
                </a:lnTo>
                <a:lnTo>
                  <a:pt x="2518" y="1399"/>
                </a:lnTo>
                <a:lnTo>
                  <a:pt x="3086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7" name="Google Shape;1587;p141"/>
          <p:cNvSpPr/>
          <p:nvPr/>
        </p:nvSpPr>
        <p:spPr>
          <a:xfrm>
            <a:off x="3259230" y="4603488"/>
            <a:ext cx="161712" cy="174376"/>
          </a:xfrm>
          <a:custGeom>
            <a:rect b="b" l="l" r="r" t="t"/>
            <a:pathLst>
              <a:path extrusionOk="0" h="3814" w="3537">
                <a:moveTo>
                  <a:pt x="1657" y="0"/>
                </a:moveTo>
                <a:lnTo>
                  <a:pt x="1270" y="1397"/>
                </a:lnTo>
                <a:lnTo>
                  <a:pt x="0" y="1344"/>
                </a:lnTo>
                <a:lnTo>
                  <a:pt x="0" y="1344"/>
                </a:lnTo>
                <a:lnTo>
                  <a:pt x="988" y="2076"/>
                </a:lnTo>
                <a:lnTo>
                  <a:pt x="512" y="3814"/>
                </a:lnTo>
                <a:lnTo>
                  <a:pt x="1668" y="2640"/>
                </a:lnTo>
                <a:lnTo>
                  <a:pt x="2829" y="3427"/>
                </a:lnTo>
                <a:lnTo>
                  <a:pt x="2284" y="2299"/>
                </a:lnTo>
                <a:lnTo>
                  <a:pt x="3536" y="1586"/>
                </a:lnTo>
                <a:lnTo>
                  <a:pt x="1970" y="1476"/>
                </a:lnTo>
                <a:lnTo>
                  <a:pt x="1657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8" name="Google Shape;1588;p141"/>
          <p:cNvSpPr/>
          <p:nvPr/>
        </p:nvSpPr>
        <p:spPr>
          <a:xfrm>
            <a:off x="8535930" y="770063"/>
            <a:ext cx="161712" cy="174376"/>
          </a:xfrm>
          <a:custGeom>
            <a:rect b="b" l="l" r="r" t="t"/>
            <a:pathLst>
              <a:path extrusionOk="0" h="3814" w="3537">
                <a:moveTo>
                  <a:pt x="1657" y="0"/>
                </a:moveTo>
                <a:lnTo>
                  <a:pt x="1270" y="1397"/>
                </a:lnTo>
                <a:lnTo>
                  <a:pt x="0" y="1344"/>
                </a:lnTo>
                <a:lnTo>
                  <a:pt x="0" y="1344"/>
                </a:lnTo>
                <a:lnTo>
                  <a:pt x="988" y="2076"/>
                </a:lnTo>
                <a:lnTo>
                  <a:pt x="512" y="3814"/>
                </a:lnTo>
                <a:lnTo>
                  <a:pt x="1668" y="2640"/>
                </a:lnTo>
                <a:lnTo>
                  <a:pt x="2829" y="3427"/>
                </a:lnTo>
                <a:lnTo>
                  <a:pt x="2284" y="2299"/>
                </a:lnTo>
                <a:lnTo>
                  <a:pt x="3536" y="1586"/>
                </a:lnTo>
                <a:lnTo>
                  <a:pt x="1970" y="1476"/>
                </a:lnTo>
                <a:lnTo>
                  <a:pt x="1657" y="0"/>
                </a:lnTo>
                <a:close/>
              </a:path>
            </a:pathLst>
          </a:custGeom>
          <a:solidFill>
            <a:schemeClr val="accent6">
              <a:alpha val="3960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2"/>
          <p:cNvSpPr txBox="1"/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100"/>
              <a:buFont typeface="Yeseva One"/>
              <a:buNone/>
              <a:defRPr b="0" i="0" sz="3100" u="none" cap="none" strike="noStrike">
                <a:solidFill>
                  <a:schemeClr val="accent5"/>
                </a:solidFill>
                <a:latin typeface="Yeseva One"/>
                <a:ea typeface="Yeseva One"/>
                <a:cs typeface="Yeseva One"/>
                <a:sym typeface="Yeseva On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100"/>
              <a:buFont typeface="Yeseva One"/>
              <a:buNone/>
              <a:defRPr b="0" i="0" sz="3100" u="none" cap="none" strike="noStrike">
                <a:solidFill>
                  <a:schemeClr val="accent5"/>
                </a:solidFill>
                <a:latin typeface="Yeseva One"/>
                <a:ea typeface="Yeseva One"/>
                <a:cs typeface="Yeseva One"/>
                <a:sym typeface="Yeseva On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100"/>
              <a:buFont typeface="Yeseva One"/>
              <a:buNone/>
              <a:defRPr b="0" i="0" sz="3100" u="none" cap="none" strike="noStrike">
                <a:solidFill>
                  <a:schemeClr val="accent5"/>
                </a:solidFill>
                <a:latin typeface="Yeseva One"/>
                <a:ea typeface="Yeseva One"/>
                <a:cs typeface="Yeseva One"/>
                <a:sym typeface="Yeseva On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100"/>
              <a:buFont typeface="Yeseva One"/>
              <a:buNone/>
              <a:defRPr b="0" i="0" sz="3100" u="none" cap="none" strike="noStrike">
                <a:solidFill>
                  <a:schemeClr val="accent5"/>
                </a:solidFill>
                <a:latin typeface="Yeseva One"/>
                <a:ea typeface="Yeseva One"/>
                <a:cs typeface="Yeseva One"/>
                <a:sym typeface="Yeseva On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100"/>
              <a:buFont typeface="Yeseva One"/>
              <a:buNone/>
              <a:defRPr b="0" i="0" sz="3100" u="none" cap="none" strike="noStrike">
                <a:solidFill>
                  <a:schemeClr val="accent5"/>
                </a:solidFill>
                <a:latin typeface="Yeseva One"/>
                <a:ea typeface="Yeseva One"/>
                <a:cs typeface="Yeseva One"/>
                <a:sym typeface="Yeseva On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100"/>
              <a:buFont typeface="Yeseva One"/>
              <a:buNone/>
              <a:defRPr b="0" i="0" sz="3100" u="none" cap="none" strike="noStrike">
                <a:solidFill>
                  <a:schemeClr val="accent5"/>
                </a:solidFill>
                <a:latin typeface="Yeseva One"/>
                <a:ea typeface="Yeseva One"/>
                <a:cs typeface="Yeseva One"/>
                <a:sym typeface="Yeseva On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100"/>
              <a:buFont typeface="Yeseva One"/>
              <a:buNone/>
              <a:defRPr b="0" i="0" sz="3100" u="none" cap="none" strike="noStrike">
                <a:solidFill>
                  <a:schemeClr val="accent5"/>
                </a:solidFill>
                <a:latin typeface="Yeseva One"/>
                <a:ea typeface="Yeseva One"/>
                <a:cs typeface="Yeseva One"/>
                <a:sym typeface="Yeseva On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100"/>
              <a:buFont typeface="Yeseva One"/>
              <a:buNone/>
              <a:defRPr b="0" i="0" sz="3100" u="none" cap="none" strike="noStrike">
                <a:solidFill>
                  <a:schemeClr val="accent5"/>
                </a:solidFill>
                <a:latin typeface="Yeseva One"/>
                <a:ea typeface="Yeseva One"/>
                <a:cs typeface="Yeseva One"/>
                <a:sym typeface="Yeseva On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100"/>
              <a:buFont typeface="Yeseva One"/>
              <a:buNone/>
              <a:defRPr b="0" i="0" sz="3100" u="none" cap="none" strike="noStrike">
                <a:solidFill>
                  <a:schemeClr val="accent5"/>
                </a:solidFill>
                <a:latin typeface="Yeseva One"/>
                <a:ea typeface="Yeseva One"/>
                <a:cs typeface="Yeseva One"/>
                <a:sym typeface="Yeseva One"/>
              </a:defRPr>
            </a:lvl9pPr>
          </a:lstStyle>
          <a:p/>
        </p:txBody>
      </p:sp>
      <p:sp>
        <p:nvSpPr>
          <p:cNvPr id="7" name="Google Shape;7;p82"/>
          <p:cNvSpPr txBox="1"/>
          <p:nvPr>
            <p:ph idx="1" type="body"/>
          </p:nvPr>
        </p:nvSpPr>
        <p:spPr>
          <a:xfrm>
            <a:off x="720000" y="1237083"/>
            <a:ext cx="7704000" cy="3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Kumbh Sans"/>
              <a:buChar char="●"/>
              <a:defRPr b="0" i="0" sz="1400" u="none" cap="none" strike="noStrike">
                <a:solidFill>
                  <a:schemeClr val="accent6"/>
                </a:solidFill>
                <a:latin typeface="Kumbh Sans"/>
                <a:ea typeface="Kumbh Sans"/>
                <a:cs typeface="Kumbh Sans"/>
                <a:sym typeface="Kumbh Sans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Kumbh Sans"/>
              <a:buChar char="○"/>
              <a:defRPr b="0" i="0" sz="1400" u="none" cap="none" strike="noStrike">
                <a:solidFill>
                  <a:schemeClr val="accent6"/>
                </a:solidFill>
                <a:latin typeface="Kumbh Sans"/>
                <a:ea typeface="Kumbh Sans"/>
                <a:cs typeface="Kumbh Sans"/>
                <a:sym typeface="Kumbh Sans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Kumbh Sans"/>
              <a:buChar char="■"/>
              <a:defRPr b="0" i="0" sz="1400" u="none" cap="none" strike="noStrike">
                <a:solidFill>
                  <a:schemeClr val="accent6"/>
                </a:solidFill>
                <a:latin typeface="Kumbh Sans"/>
                <a:ea typeface="Kumbh Sans"/>
                <a:cs typeface="Kumbh Sans"/>
                <a:sym typeface="Kumbh Sans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Kumbh Sans"/>
              <a:buChar char="●"/>
              <a:defRPr b="0" i="0" sz="1400" u="none" cap="none" strike="noStrike">
                <a:solidFill>
                  <a:schemeClr val="accent6"/>
                </a:solidFill>
                <a:latin typeface="Kumbh Sans"/>
                <a:ea typeface="Kumbh Sans"/>
                <a:cs typeface="Kumbh Sans"/>
                <a:sym typeface="Kumbh Sans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Kumbh Sans"/>
              <a:buChar char="○"/>
              <a:defRPr b="0" i="0" sz="1400" u="none" cap="none" strike="noStrike">
                <a:solidFill>
                  <a:schemeClr val="accent6"/>
                </a:solidFill>
                <a:latin typeface="Kumbh Sans"/>
                <a:ea typeface="Kumbh Sans"/>
                <a:cs typeface="Kumbh Sans"/>
                <a:sym typeface="Kumbh Sans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Kumbh Sans"/>
              <a:buChar char="■"/>
              <a:defRPr b="0" i="0" sz="1400" u="none" cap="none" strike="noStrike">
                <a:solidFill>
                  <a:schemeClr val="accent6"/>
                </a:solidFill>
                <a:latin typeface="Kumbh Sans"/>
                <a:ea typeface="Kumbh Sans"/>
                <a:cs typeface="Kumbh Sans"/>
                <a:sym typeface="Kumbh Sans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Kumbh Sans"/>
              <a:buChar char="●"/>
              <a:defRPr b="0" i="0" sz="1400" u="none" cap="none" strike="noStrike">
                <a:solidFill>
                  <a:schemeClr val="accent6"/>
                </a:solidFill>
                <a:latin typeface="Kumbh Sans"/>
                <a:ea typeface="Kumbh Sans"/>
                <a:cs typeface="Kumbh Sans"/>
                <a:sym typeface="Kumbh Sans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Kumbh Sans"/>
              <a:buChar char="○"/>
              <a:defRPr b="0" i="0" sz="1400" u="none" cap="none" strike="noStrike">
                <a:solidFill>
                  <a:schemeClr val="accent6"/>
                </a:solidFill>
                <a:latin typeface="Kumbh Sans"/>
                <a:ea typeface="Kumbh Sans"/>
                <a:cs typeface="Kumbh Sans"/>
                <a:sym typeface="Kumbh Sans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6"/>
              </a:buClr>
              <a:buSzPts val="1400"/>
              <a:buFont typeface="Kumbh Sans"/>
              <a:buChar char="■"/>
              <a:defRPr b="0" i="0" sz="1400" u="none" cap="none" strike="noStrike">
                <a:solidFill>
                  <a:schemeClr val="accent6"/>
                </a:solidFill>
                <a:latin typeface="Kumbh Sans"/>
                <a:ea typeface="Kumbh Sans"/>
                <a:cs typeface="Kumbh Sans"/>
                <a:sym typeface="Kumbh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node.js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2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Google Shape;1593;p1"/>
          <p:cNvSpPr txBox="1"/>
          <p:nvPr>
            <p:ph idx="1" type="subTitle"/>
          </p:nvPr>
        </p:nvSpPr>
        <p:spPr>
          <a:xfrm rot="-546">
            <a:off x="2683643" y="4176888"/>
            <a:ext cx="37767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Diego Ramírez Lacalle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594" name="Google Shape;1594;p1"/>
          <p:cNvSpPr txBox="1"/>
          <p:nvPr>
            <p:ph type="ctrTitle"/>
          </p:nvPr>
        </p:nvSpPr>
        <p:spPr>
          <a:xfrm>
            <a:off x="2380650" y="1384575"/>
            <a:ext cx="4297500" cy="19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FILMLY </a:t>
            </a:r>
            <a:r>
              <a:rPr lang="en" sz="3800">
                <a:solidFill>
                  <a:schemeClr val="accent6"/>
                </a:solidFill>
              </a:rPr>
              <a:t>PITCH DECK</a:t>
            </a:r>
            <a:endParaRPr sz="3800">
              <a:solidFill>
                <a:schemeClr val="accent6"/>
              </a:solidFill>
            </a:endParaRPr>
          </a:p>
        </p:txBody>
      </p:sp>
      <p:cxnSp>
        <p:nvCxnSpPr>
          <p:cNvPr id="1595" name="Google Shape;1595;p1"/>
          <p:cNvCxnSpPr/>
          <p:nvPr/>
        </p:nvCxnSpPr>
        <p:spPr>
          <a:xfrm>
            <a:off x="4379550" y="4116627"/>
            <a:ext cx="384900" cy="0"/>
          </a:xfrm>
          <a:prstGeom prst="straightConnector1">
            <a:avLst/>
          </a:prstGeom>
          <a:noFill/>
          <a:ln cap="rnd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96" name="Google Shape;1596;p1"/>
          <p:cNvGrpSpPr/>
          <p:nvPr/>
        </p:nvGrpSpPr>
        <p:grpSpPr>
          <a:xfrm>
            <a:off x="923574" y="894968"/>
            <a:ext cx="1499548" cy="1148067"/>
            <a:chOff x="680600" y="708943"/>
            <a:chExt cx="1985630" cy="1520216"/>
          </a:xfrm>
        </p:grpSpPr>
        <p:sp>
          <p:nvSpPr>
            <p:cNvPr id="1597" name="Google Shape;1597;p1"/>
            <p:cNvSpPr/>
            <p:nvPr/>
          </p:nvSpPr>
          <p:spPr>
            <a:xfrm>
              <a:off x="1182783" y="851683"/>
              <a:ext cx="872546" cy="346924"/>
            </a:xfrm>
            <a:custGeom>
              <a:rect b="b" l="l" r="r" t="t"/>
              <a:pathLst>
                <a:path extrusionOk="0" h="6426" w="16162">
                  <a:moveTo>
                    <a:pt x="11603" y="0"/>
                  </a:moveTo>
                  <a:cubicBezTo>
                    <a:pt x="8172" y="0"/>
                    <a:pt x="4964" y="4333"/>
                    <a:pt x="1" y="6237"/>
                  </a:cubicBezTo>
                  <a:lnTo>
                    <a:pt x="64" y="6426"/>
                  </a:lnTo>
                  <a:cubicBezTo>
                    <a:pt x="1604" y="5726"/>
                    <a:pt x="3185" y="4855"/>
                    <a:pt x="5551" y="3170"/>
                  </a:cubicBezTo>
                  <a:cubicBezTo>
                    <a:pt x="8655" y="962"/>
                    <a:pt x="10444" y="211"/>
                    <a:pt x="11703" y="211"/>
                  </a:cubicBezTo>
                  <a:cubicBezTo>
                    <a:pt x="13503" y="211"/>
                    <a:pt x="14223" y="1746"/>
                    <a:pt x="16162" y="2759"/>
                  </a:cubicBezTo>
                  <a:cubicBezTo>
                    <a:pt x="14507" y="756"/>
                    <a:pt x="13036" y="0"/>
                    <a:pt x="11603" y="0"/>
                  </a:cubicBez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8" name="Google Shape;1598;p1"/>
            <p:cNvSpPr/>
            <p:nvPr/>
          </p:nvSpPr>
          <p:spPr>
            <a:xfrm>
              <a:off x="1172309" y="850928"/>
              <a:ext cx="872492" cy="346978"/>
            </a:xfrm>
            <a:custGeom>
              <a:rect b="b" l="l" r="r" t="t"/>
              <a:pathLst>
                <a:path extrusionOk="0" h="6427" w="16161">
                  <a:moveTo>
                    <a:pt x="11601" y="0"/>
                  </a:moveTo>
                  <a:cubicBezTo>
                    <a:pt x="8171" y="0"/>
                    <a:pt x="4963" y="4333"/>
                    <a:pt x="0" y="6238"/>
                  </a:cubicBezTo>
                  <a:lnTo>
                    <a:pt x="63" y="6427"/>
                  </a:lnTo>
                  <a:cubicBezTo>
                    <a:pt x="1604" y="5728"/>
                    <a:pt x="3184" y="4856"/>
                    <a:pt x="5549" y="3174"/>
                  </a:cubicBezTo>
                  <a:cubicBezTo>
                    <a:pt x="8654" y="966"/>
                    <a:pt x="10442" y="214"/>
                    <a:pt x="11702" y="214"/>
                  </a:cubicBezTo>
                  <a:cubicBezTo>
                    <a:pt x="13503" y="214"/>
                    <a:pt x="14223" y="1750"/>
                    <a:pt x="16161" y="2762"/>
                  </a:cubicBezTo>
                  <a:cubicBezTo>
                    <a:pt x="14506" y="757"/>
                    <a:pt x="13034" y="0"/>
                    <a:pt x="116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9" name="Google Shape;1599;p1"/>
            <p:cNvSpPr/>
            <p:nvPr/>
          </p:nvSpPr>
          <p:spPr>
            <a:xfrm>
              <a:off x="2194761" y="1341827"/>
              <a:ext cx="200294" cy="234522"/>
            </a:xfrm>
            <a:custGeom>
              <a:rect b="b" l="l" r="r" t="t"/>
              <a:pathLst>
                <a:path extrusionOk="0" h="4344" w="3710">
                  <a:moveTo>
                    <a:pt x="2476" y="1"/>
                  </a:moveTo>
                  <a:lnTo>
                    <a:pt x="0" y="1174"/>
                  </a:lnTo>
                  <a:lnTo>
                    <a:pt x="937" y="4344"/>
                  </a:lnTo>
                  <a:lnTo>
                    <a:pt x="3710" y="3146"/>
                  </a:lnTo>
                  <a:lnTo>
                    <a:pt x="247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0" name="Google Shape;1600;p1"/>
            <p:cNvSpPr/>
            <p:nvPr/>
          </p:nvSpPr>
          <p:spPr>
            <a:xfrm>
              <a:off x="2194437" y="1341827"/>
              <a:ext cx="159479" cy="130596"/>
            </a:xfrm>
            <a:custGeom>
              <a:rect b="b" l="l" r="r" t="t"/>
              <a:pathLst>
                <a:path extrusionOk="0" h="2419" w="2954">
                  <a:moveTo>
                    <a:pt x="2482" y="1"/>
                  </a:moveTo>
                  <a:lnTo>
                    <a:pt x="1" y="1163"/>
                  </a:lnTo>
                  <a:lnTo>
                    <a:pt x="121" y="2418"/>
                  </a:lnTo>
                  <a:lnTo>
                    <a:pt x="2954" y="1104"/>
                  </a:lnTo>
                  <a:lnTo>
                    <a:pt x="2482" y="1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1" name="Google Shape;1601;p1"/>
            <p:cNvSpPr/>
            <p:nvPr/>
          </p:nvSpPr>
          <p:spPr>
            <a:xfrm>
              <a:off x="2249989" y="1467184"/>
              <a:ext cx="153540" cy="112402"/>
            </a:xfrm>
            <a:custGeom>
              <a:rect b="b" l="l" r="r" t="t"/>
              <a:pathLst>
                <a:path extrusionOk="0" h="2082" w="2844">
                  <a:moveTo>
                    <a:pt x="2505" y="1"/>
                  </a:moveTo>
                  <a:lnTo>
                    <a:pt x="14" y="1139"/>
                  </a:lnTo>
                  <a:lnTo>
                    <a:pt x="1" y="2082"/>
                  </a:lnTo>
                  <a:lnTo>
                    <a:pt x="2844" y="795"/>
                  </a:lnTo>
                  <a:lnTo>
                    <a:pt x="2505" y="1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2" name="Google Shape;1602;p1"/>
            <p:cNvSpPr/>
            <p:nvPr/>
          </p:nvSpPr>
          <p:spPr>
            <a:xfrm>
              <a:off x="2129761" y="1307600"/>
              <a:ext cx="243268" cy="402315"/>
            </a:xfrm>
            <a:custGeom>
              <a:rect b="b" l="l" r="r" t="t"/>
              <a:pathLst>
                <a:path extrusionOk="0" h="7452" w="4506">
                  <a:moveTo>
                    <a:pt x="1804" y="0"/>
                  </a:moveTo>
                  <a:lnTo>
                    <a:pt x="1" y="1023"/>
                  </a:lnTo>
                  <a:lnTo>
                    <a:pt x="2426" y="7452"/>
                  </a:lnTo>
                  <a:lnTo>
                    <a:pt x="4506" y="6533"/>
                  </a:lnTo>
                  <a:lnTo>
                    <a:pt x="180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3" name="Google Shape;1603;p1"/>
            <p:cNvSpPr/>
            <p:nvPr/>
          </p:nvSpPr>
          <p:spPr>
            <a:xfrm>
              <a:off x="2188822" y="1455739"/>
              <a:ext cx="161261" cy="214222"/>
            </a:xfrm>
            <a:custGeom>
              <a:rect b="b" l="l" r="r" t="t"/>
              <a:pathLst>
                <a:path extrusionOk="0" h="3968" w="2987">
                  <a:moveTo>
                    <a:pt x="1835" y="1"/>
                  </a:moveTo>
                  <a:lnTo>
                    <a:pt x="0" y="870"/>
                  </a:lnTo>
                  <a:lnTo>
                    <a:pt x="735" y="3967"/>
                  </a:lnTo>
                  <a:lnTo>
                    <a:pt x="2986" y="2794"/>
                  </a:lnTo>
                  <a:lnTo>
                    <a:pt x="1835" y="1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4" name="Google Shape;1604;p1"/>
            <p:cNvSpPr/>
            <p:nvPr/>
          </p:nvSpPr>
          <p:spPr>
            <a:xfrm>
              <a:off x="2126845" y="1307600"/>
              <a:ext cx="161855" cy="198134"/>
            </a:xfrm>
            <a:custGeom>
              <a:rect b="b" l="l" r="r" t="t"/>
              <a:pathLst>
                <a:path extrusionOk="0" h="3670" w="2998">
                  <a:moveTo>
                    <a:pt x="1858" y="0"/>
                  </a:moveTo>
                  <a:lnTo>
                    <a:pt x="0" y="898"/>
                  </a:lnTo>
                  <a:lnTo>
                    <a:pt x="869" y="3669"/>
                  </a:lnTo>
                  <a:lnTo>
                    <a:pt x="2998" y="2748"/>
                  </a:lnTo>
                  <a:lnTo>
                    <a:pt x="1858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5" name="Google Shape;1605;p1"/>
            <p:cNvSpPr/>
            <p:nvPr/>
          </p:nvSpPr>
          <p:spPr>
            <a:xfrm>
              <a:off x="1856265" y="973261"/>
              <a:ext cx="222914" cy="365063"/>
            </a:xfrm>
            <a:custGeom>
              <a:rect b="b" l="l" r="r" t="t"/>
              <a:pathLst>
                <a:path extrusionOk="0" h="6762" w="4129">
                  <a:moveTo>
                    <a:pt x="864" y="1"/>
                  </a:moveTo>
                  <a:lnTo>
                    <a:pt x="0" y="172"/>
                  </a:lnTo>
                  <a:lnTo>
                    <a:pt x="2103" y="6762"/>
                  </a:lnTo>
                  <a:lnTo>
                    <a:pt x="4129" y="6255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rgbClr val="6882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6" name="Google Shape;1606;p1"/>
            <p:cNvSpPr/>
            <p:nvPr/>
          </p:nvSpPr>
          <p:spPr>
            <a:xfrm>
              <a:off x="1641021" y="831708"/>
              <a:ext cx="504621" cy="394865"/>
            </a:xfrm>
            <a:custGeom>
              <a:rect b="b" l="l" r="r" t="t"/>
              <a:pathLst>
                <a:path extrusionOk="0" h="7314" w="9347">
                  <a:moveTo>
                    <a:pt x="5082" y="1"/>
                  </a:moveTo>
                  <a:cubicBezTo>
                    <a:pt x="4611" y="1"/>
                    <a:pt x="4123" y="70"/>
                    <a:pt x="3637" y="216"/>
                  </a:cubicBezTo>
                  <a:cubicBezTo>
                    <a:pt x="1370" y="898"/>
                    <a:pt x="0" y="2992"/>
                    <a:pt x="573" y="4892"/>
                  </a:cubicBezTo>
                  <a:cubicBezTo>
                    <a:pt x="1023" y="6384"/>
                    <a:pt x="2537" y="7314"/>
                    <a:pt x="4263" y="7314"/>
                  </a:cubicBezTo>
                  <a:cubicBezTo>
                    <a:pt x="4736" y="7314"/>
                    <a:pt x="5224" y="7244"/>
                    <a:pt x="5711" y="7098"/>
                  </a:cubicBezTo>
                  <a:cubicBezTo>
                    <a:pt x="7976" y="6416"/>
                    <a:pt x="9347" y="4323"/>
                    <a:pt x="8774" y="2422"/>
                  </a:cubicBezTo>
                  <a:cubicBezTo>
                    <a:pt x="8325" y="930"/>
                    <a:pt x="6810" y="1"/>
                    <a:pt x="508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7" name="Google Shape;1607;p1"/>
            <p:cNvSpPr/>
            <p:nvPr/>
          </p:nvSpPr>
          <p:spPr>
            <a:xfrm>
              <a:off x="1632059" y="816538"/>
              <a:ext cx="504621" cy="394865"/>
            </a:xfrm>
            <a:custGeom>
              <a:rect b="b" l="l" r="r" t="t"/>
              <a:pathLst>
                <a:path extrusionOk="0" h="7314" w="9347">
                  <a:moveTo>
                    <a:pt x="5084" y="0"/>
                  </a:moveTo>
                  <a:cubicBezTo>
                    <a:pt x="4611" y="0"/>
                    <a:pt x="4123" y="70"/>
                    <a:pt x="3637" y="217"/>
                  </a:cubicBezTo>
                  <a:cubicBezTo>
                    <a:pt x="1370" y="898"/>
                    <a:pt x="0" y="2991"/>
                    <a:pt x="573" y="4892"/>
                  </a:cubicBezTo>
                  <a:cubicBezTo>
                    <a:pt x="1023" y="6384"/>
                    <a:pt x="2538" y="7314"/>
                    <a:pt x="4265" y="7314"/>
                  </a:cubicBezTo>
                  <a:cubicBezTo>
                    <a:pt x="4737" y="7314"/>
                    <a:pt x="5225" y="7244"/>
                    <a:pt x="5711" y="7098"/>
                  </a:cubicBezTo>
                  <a:cubicBezTo>
                    <a:pt x="7974" y="6418"/>
                    <a:pt x="9347" y="4325"/>
                    <a:pt x="8774" y="2423"/>
                  </a:cubicBezTo>
                  <a:cubicBezTo>
                    <a:pt x="8325" y="930"/>
                    <a:pt x="6810" y="0"/>
                    <a:pt x="50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8" name="Google Shape;1608;p1"/>
            <p:cNvSpPr/>
            <p:nvPr/>
          </p:nvSpPr>
          <p:spPr>
            <a:xfrm>
              <a:off x="1648579" y="879702"/>
              <a:ext cx="488101" cy="331807"/>
            </a:xfrm>
            <a:custGeom>
              <a:rect b="b" l="l" r="r" t="t"/>
              <a:pathLst>
                <a:path extrusionOk="0" h="6146" w="9041">
                  <a:moveTo>
                    <a:pt x="7728" y="0"/>
                  </a:moveTo>
                  <a:cubicBezTo>
                    <a:pt x="7190" y="929"/>
                    <a:pt x="6237" y="1702"/>
                    <a:pt x="5021" y="2069"/>
                  </a:cubicBezTo>
                  <a:cubicBezTo>
                    <a:pt x="4536" y="2215"/>
                    <a:pt x="4049" y="2284"/>
                    <a:pt x="3577" y="2284"/>
                  </a:cubicBezTo>
                  <a:cubicBezTo>
                    <a:pt x="2407" y="2284"/>
                    <a:pt x="1334" y="1857"/>
                    <a:pt x="623" y="1117"/>
                  </a:cubicBezTo>
                  <a:cubicBezTo>
                    <a:pt x="158" y="1920"/>
                    <a:pt x="1" y="2842"/>
                    <a:pt x="267" y="3723"/>
                  </a:cubicBezTo>
                  <a:cubicBezTo>
                    <a:pt x="717" y="5216"/>
                    <a:pt x="2231" y="6146"/>
                    <a:pt x="3957" y="6146"/>
                  </a:cubicBezTo>
                  <a:cubicBezTo>
                    <a:pt x="4430" y="6146"/>
                    <a:pt x="4918" y="6076"/>
                    <a:pt x="5405" y="5929"/>
                  </a:cubicBezTo>
                  <a:cubicBezTo>
                    <a:pt x="7670" y="5248"/>
                    <a:pt x="9041" y="3154"/>
                    <a:pt x="8468" y="1254"/>
                  </a:cubicBezTo>
                  <a:cubicBezTo>
                    <a:pt x="8322" y="773"/>
                    <a:pt x="8067" y="351"/>
                    <a:pt x="7728" y="0"/>
                  </a:cubicBez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9" name="Google Shape;1609;p1"/>
            <p:cNvSpPr/>
            <p:nvPr/>
          </p:nvSpPr>
          <p:spPr>
            <a:xfrm>
              <a:off x="1718761" y="816538"/>
              <a:ext cx="414084" cy="365927"/>
            </a:xfrm>
            <a:custGeom>
              <a:rect b="b" l="l" r="r" t="t"/>
              <a:pathLst>
                <a:path extrusionOk="0" h="6778" w="7670">
                  <a:moveTo>
                    <a:pt x="3478" y="0"/>
                  </a:moveTo>
                  <a:cubicBezTo>
                    <a:pt x="3005" y="0"/>
                    <a:pt x="2517" y="70"/>
                    <a:pt x="2031" y="217"/>
                  </a:cubicBezTo>
                  <a:cubicBezTo>
                    <a:pt x="1223" y="460"/>
                    <a:pt x="533" y="884"/>
                    <a:pt x="1" y="1412"/>
                  </a:cubicBezTo>
                  <a:cubicBezTo>
                    <a:pt x="255" y="1285"/>
                    <a:pt x="526" y="1177"/>
                    <a:pt x="808" y="1091"/>
                  </a:cubicBezTo>
                  <a:cubicBezTo>
                    <a:pt x="1294" y="945"/>
                    <a:pt x="1781" y="876"/>
                    <a:pt x="2253" y="876"/>
                  </a:cubicBezTo>
                  <a:cubicBezTo>
                    <a:pt x="3979" y="876"/>
                    <a:pt x="5496" y="1805"/>
                    <a:pt x="5946" y="3297"/>
                  </a:cubicBezTo>
                  <a:cubicBezTo>
                    <a:pt x="6314" y="4521"/>
                    <a:pt x="5874" y="5823"/>
                    <a:pt x="4911" y="6777"/>
                  </a:cubicBezTo>
                  <a:cubicBezTo>
                    <a:pt x="6682" y="5894"/>
                    <a:pt x="7669" y="4085"/>
                    <a:pt x="7168" y="2421"/>
                  </a:cubicBezTo>
                  <a:cubicBezTo>
                    <a:pt x="6719" y="930"/>
                    <a:pt x="5204" y="0"/>
                    <a:pt x="3478" y="0"/>
                  </a:cubicBez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0" name="Google Shape;1610;p1"/>
            <p:cNvSpPr/>
            <p:nvPr/>
          </p:nvSpPr>
          <p:spPr>
            <a:xfrm>
              <a:off x="1739870" y="943245"/>
              <a:ext cx="275930" cy="216058"/>
            </a:xfrm>
            <a:custGeom>
              <a:rect b="b" l="l" r="r" t="t"/>
              <a:pathLst>
                <a:path extrusionOk="0" h="4002" w="5111">
                  <a:moveTo>
                    <a:pt x="2781" y="0"/>
                  </a:moveTo>
                  <a:cubicBezTo>
                    <a:pt x="2522" y="0"/>
                    <a:pt x="2255" y="38"/>
                    <a:pt x="1989" y="119"/>
                  </a:cubicBezTo>
                  <a:cubicBezTo>
                    <a:pt x="751" y="491"/>
                    <a:pt x="0" y="1636"/>
                    <a:pt x="314" y="2675"/>
                  </a:cubicBezTo>
                  <a:cubicBezTo>
                    <a:pt x="559" y="3492"/>
                    <a:pt x="1389" y="4001"/>
                    <a:pt x="2334" y="4001"/>
                  </a:cubicBezTo>
                  <a:cubicBezTo>
                    <a:pt x="2591" y="4001"/>
                    <a:pt x="2857" y="3963"/>
                    <a:pt x="3123" y="3884"/>
                  </a:cubicBezTo>
                  <a:cubicBezTo>
                    <a:pt x="4361" y="3507"/>
                    <a:pt x="5111" y="2365"/>
                    <a:pt x="4797" y="1324"/>
                  </a:cubicBezTo>
                  <a:cubicBezTo>
                    <a:pt x="4551" y="508"/>
                    <a:pt x="3724" y="0"/>
                    <a:pt x="2781" y="0"/>
                  </a:cubicBez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1" name="Google Shape;1611;p1"/>
            <p:cNvSpPr/>
            <p:nvPr/>
          </p:nvSpPr>
          <p:spPr>
            <a:xfrm>
              <a:off x="878677" y="1378484"/>
              <a:ext cx="619669" cy="804954"/>
            </a:xfrm>
            <a:custGeom>
              <a:rect b="b" l="l" r="r" t="t"/>
              <a:pathLst>
                <a:path extrusionOk="0" h="14910" w="11478">
                  <a:moveTo>
                    <a:pt x="476" y="0"/>
                  </a:moveTo>
                  <a:lnTo>
                    <a:pt x="1" y="216"/>
                  </a:lnTo>
                  <a:cubicBezTo>
                    <a:pt x="84" y="7079"/>
                    <a:pt x="8722" y="10562"/>
                    <a:pt x="11477" y="14910"/>
                  </a:cubicBezTo>
                  <a:cubicBezTo>
                    <a:pt x="11291" y="13352"/>
                    <a:pt x="10447" y="13079"/>
                    <a:pt x="4367" y="7795"/>
                  </a:cubicBezTo>
                  <a:cubicBezTo>
                    <a:pt x="1223" y="5063"/>
                    <a:pt x="449" y="2278"/>
                    <a:pt x="4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2" name="Google Shape;1612;p1"/>
            <p:cNvSpPr/>
            <p:nvPr/>
          </p:nvSpPr>
          <p:spPr>
            <a:xfrm>
              <a:off x="1063958" y="1356134"/>
              <a:ext cx="319012" cy="361878"/>
            </a:xfrm>
            <a:custGeom>
              <a:rect b="b" l="l" r="r" t="t"/>
              <a:pathLst>
                <a:path extrusionOk="0" h="6703" w="5909">
                  <a:moveTo>
                    <a:pt x="849" y="0"/>
                  </a:moveTo>
                  <a:lnTo>
                    <a:pt x="0" y="154"/>
                  </a:lnTo>
                  <a:lnTo>
                    <a:pt x="3004" y="6703"/>
                  </a:lnTo>
                  <a:lnTo>
                    <a:pt x="5908" y="5160"/>
                  </a:lnTo>
                  <a:lnTo>
                    <a:pt x="849" y="0"/>
                  </a:lnTo>
                  <a:close/>
                </a:path>
              </a:pathLst>
            </a:custGeom>
            <a:solidFill>
              <a:srgbClr val="6882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3" name="Google Shape;1613;p1"/>
            <p:cNvSpPr/>
            <p:nvPr/>
          </p:nvSpPr>
          <p:spPr>
            <a:xfrm>
              <a:off x="1360021" y="1989936"/>
              <a:ext cx="304112" cy="239219"/>
            </a:xfrm>
            <a:custGeom>
              <a:rect b="b" l="l" r="r" t="t"/>
              <a:pathLst>
                <a:path extrusionOk="0" h="4431" w="5633">
                  <a:moveTo>
                    <a:pt x="2584" y="0"/>
                  </a:moveTo>
                  <a:lnTo>
                    <a:pt x="0" y="1468"/>
                  </a:lnTo>
                  <a:lnTo>
                    <a:pt x="2896" y="4431"/>
                  </a:lnTo>
                  <a:lnTo>
                    <a:pt x="5632" y="3178"/>
                  </a:lnTo>
                  <a:lnTo>
                    <a:pt x="258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4" name="Google Shape;1614;p1"/>
            <p:cNvSpPr/>
            <p:nvPr/>
          </p:nvSpPr>
          <p:spPr>
            <a:xfrm>
              <a:off x="1160324" y="1135977"/>
              <a:ext cx="1248677" cy="1080452"/>
            </a:xfrm>
            <a:custGeom>
              <a:rect b="b" l="l" r="r" t="t"/>
              <a:pathLst>
                <a:path extrusionOk="0" h="20013" w="23129">
                  <a:moveTo>
                    <a:pt x="17879" y="0"/>
                  </a:moveTo>
                  <a:lnTo>
                    <a:pt x="0" y="9597"/>
                  </a:lnTo>
                  <a:lnTo>
                    <a:pt x="7108" y="20013"/>
                  </a:lnTo>
                  <a:lnTo>
                    <a:pt x="23128" y="12683"/>
                  </a:lnTo>
                  <a:lnTo>
                    <a:pt x="1787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5" name="Google Shape;1615;p1"/>
            <p:cNvSpPr/>
            <p:nvPr/>
          </p:nvSpPr>
          <p:spPr>
            <a:xfrm>
              <a:off x="1154980" y="1129390"/>
              <a:ext cx="1025385" cy="666152"/>
            </a:xfrm>
            <a:custGeom>
              <a:rect b="b" l="l" r="r" t="t"/>
              <a:pathLst>
                <a:path extrusionOk="0" h="12339" w="18993">
                  <a:moveTo>
                    <a:pt x="17941" y="0"/>
                  </a:moveTo>
                  <a:lnTo>
                    <a:pt x="1" y="9655"/>
                  </a:lnTo>
                  <a:lnTo>
                    <a:pt x="769" y="10737"/>
                  </a:lnTo>
                  <a:lnTo>
                    <a:pt x="771" y="10737"/>
                  </a:lnTo>
                  <a:lnTo>
                    <a:pt x="1886" y="12339"/>
                  </a:lnTo>
                  <a:cubicBezTo>
                    <a:pt x="2348" y="12210"/>
                    <a:pt x="2788" y="12051"/>
                    <a:pt x="3249" y="11838"/>
                  </a:cubicBezTo>
                  <a:cubicBezTo>
                    <a:pt x="5705" y="10714"/>
                    <a:pt x="7344" y="8724"/>
                    <a:pt x="7598" y="6836"/>
                  </a:cubicBezTo>
                  <a:lnTo>
                    <a:pt x="11453" y="4636"/>
                  </a:lnTo>
                  <a:cubicBezTo>
                    <a:pt x="11995" y="4821"/>
                    <a:pt x="12610" y="4917"/>
                    <a:pt x="13266" y="4917"/>
                  </a:cubicBezTo>
                  <a:cubicBezTo>
                    <a:pt x="14329" y="4917"/>
                    <a:pt x="15500" y="4666"/>
                    <a:pt x="16648" y="4142"/>
                  </a:cubicBezTo>
                  <a:cubicBezTo>
                    <a:pt x="17563" y="3722"/>
                    <a:pt x="18356" y="3178"/>
                    <a:pt x="18993" y="2568"/>
                  </a:cubicBezTo>
                  <a:lnTo>
                    <a:pt x="18194" y="645"/>
                  </a:lnTo>
                  <a:lnTo>
                    <a:pt x="18191" y="646"/>
                  </a:lnTo>
                  <a:lnTo>
                    <a:pt x="17941" y="0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6" name="Google Shape;1616;p1"/>
            <p:cNvSpPr/>
            <p:nvPr/>
          </p:nvSpPr>
          <p:spPr>
            <a:xfrm>
              <a:off x="1209614" y="1180623"/>
              <a:ext cx="1149826" cy="995098"/>
            </a:xfrm>
            <a:custGeom>
              <a:rect b="b" l="l" r="r" t="t"/>
              <a:pathLst>
                <a:path extrusionOk="0" h="18432" w="21298">
                  <a:moveTo>
                    <a:pt x="16191" y="446"/>
                  </a:moveTo>
                  <a:lnTo>
                    <a:pt x="20802" y="11584"/>
                  </a:lnTo>
                  <a:lnTo>
                    <a:pt x="6733" y="18021"/>
                  </a:lnTo>
                  <a:lnTo>
                    <a:pt x="492" y="8873"/>
                  </a:lnTo>
                  <a:lnTo>
                    <a:pt x="16191" y="446"/>
                  </a:lnTo>
                  <a:close/>
                  <a:moveTo>
                    <a:pt x="16463" y="0"/>
                  </a:moveTo>
                  <a:lnTo>
                    <a:pt x="1" y="8837"/>
                  </a:lnTo>
                  <a:lnTo>
                    <a:pt x="6546" y="18431"/>
                  </a:lnTo>
                  <a:lnTo>
                    <a:pt x="21298" y="11682"/>
                  </a:lnTo>
                  <a:lnTo>
                    <a:pt x="16463" y="0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7" name="Google Shape;1617;p1"/>
            <p:cNvSpPr/>
            <p:nvPr/>
          </p:nvSpPr>
          <p:spPr>
            <a:xfrm>
              <a:off x="1160324" y="1135977"/>
              <a:ext cx="1157384" cy="735256"/>
            </a:xfrm>
            <a:custGeom>
              <a:rect b="b" l="l" r="r" t="t"/>
              <a:pathLst>
                <a:path extrusionOk="0" h="13619" w="21438">
                  <a:moveTo>
                    <a:pt x="17879" y="0"/>
                  </a:moveTo>
                  <a:lnTo>
                    <a:pt x="0" y="9597"/>
                  </a:lnTo>
                  <a:lnTo>
                    <a:pt x="3133" y="13618"/>
                  </a:lnTo>
                  <a:lnTo>
                    <a:pt x="21438" y="8911"/>
                  </a:lnTo>
                  <a:lnTo>
                    <a:pt x="17879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8" name="Google Shape;1618;p1"/>
            <p:cNvSpPr/>
            <p:nvPr/>
          </p:nvSpPr>
          <p:spPr>
            <a:xfrm>
              <a:off x="1025304" y="1328439"/>
              <a:ext cx="158507" cy="130812"/>
            </a:xfrm>
            <a:custGeom>
              <a:rect b="b" l="l" r="r" t="t"/>
              <a:pathLst>
                <a:path extrusionOk="0" h="2423" w="2936">
                  <a:moveTo>
                    <a:pt x="1527" y="0"/>
                  </a:moveTo>
                  <a:cubicBezTo>
                    <a:pt x="1443" y="0"/>
                    <a:pt x="1358" y="7"/>
                    <a:pt x="1272" y="21"/>
                  </a:cubicBezTo>
                  <a:cubicBezTo>
                    <a:pt x="520" y="144"/>
                    <a:pt x="0" y="778"/>
                    <a:pt x="108" y="1435"/>
                  </a:cubicBezTo>
                  <a:cubicBezTo>
                    <a:pt x="204" y="2016"/>
                    <a:pt x="761" y="2423"/>
                    <a:pt x="1409" y="2423"/>
                  </a:cubicBezTo>
                  <a:cubicBezTo>
                    <a:pt x="1493" y="2423"/>
                    <a:pt x="1578" y="2416"/>
                    <a:pt x="1664" y="2402"/>
                  </a:cubicBezTo>
                  <a:cubicBezTo>
                    <a:pt x="2414" y="2277"/>
                    <a:pt x="2935" y="1646"/>
                    <a:pt x="2828" y="987"/>
                  </a:cubicBezTo>
                  <a:cubicBezTo>
                    <a:pt x="2733" y="406"/>
                    <a:pt x="2174" y="0"/>
                    <a:pt x="1527" y="0"/>
                  </a:cubicBezTo>
                  <a:close/>
                </a:path>
              </a:pathLst>
            </a:custGeom>
            <a:solidFill>
              <a:srgbClr val="8263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9" name="Google Shape;1619;p1"/>
            <p:cNvSpPr/>
            <p:nvPr/>
          </p:nvSpPr>
          <p:spPr>
            <a:xfrm>
              <a:off x="1044145" y="1344041"/>
              <a:ext cx="120770" cy="99661"/>
            </a:xfrm>
            <a:custGeom>
              <a:rect b="b" l="l" r="r" t="t"/>
              <a:pathLst>
                <a:path extrusionOk="0" h="1846" w="2237">
                  <a:moveTo>
                    <a:pt x="1166" y="1"/>
                  </a:moveTo>
                  <a:cubicBezTo>
                    <a:pt x="1102" y="1"/>
                    <a:pt x="1036" y="6"/>
                    <a:pt x="970" y="17"/>
                  </a:cubicBezTo>
                  <a:cubicBezTo>
                    <a:pt x="399" y="111"/>
                    <a:pt x="1" y="592"/>
                    <a:pt x="84" y="1093"/>
                  </a:cubicBezTo>
                  <a:cubicBezTo>
                    <a:pt x="157" y="1537"/>
                    <a:pt x="579" y="1845"/>
                    <a:pt x="1072" y="1845"/>
                  </a:cubicBezTo>
                  <a:cubicBezTo>
                    <a:pt x="1136" y="1845"/>
                    <a:pt x="1202" y="1840"/>
                    <a:pt x="1268" y="1829"/>
                  </a:cubicBezTo>
                  <a:cubicBezTo>
                    <a:pt x="1839" y="1735"/>
                    <a:pt x="2237" y="1254"/>
                    <a:pt x="2154" y="753"/>
                  </a:cubicBezTo>
                  <a:cubicBezTo>
                    <a:pt x="2082" y="309"/>
                    <a:pt x="1659" y="1"/>
                    <a:pt x="1166" y="1"/>
                  </a:cubicBezTo>
                  <a:close/>
                </a:path>
              </a:pathLst>
            </a:custGeom>
            <a:solidFill>
              <a:srgbClr val="D9A4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0" name="Google Shape;1620;p1"/>
            <p:cNvSpPr/>
            <p:nvPr/>
          </p:nvSpPr>
          <p:spPr>
            <a:xfrm>
              <a:off x="2323033" y="1042742"/>
              <a:ext cx="329972" cy="545004"/>
            </a:xfrm>
            <a:custGeom>
              <a:rect b="b" l="l" r="r" t="t"/>
              <a:pathLst>
                <a:path extrusionOk="0" h="10095" w="6112">
                  <a:moveTo>
                    <a:pt x="2371" y="1"/>
                  </a:moveTo>
                  <a:lnTo>
                    <a:pt x="1" y="5658"/>
                  </a:lnTo>
                  <a:lnTo>
                    <a:pt x="1325" y="8668"/>
                  </a:lnTo>
                  <a:lnTo>
                    <a:pt x="6112" y="10094"/>
                  </a:lnTo>
                  <a:lnTo>
                    <a:pt x="23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1" name="Google Shape;1621;p1"/>
            <p:cNvSpPr/>
            <p:nvPr/>
          </p:nvSpPr>
          <p:spPr>
            <a:xfrm>
              <a:off x="2323033" y="1042742"/>
              <a:ext cx="220701" cy="347086"/>
            </a:xfrm>
            <a:custGeom>
              <a:rect b="b" l="l" r="r" t="t"/>
              <a:pathLst>
                <a:path extrusionOk="0" h="6429" w="4088">
                  <a:moveTo>
                    <a:pt x="2371" y="1"/>
                  </a:moveTo>
                  <a:lnTo>
                    <a:pt x="1" y="5658"/>
                  </a:lnTo>
                  <a:lnTo>
                    <a:pt x="351" y="6428"/>
                  </a:lnTo>
                  <a:lnTo>
                    <a:pt x="4088" y="4769"/>
                  </a:lnTo>
                  <a:lnTo>
                    <a:pt x="2371" y="1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2" name="Google Shape;1622;p1"/>
            <p:cNvSpPr/>
            <p:nvPr/>
          </p:nvSpPr>
          <p:spPr>
            <a:xfrm>
              <a:off x="2331562" y="1200382"/>
              <a:ext cx="212171" cy="189442"/>
            </a:xfrm>
            <a:custGeom>
              <a:rect b="b" l="l" r="r" t="t"/>
              <a:pathLst>
                <a:path extrusionOk="0" h="3509" w="3930">
                  <a:moveTo>
                    <a:pt x="3361" y="1"/>
                  </a:moveTo>
                  <a:lnTo>
                    <a:pt x="0" y="3122"/>
                  </a:lnTo>
                  <a:lnTo>
                    <a:pt x="193" y="3508"/>
                  </a:lnTo>
                  <a:lnTo>
                    <a:pt x="3930" y="1849"/>
                  </a:lnTo>
                  <a:lnTo>
                    <a:pt x="3361" y="1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3" name="Google Shape;1623;p1"/>
            <p:cNvSpPr/>
            <p:nvPr/>
          </p:nvSpPr>
          <p:spPr>
            <a:xfrm>
              <a:off x="2428792" y="1042742"/>
              <a:ext cx="224210" cy="545004"/>
            </a:xfrm>
            <a:custGeom>
              <a:rect b="b" l="l" r="r" t="t"/>
              <a:pathLst>
                <a:path extrusionOk="0" h="10095" w="4153">
                  <a:moveTo>
                    <a:pt x="412" y="1"/>
                  </a:moveTo>
                  <a:lnTo>
                    <a:pt x="0" y="1017"/>
                  </a:lnTo>
                  <a:lnTo>
                    <a:pt x="2149" y="9401"/>
                  </a:lnTo>
                  <a:lnTo>
                    <a:pt x="4153" y="10094"/>
                  </a:lnTo>
                  <a:lnTo>
                    <a:pt x="412" y="1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4" name="Google Shape;1624;p1"/>
            <p:cNvSpPr/>
            <p:nvPr/>
          </p:nvSpPr>
          <p:spPr>
            <a:xfrm>
              <a:off x="852331" y="1200274"/>
              <a:ext cx="534314" cy="418133"/>
            </a:xfrm>
            <a:custGeom>
              <a:rect b="b" l="l" r="r" t="t"/>
              <a:pathLst>
                <a:path extrusionOk="0" h="7745" w="9897">
                  <a:moveTo>
                    <a:pt x="5379" y="0"/>
                  </a:moveTo>
                  <a:cubicBezTo>
                    <a:pt x="4881" y="0"/>
                    <a:pt x="4365" y="73"/>
                    <a:pt x="3852" y="228"/>
                  </a:cubicBezTo>
                  <a:cubicBezTo>
                    <a:pt x="1454" y="951"/>
                    <a:pt x="1" y="3167"/>
                    <a:pt x="608" y="5179"/>
                  </a:cubicBezTo>
                  <a:cubicBezTo>
                    <a:pt x="1085" y="6761"/>
                    <a:pt x="2689" y="7745"/>
                    <a:pt x="4518" y="7745"/>
                  </a:cubicBezTo>
                  <a:cubicBezTo>
                    <a:pt x="5016" y="7745"/>
                    <a:pt x="5532" y="7671"/>
                    <a:pt x="6046" y="7517"/>
                  </a:cubicBezTo>
                  <a:cubicBezTo>
                    <a:pt x="8444" y="6796"/>
                    <a:pt x="9897" y="4578"/>
                    <a:pt x="9290" y="2565"/>
                  </a:cubicBezTo>
                  <a:cubicBezTo>
                    <a:pt x="8813" y="984"/>
                    <a:pt x="7208" y="0"/>
                    <a:pt x="53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5" name="Google Shape;1625;p1"/>
            <p:cNvSpPr/>
            <p:nvPr/>
          </p:nvSpPr>
          <p:spPr>
            <a:xfrm>
              <a:off x="847418" y="1185698"/>
              <a:ext cx="534368" cy="418133"/>
            </a:xfrm>
            <a:custGeom>
              <a:rect b="b" l="l" r="r" t="t"/>
              <a:pathLst>
                <a:path extrusionOk="0" h="7745" w="9898">
                  <a:moveTo>
                    <a:pt x="5382" y="0"/>
                  </a:moveTo>
                  <a:cubicBezTo>
                    <a:pt x="4882" y="0"/>
                    <a:pt x="4366" y="74"/>
                    <a:pt x="3851" y="229"/>
                  </a:cubicBezTo>
                  <a:cubicBezTo>
                    <a:pt x="1453" y="951"/>
                    <a:pt x="0" y="3166"/>
                    <a:pt x="607" y="5179"/>
                  </a:cubicBezTo>
                  <a:cubicBezTo>
                    <a:pt x="1084" y="6761"/>
                    <a:pt x="2688" y="7745"/>
                    <a:pt x="4516" y="7745"/>
                  </a:cubicBezTo>
                  <a:cubicBezTo>
                    <a:pt x="5015" y="7745"/>
                    <a:pt x="5531" y="7671"/>
                    <a:pt x="6045" y="7516"/>
                  </a:cubicBezTo>
                  <a:cubicBezTo>
                    <a:pt x="8445" y="6795"/>
                    <a:pt x="9898" y="4578"/>
                    <a:pt x="9291" y="2565"/>
                  </a:cubicBezTo>
                  <a:cubicBezTo>
                    <a:pt x="8815" y="984"/>
                    <a:pt x="7210" y="0"/>
                    <a:pt x="53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6" name="Google Shape;1626;p1"/>
            <p:cNvSpPr/>
            <p:nvPr/>
          </p:nvSpPr>
          <p:spPr>
            <a:xfrm>
              <a:off x="866854" y="1281956"/>
              <a:ext cx="514933" cy="321873"/>
            </a:xfrm>
            <a:custGeom>
              <a:rect b="b" l="l" r="r" t="t"/>
              <a:pathLst>
                <a:path extrusionOk="0" h="5962" w="9538">
                  <a:moveTo>
                    <a:pt x="8576" y="0"/>
                  </a:moveTo>
                  <a:cubicBezTo>
                    <a:pt x="8047" y="1118"/>
                    <a:pt x="6962" y="2064"/>
                    <a:pt x="5548" y="2491"/>
                  </a:cubicBezTo>
                  <a:cubicBezTo>
                    <a:pt x="5034" y="2646"/>
                    <a:pt x="4518" y="2719"/>
                    <a:pt x="4019" y="2719"/>
                  </a:cubicBezTo>
                  <a:cubicBezTo>
                    <a:pt x="2515" y="2719"/>
                    <a:pt x="1163" y="2052"/>
                    <a:pt x="466" y="935"/>
                  </a:cubicBezTo>
                  <a:cubicBezTo>
                    <a:pt x="98" y="1712"/>
                    <a:pt x="1" y="2571"/>
                    <a:pt x="248" y="3396"/>
                  </a:cubicBezTo>
                  <a:cubicBezTo>
                    <a:pt x="725" y="4977"/>
                    <a:pt x="2330" y="5962"/>
                    <a:pt x="4158" y="5962"/>
                  </a:cubicBezTo>
                  <a:cubicBezTo>
                    <a:pt x="4657" y="5962"/>
                    <a:pt x="5173" y="5888"/>
                    <a:pt x="5687" y="5733"/>
                  </a:cubicBezTo>
                  <a:cubicBezTo>
                    <a:pt x="8085" y="5011"/>
                    <a:pt x="9538" y="2795"/>
                    <a:pt x="8931" y="782"/>
                  </a:cubicBezTo>
                  <a:cubicBezTo>
                    <a:pt x="8846" y="501"/>
                    <a:pt x="8725" y="239"/>
                    <a:pt x="8576" y="0"/>
                  </a:cubicBez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7" name="Google Shape;1627;p1"/>
            <p:cNvSpPr/>
            <p:nvPr/>
          </p:nvSpPr>
          <p:spPr>
            <a:xfrm>
              <a:off x="924295" y="1185752"/>
              <a:ext cx="449824" cy="366251"/>
            </a:xfrm>
            <a:custGeom>
              <a:rect b="b" l="l" r="r" t="t"/>
              <a:pathLst>
                <a:path extrusionOk="0" h="6784" w="8332">
                  <a:moveTo>
                    <a:pt x="3961" y="0"/>
                  </a:moveTo>
                  <a:cubicBezTo>
                    <a:pt x="3461" y="0"/>
                    <a:pt x="2945" y="74"/>
                    <a:pt x="2430" y="229"/>
                  </a:cubicBezTo>
                  <a:cubicBezTo>
                    <a:pt x="1428" y="531"/>
                    <a:pt x="592" y="1092"/>
                    <a:pt x="0" y="1792"/>
                  </a:cubicBezTo>
                  <a:cubicBezTo>
                    <a:pt x="444" y="1482"/>
                    <a:pt x="955" y="1227"/>
                    <a:pt x="1516" y="1059"/>
                  </a:cubicBezTo>
                  <a:cubicBezTo>
                    <a:pt x="2031" y="904"/>
                    <a:pt x="2547" y="831"/>
                    <a:pt x="3047" y="831"/>
                  </a:cubicBezTo>
                  <a:cubicBezTo>
                    <a:pt x="4875" y="831"/>
                    <a:pt x="6480" y="1815"/>
                    <a:pt x="6956" y="3396"/>
                  </a:cubicBezTo>
                  <a:cubicBezTo>
                    <a:pt x="7308" y="4568"/>
                    <a:pt x="6963" y="5808"/>
                    <a:pt x="6140" y="6784"/>
                  </a:cubicBezTo>
                  <a:cubicBezTo>
                    <a:pt x="7589" y="5765"/>
                    <a:pt x="8332" y="4107"/>
                    <a:pt x="7867" y="2565"/>
                  </a:cubicBezTo>
                  <a:cubicBezTo>
                    <a:pt x="7392" y="985"/>
                    <a:pt x="5789" y="0"/>
                    <a:pt x="3961" y="0"/>
                  </a:cubicBez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8" name="Google Shape;1628;p1"/>
            <p:cNvSpPr/>
            <p:nvPr/>
          </p:nvSpPr>
          <p:spPr>
            <a:xfrm>
              <a:off x="973963" y="1324498"/>
              <a:ext cx="274203" cy="214600"/>
            </a:xfrm>
            <a:custGeom>
              <a:rect b="b" l="l" r="r" t="t"/>
              <a:pathLst>
                <a:path extrusionOk="0" h="3975" w="5079">
                  <a:moveTo>
                    <a:pt x="2761" y="0"/>
                  </a:moveTo>
                  <a:cubicBezTo>
                    <a:pt x="2505" y="0"/>
                    <a:pt x="2240" y="38"/>
                    <a:pt x="1976" y="117"/>
                  </a:cubicBezTo>
                  <a:cubicBezTo>
                    <a:pt x="745" y="488"/>
                    <a:pt x="1" y="1626"/>
                    <a:pt x="312" y="2658"/>
                  </a:cubicBezTo>
                  <a:cubicBezTo>
                    <a:pt x="557" y="3470"/>
                    <a:pt x="1379" y="3975"/>
                    <a:pt x="2317" y="3975"/>
                  </a:cubicBezTo>
                  <a:cubicBezTo>
                    <a:pt x="2574" y="3975"/>
                    <a:pt x="2839" y="3937"/>
                    <a:pt x="3103" y="3857"/>
                  </a:cubicBezTo>
                  <a:cubicBezTo>
                    <a:pt x="4334" y="3487"/>
                    <a:pt x="5079" y="2349"/>
                    <a:pt x="4768" y="1317"/>
                  </a:cubicBezTo>
                  <a:cubicBezTo>
                    <a:pt x="4523" y="505"/>
                    <a:pt x="3699" y="0"/>
                    <a:pt x="2761" y="0"/>
                  </a:cubicBez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9" name="Google Shape;1629;p1"/>
            <p:cNvSpPr/>
            <p:nvPr/>
          </p:nvSpPr>
          <p:spPr>
            <a:xfrm>
              <a:off x="683839" y="1061583"/>
              <a:ext cx="838210" cy="658594"/>
            </a:xfrm>
            <a:custGeom>
              <a:rect b="b" l="l" r="r" t="t"/>
              <a:pathLst>
                <a:path extrusionOk="0" h="12199" w="15526">
                  <a:moveTo>
                    <a:pt x="6212" y="990"/>
                  </a:moveTo>
                  <a:cubicBezTo>
                    <a:pt x="6834" y="990"/>
                    <a:pt x="7483" y="1512"/>
                    <a:pt x="7780" y="2309"/>
                  </a:cubicBezTo>
                  <a:cubicBezTo>
                    <a:pt x="8136" y="3266"/>
                    <a:pt x="7846" y="4255"/>
                    <a:pt x="7131" y="4520"/>
                  </a:cubicBezTo>
                  <a:cubicBezTo>
                    <a:pt x="7012" y="4565"/>
                    <a:pt x="6888" y="4586"/>
                    <a:pt x="6763" y="4586"/>
                  </a:cubicBezTo>
                  <a:cubicBezTo>
                    <a:pt x="6142" y="4586"/>
                    <a:pt x="5493" y="4065"/>
                    <a:pt x="5196" y="3268"/>
                  </a:cubicBezTo>
                  <a:cubicBezTo>
                    <a:pt x="4840" y="2313"/>
                    <a:pt x="5130" y="1321"/>
                    <a:pt x="5843" y="1056"/>
                  </a:cubicBezTo>
                  <a:cubicBezTo>
                    <a:pt x="5963" y="1011"/>
                    <a:pt x="6087" y="990"/>
                    <a:pt x="6212" y="990"/>
                  </a:cubicBezTo>
                  <a:close/>
                  <a:moveTo>
                    <a:pt x="10741" y="1341"/>
                  </a:moveTo>
                  <a:cubicBezTo>
                    <a:pt x="10962" y="1341"/>
                    <a:pt x="11172" y="1399"/>
                    <a:pt x="11354" y="1520"/>
                  </a:cubicBezTo>
                  <a:cubicBezTo>
                    <a:pt x="11990" y="1941"/>
                    <a:pt x="12046" y="2971"/>
                    <a:pt x="11482" y="3820"/>
                  </a:cubicBezTo>
                  <a:cubicBezTo>
                    <a:pt x="11080" y="4426"/>
                    <a:pt x="10472" y="4777"/>
                    <a:pt x="9926" y="4777"/>
                  </a:cubicBezTo>
                  <a:cubicBezTo>
                    <a:pt x="9705" y="4777"/>
                    <a:pt x="9494" y="4720"/>
                    <a:pt x="9312" y="4599"/>
                  </a:cubicBezTo>
                  <a:cubicBezTo>
                    <a:pt x="8677" y="4178"/>
                    <a:pt x="8620" y="3147"/>
                    <a:pt x="9184" y="2298"/>
                  </a:cubicBezTo>
                  <a:cubicBezTo>
                    <a:pt x="9586" y="1693"/>
                    <a:pt x="10195" y="1341"/>
                    <a:pt x="10741" y="1341"/>
                  </a:cubicBezTo>
                  <a:close/>
                  <a:moveTo>
                    <a:pt x="3793" y="4479"/>
                  </a:moveTo>
                  <a:cubicBezTo>
                    <a:pt x="3831" y="4479"/>
                    <a:pt x="3870" y="4480"/>
                    <a:pt x="3909" y="4482"/>
                  </a:cubicBezTo>
                  <a:cubicBezTo>
                    <a:pt x="4930" y="4527"/>
                    <a:pt x="5727" y="5183"/>
                    <a:pt x="5691" y="5943"/>
                  </a:cubicBezTo>
                  <a:cubicBezTo>
                    <a:pt x="5657" y="6674"/>
                    <a:pt x="4866" y="7237"/>
                    <a:pt x="3898" y="7237"/>
                  </a:cubicBezTo>
                  <a:cubicBezTo>
                    <a:pt x="3860" y="7237"/>
                    <a:pt x="3821" y="7236"/>
                    <a:pt x="3782" y="7234"/>
                  </a:cubicBezTo>
                  <a:cubicBezTo>
                    <a:pt x="2762" y="7189"/>
                    <a:pt x="1964" y="6533"/>
                    <a:pt x="1999" y="5773"/>
                  </a:cubicBezTo>
                  <a:cubicBezTo>
                    <a:pt x="2032" y="5042"/>
                    <a:pt x="2825" y="4479"/>
                    <a:pt x="3793" y="4479"/>
                  </a:cubicBezTo>
                  <a:close/>
                  <a:moveTo>
                    <a:pt x="11784" y="5249"/>
                  </a:moveTo>
                  <a:cubicBezTo>
                    <a:pt x="11821" y="5249"/>
                    <a:pt x="11859" y="5250"/>
                    <a:pt x="11897" y="5252"/>
                  </a:cubicBezTo>
                  <a:cubicBezTo>
                    <a:pt x="12915" y="5299"/>
                    <a:pt x="13715" y="5953"/>
                    <a:pt x="13679" y="6715"/>
                  </a:cubicBezTo>
                  <a:cubicBezTo>
                    <a:pt x="13646" y="7446"/>
                    <a:pt x="12854" y="8009"/>
                    <a:pt x="11886" y="8009"/>
                  </a:cubicBezTo>
                  <a:cubicBezTo>
                    <a:pt x="11847" y="8009"/>
                    <a:pt x="11809" y="8008"/>
                    <a:pt x="11770" y="8006"/>
                  </a:cubicBezTo>
                  <a:cubicBezTo>
                    <a:pt x="10750" y="7960"/>
                    <a:pt x="9952" y="7305"/>
                    <a:pt x="9987" y="6544"/>
                  </a:cubicBezTo>
                  <a:cubicBezTo>
                    <a:pt x="10020" y="5813"/>
                    <a:pt x="10814" y="5249"/>
                    <a:pt x="11784" y="5249"/>
                  </a:cubicBezTo>
                  <a:close/>
                  <a:moveTo>
                    <a:pt x="5896" y="7486"/>
                  </a:moveTo>
                  <a:cubicBezTo>
                    <a:pt x="6117" y="7486"/>
                    <a:pt x="6327" y="7543"/>
                    <a:pt x="6509" y="7664"/>
                  </a:cubicBezTo>
                  <a:cubicBezTo>
                    <a:pt x="7144" y="8083"/>
                    <a:pt x="7202" y="9114"/>
                    <a:pt x="6638" y="9966"/>
                  </a:cubicBezTo>
                  <a:cubicBezTo>
                    <a:pt x="6237" y="10572"/>
                    <a:pt x="5628" y="10922"/>
                    <a:pt x="5081" y="10922"/>
                  </a:cubicBezTo>
                  <a:cubicBezTo>
                    <a:pt x="4861" y="10922"/>
                    <a:pt x="4650" y="10865"/>
                    <a:pt x="4467" y="10745"/>
                  </a:cubicBezTo>
                  <a:cubicBezTo>
                    <a:pt x="3832" y="10324"/>
                    <a:pt x="3776" y="9293"/>
                    <a:pt x="4340" y="8443"/>
                  </a:cubicBezTo>
                  <a:cubicBezTo>
                    <a:pt x="4742" y="7837"/>
                    <a:pt x="5351" y="7486"/>
                    <a:pt x="5896" y="7486"/>
                  </a:cubicBezTo>
                  <a:close/>
                  <a:moveTo>
                    <a:pt x="8856" y="7499"/>
                  </a:moveTo>
                  <a:cubicBezTo>
                    <a:pt x="9467" y="7499"/>
                    <a:pt x="10114" y="8000"/>
                    <a:pt x="10427" y="8776"/>
                  </a:cubicBezTo>
                  <a:cubicBezTo>
                    <a:pt x="10808" y="9722"/>
                    <a:pt x="10543" y="10720"/>
                    <a:pt x="9836" y="11004"/>
                  </a:cubicBezTo>
                  <a:cubicBezTo>
                    <a:pt x="9708" y="11055"/>
                    <a:pt x="9574" y="11080"/>
                    <a:pt x="9438" y="11080"/>
                  </a:cubicBezTo>
                  <a:cubicBezTo>
                    <a:pt x="8826" y="11080"/>
                    <a:pt x="8179" y="10577"/>
                    <a:pt x="7869" y="9803"/>
                  </a:cubicBezTo>
                  <a:cubicBezTo>
                    <a:pt x="7488" y="8856"/>
                    <a:pt x="7753" y="7857"/>
                    <a:pt x="8458" y="7575"/>
                  </a:cubicBezTo>
                  <a:cubicBezTo>
                    <a:pt x="8586" y="7523"/>
                    <a:pt x="8720" y="7499"/>
                    <a:pt x="8856" y="7499"/>
                  </a:cubicBezTo>
                  <a:close/>
                  <a:moveTo>
                    <a:pt x="8504" y="0"/>
                  </a:moveTo>
                  <a:cubicBezTo>
                    <a:pt x="7607" y="0"/>
                    <a:pt x="6676" y="156"/>
                    <a:pt x="5757" y="483"/>
                  </a:cubicBezTo>
                  <a:cubicBezTo>
                    <a:pt x="2082" y="1795"/>
                    <a:pt x="1" y="5373"/>
                    <a:pt x="1109" y="8476"/>
                  </a:cubicBezTo>
                  <a:cubicBezTo>
                    <a:pt x="1939" y="10802"/>
                    <a:pt x="4327" y="12199"/>
                    <a:pt x="7018" y="12199"/>
                  </a:cubicBezTo>
                  <a:cubicBezTo>
                    <a:pt x="7916" y="12199"/>
                    <a:pt x="8848" y="12043"/>
                    <a:pt x="9767" y="11715"/>
                  </a:cubicBezTo>
                  <a:cubicBezTo>
                    <a:pt x="13444" y="10404"/>
                    <a:pt x="15526" y="6825"/>
                    <a:pt x="14418" y="3724"/>
                  </a:cubicBezTo>
                  <a:cubicBezTo>
                    <a:pt x="13588" y="1398"/>
                    <a:pt x="11198" y="0"/>
                    <a:pt x="85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0" name="Google Shape;1630;p1"/>
            <p:cNvSpPr/>
            <p:nvPr/>
          </p:nvSpPr>
          <p:spPr>
            <a:xfrm>
              <a:off x="680600" y="1044955"/>
              <a:ext cx="838048" cy="658647"/>
            </a:xfrm>
            <a:custGeom>
              <a:rect b="b" l="l" r="r" t="t"/>
              <a:pathLst>
                <a:path extrusionOk="0" h="12200" w="15523">
                  <a:moveTo>
                    <a:pt x="6210" y="992"/>
                  </a:moveTo>
                  <a:cubicBezTo>
                    <a:pt x="6830" y="992"/>
                    <a:pt x="7480" y="1514"/>
                    <a:pt x="7777" y="2310"/>
                  </a:cubicBezTo>
                  <a:cubicBezTo>
                    <a:pt x="8133" y="3268"/>
                    <a:pt x="7843" y="4257"/>
                    <a:pt x="7130" y="4525"/>
                  </a:cubicBezTo>
                  <a:cubicBezTo>
                    <a:pt x="7010" y="4569"/>
                    <a:pt x="6886" y="4590"/>
                    <a:pt x="6761" y="4590"/>
                  </a:cubicBezTo>
                  <a:cubicBezTo>
                    <a:pt x="6139" y="4590"/>
                    <a:pt x="5490" y="4068"/>
                    <a:pt x="5193" y="3272"/>
                  </a:cubicBezTo>
                  <a:cubicBezTo>
                    <a:pt x="4837" y="2313"/>
                    <a:pt x="5127" y="1322"/>
                    <a:pt x="5841" y="1058"/>
                  </a:cubicBezTo>
                  <a:cubicBezTo>
                    <a:pt x="5961" y="1013"/>
                    <a:pt x="6085" y="992"/>
                    <a:pt x="6210" y="992"/>
                  </a:cubicBezTo>
                  <a:close/>
                  <a:moveTo>
                    <a:pt x="10738" y="1342"/>
                  </a:moveTo>
                  <a:cubicBezTo>
                    <a:pt x="10959" y="1342"/>
                    <a:pt x="11170" y="1399"/>
                    <a:pt x="11353" y="1520"/>
                  </a:cubicBezTo>
                  <a:cubicBezTo>
                    <a:pt x="11987" y="1941"/>
                    <a:pt x="12044" y="2970"/>
                    <a:pt x="11479" y="3820"/>
                  </a:cubicBezTo>
                  <a:cubicBezTo>
                    <a:pt x="11078" y="4426"/>
                    <a:pt x="10470" y="4778"/>
                    <a:pt x="9923" y="4778"/>
                  </a:cubicBezTo>
                  <a:cubicBezTo>
                    <a:pt x="9702" y="4778"/>
                    <a:pt x="9491" y="4720"/>
                    <a:pt x="9309" y="4599"/>
                  </a:cubicBezTo>
                  <a:cubicBezTo>
                    <a:pt x="8673" y="4181"/>
                    <a:pt x="8616" y="3149"/>
                    <a:pt x="9181" y="2299"/>
                  </a:cubicBezTo>
                  <a:cubicBezTo>
                    <a:pt x="9583" y="1693"/>
                    <a:pt x="10192" y="1342"/>
                    <a:pt x="10738" y="1342"/>
                  </a:cubicBezTo>
                  <a:close/>
                  <a:moveTo>
                    <a:pt x="3790" y="4479"/>
                  </a:moveTo>
                  <a:cubicBezTo>
                    <a:pt x="3828" y="4479"/>
                    <a:pt x="3867" y="4480"/>
                    <a:pt x="3906" y="4482"/>
                  </a:cubicBezTo>
                  <a:cubicBezTo>
                    <a:pt x="4927" y="4528"/>
                    <a:pt x="5724" y="5183"/>
                    <a:pt x="5688" y="5943"/>
                  </a:cubicBezTo>
                  <a:cubicBezTo>
                    <a:pt x="5654" y="6674"/>
                    <a:pt x="4863" y="7237"/>
                    <a:pt x="3896" y="7237"/>
                  </a:cubicBezTo>
                  <a:cubicBezTo>
                    <a:pt x="3858" y="7237"/>
                    <a:pt x="3819" y="7236"/>
                    <a:pt x="3780" y="7235"/>
                  </a:cubicBezTo>
                  <a:cubicBezTo>
                    <a:pt x="2759" y="7189"/>
                    <a:pt x="1962" y="6533"/>
                    <a:pt x="1998" y="5773"/>
                  </a:cubicBezTo>
                  <a:cubicBezTo>
                    <a:pt x="2029" y="5042"/>
                    <a:pt x="2822" y="4479"/>
                    <a:pt x="3790" y="4479"/>
                  </a:cubicBezTo>
                  <a:close/>
                  <a:moveTo>
                    <a:pt x="11781" y="5249"/>
                  </a:moveTo>
                  <a:cubicBezTo>
                    <a:pt x="11818" y="5249"/>
                    <a:pt x="11856" y="5250"/>
                    <a:pt x="11894" y="5252"/>
                  </a:cubicBezTo>
                  <a:cubicBezTo>
                    <a:pt x="12913" y="5299"/>
                    <a:pt x="13711" y="5953"/>
                    <a:pt x="13676" y="6715"/>
                  </a:cubicBezTo>
                  <a:cubicBezTo>
                    <a:pt x="13645" y="7446"/>
                    <a:pt x="12852" y="8009"/>
                    <a:pt x="11884" y="8009"/>
                  </a:cubicBezTo>
                  <a:cubicBezTo>
                    <a:pt x="11846" y="8009"/>
                    <a:pt x="11807" y="8008"/>
                    <a:pt x="11768" y="8006"/>
                  </a:cubicBezTo>
                  <a:cubicBezTo>
                    <a:pt x="10747" y="7960"/>
                    <a:pt x="9950" y="7305"/>
                    <a:pt x="9986" y="6545"/>
                  </a:cubicBezTo>
                  <a:cubicBezTo>
                    <a:pt x="10017" y="5813"/>
                    <a:pt x="10812" y="5249"/>
                    <a:pt x="11781" y="5249"/>
                  </a:cubicBezTo>
                  <a:close/>
                  <a:moveTo>
                    <a:pt x="5893" y="7486"/>
                  </a:moveTo>
                  <a:cubicBezTo>
                    <a:pt x="6114" y="7486"/>
                    <a:pt x="6324" y="7543"/>
                    <a:pt x="6506" y="7664"/>
                  </a:cubicBezTo>
                  <a:cubicBezTo>
                    <a:pt x="7141" y="8085"/>
                    <a:pt x="7199" y="9116"/>
                    <a:pt x="6636" y="9966"/>
                  </a:cubicBezTo>
                  <a:cubicBezTo>
                    <a:pt x="6234" y="10572"/>
                    <a:pt x="5625" y="10923"/>
                    <a:pt x="5078" y="10923"/>
                  </a:cubicBezTo>
                  <a:cubicBezTo>
                    <a:pt x="4858" y="10923"/>
                    <a:pt x="4647" y="10865"/>
                    <a:pt x="4464" y="10745"/>
                  </a:cubicBezTo>
                  <a:cubicBezTo>
                    <a:pt x="3830" y="10324"/>
                    <a:pt x="3774" y="9293"/>
                    <a:pt x="4337" y="8443"/>
                  </a:cubicBezTo>
                  <a:cubicBezTo>
                    <a:pt x="4739" y="7837"/>
                    <a:pt x="5348" y="7486"/>
                    <a:pt x="5893" y="7486"/>
                  </a:cubicBezTo>
                  <a:close/>
                  <a:moveTo>
                    <a:pt x="8852" y="7501"/>
                  </a:moveTo>
                  <a:cubicBezTo>
                    <a:pt x="9465" y="7501"/>
                    <a:pt x="10111" y="8003"/>
                    <a:pt x="10424" y="8778"/>
                  </a:cubicBezTo>
                  <a:cubicBezTo>
                    <a:pt x="10803" y="9724"/>
                    <a:pt x="10540" y="10720"/>
                    <a:pt x="9833" y="11005"/>
                  </a:cubicBezTo>
                  <a:cubicBezTo>
                    <a:pt x="9705" y="11057"/>
                    <a:pt x="9571" y="11082"/>
                    <a:pt x="9436" y="11082"/>
                  </a:cubicBezTo>
                  <a:cubicBezTo>
                    <a:pt x="8824" y="11082"/>
                    <a:pt x="8177" y="10580"/>
                    <a:pt x="7864" y="9804"/>
                  </a:cubicBezTo>
                  <a:cubicBezTo>
                    <a:pt x="7483" y="8858"/>
                    <a:pt x="7748" y="7860"/>
                    <a:pt x="8455" y="7577"/>
                  </a:cubicBezTo>
                  <a:cubicBezTo>
                    <a:pt x="8583" y="7525"/>
                    <a:pt x="8717" y="7501"/>
                    <a:pt x="8852" y="7501"/>
                  </a:cubicBezTo>
                  <a:close/>
                  <a:moveTo>
                    <a:pt x="8503" y="1"/>
                  </a:moveTo>
                  <a:cubicBezTo>
                    <a:pt x="7606" y="1"/>
                    <a:pt x="6675" y="156"/>
                    <a:pt x="5757" y="484"/>
                  </a:cubicBezTo>
                  <a:cubicBezTo>
                    <a:pt x="2081" y="1795"/>
                    <a:pt x="1" y="5374"/>
                    <a:pt x="1107" y="8476"/>
                  </a:cubicBezTo>
                  <a:cubicBezTo>
                    <a:pt x="1938" y="10802"/>
                    <a:pt x="4327" y="12199"/>
                    <a:pt x="7018" y="12199"/>
                  </a:cubicBezTo>
                  <a:cubicBezTo>
                    <a:pt x="7916" y="12199"/>
                    <a:pt x="8848" y="12044"/>
                    <a:pt x="9767" y="11715"/>
                  </a:cubicBezTo>
                  <a:cubicBezTo>
                    <a:pt x="13440" y="10404"/>
                    <a:pt x="15523" y="6825"/>
                    <a:pt x="14416" y="3725"/>
                  </a:cubicBezTo>
                  <a:cubicBezTo>
                    <a:pt x="13585" y="1399"/>
                    <a:pt x="11196" y="1"/>
                    <a:pt x="850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1" name="Google Shape;1631;p1"/>
            <p:cNvSpPr/>
            <p:nvPr/>
          </p:nvSpPr>
          <p:spPr>
            <a:xfrm>
              <a:off x="681788" y="1056940"/>
              <a:ext cx="838210" cy="658648"/>
            </a:xfrm>
            <a:custGeom>
              <a:rect b="b" l="l" r="r" t="t"/>
              <a:pathLst>
                <a:path extrusionOk="0" h="12200" w="15526">
                  <a:moveTo>
                    <a:pt x="6211" y="990"/>
                  </a:moveTo>
                  <a:cubicBezTo>
                    <a:pt x="6832" y="990"/>
                    <a:pt x="7482" y="1512"/>
                    <a:pt x="7778" y="2309"/>
                  </a:cubicBezTo>
                  <a:cubicBezTo>
                    <a:pt x="8134" y="3266"/>
                    <a:pt x="7844" y="4255"/>
                    <a:pt x="7131" y="4520"/>
                  </a:cubicBezTo>
                  <a:cubicBezTo>
                    <a:pt x="7011" y="4565"/>
                    <a:pt x="6887" y="4586"/>
                    <a:pt x="6761" y="4586"/>
                  </a:cubicBezTo>
                  <a:cubicBezTo>
                    <a:pt x="6140" y="4586"/>
                    <a:pt x="5490" y="4065"/>
                    <a:pt x="5194" y="3268"/>
                  </a:cubicBezTo>
                  <a:cubicBezTo>
                    <a:pt x="4839" y="2313"/>
                    <a:pt x="5128" y="1322"/>
                    <a:pt x="5842" y="1056"/>
                  </a:cubicBezTo>
                  <a:cubicBezTo>
                    <a:pt x="5962" y="1012"/>
                    <a:pt x="6086" y="990"/>
                    <a:pt x="6211" y="990"/>
                  </a:cubicBezTo>
                  <a:close/>
                  <a:moveTo>
                    <a:pt x="10739" y="1341"/>
                  </a:moveTo>
                  <a:cubicBezTo>
                    <a:pt x="10960" y="1341"/>
                    <a:pt x="11171" y="1399"/>
                    <a:pt x="11354" y="1520"/>
                  </a:cubicBezTo>
                  <a:cubicBezTo>
                    <a:pt x="11989" y="1941"/>
                    <a:pt x="12044" y="2971"/>
                    <a:pt x="11481" y="3820"/>
                  </a:cubicBezTo>
                  <a:cubicBezTo>
                    <a:pt x="11079" y="4426"/>
                    <a:pt x="10471" y="4777"/>
                    <a:pt x="9924" y="4777"/>
                  </a:cubicBezTo>
                  <a:cubicBezTo>
                    <a:pt x="9703" y="4777"/>
                    <a:pt x="9492" y="4720"/>
                    <a:pt x="9310" y="4599"/>
                  </a:cubicBezTo>
                  <a:cubicBezTo>
                    <a:pt x="8677" y="4178"/>
                    <a:pt x="8620" y="3150"/>
                    <a:pt x="9184" y="2299"/>
                  </a:cubicBezTo>
                  <a:cubicBezTo>
                    <a:pt x="9584" y="1693"/>
                    <a:pt x="10193" y="1341"/>
                    <a:pt x="10739" y="1341"/>
                  </a:cubicBezTo>
                  <a:close/>
                  <a:moveTo>
                    <a:pt x="3795" y="4478"/>
                  </a:moveTo>
                  <a:cubicBezTo>
                    <a:pt x="3833" y="4478"/>
                    <a:pt x="3870" y="4479"/>
                    <a:pt x="3908" y="4480"/>
                  </a:cubicBezTo>
                  <a:cubicBezTo>
                    <a:pt x="4928" y="4527"/>
                    <a:pt x="5726" y="5183"/>
                    <a:pt x="5691" y="5943"/>
                  </a:cubicBezTo>
                  <a:cubicBezTo>
                    <a:pt x="5656" y="6674"/>
                    <a:pt x="4864" y="7237"/>
                    <a:pt x="3897" y="7237"/>
                  </a:cubicBezTo>
                  <a:cubicBezTo>
                    <a:pt x="3859" y="7237"/>
                    <a:pt x="3820" y="7236"/>
                    <a:pt x="3781" y="7235"/>
                  </a:cubicBezTo>
                  <a:cubicBezTo>
                    <a:pt x="2763" y="7189"/>
                    <a:pt x="1964" y="6533"/>
                    <a:pt x="1999" y="5773"/>
                  </a:cubicBezTo>
                  <a:cubicBezTo>
                    <a:pt x="2032" y="5041"/>
                    <a:pt x="2825" y="4478"/>
                    <a:pt x="3795" y="4478"/>
                  </a:cubicBezTo>
                  <a:close/>
                  <a:moveTo>
                    <a:pt x="11783" y="5249"/>
                  </a:moveTo>
                  <a:cubicBezTo>
                    <a:pt x="11821" y="5249"/>
                    <a:pt x="11858" y="5250"/>
                    <a:pt x="11896" y="5252"/>
                  </a:cubicBezTo>
                  <a:cubicBezTo>
                    <a:pt x="12914" y="5299"/>
                    <a:pt x="13714" y="5953"/>
                    <a:pt x="13679" y="6715"/>
                  </a:cubicBezTo>
                  <a:cubicBezTo>
                    <a:pt x="13646" y="7446"/>
                    <a:pt x="12853" y="8009"/>
                    <a:pt x="11885" y="8009"/>
                  </a:cubicBezTo>
                  <a:cubicBezTo>
                    <a:pt x="11847" y="8009"/>
                    <a:pt x="11808" y="8008"/>
                    <a:pt x="11769" y="8006"/>
                  </a:cubicBezTo>
                  <a:cubicBezTo>
                    <a:pt x="10748" y="7960"/>
                    <a:pt x="9951" y="7305"/>
                    <a:pt x="9987" y="6545"/>
                  </a:cubicBezTo>
                  <a:cubicBezTo>
                    <a:pt x="10018" y="5813"/>
                    <a:pt x="10813" y="5249"/>
                    <a:pt x="11783" y="5249"/>
                  </a:cubicBezTo>
                  <a:close/>
                  <a:moveTo>
                    <a:pt x="5895" y="7486"/>
                  </a:moveTo>
                  <a:cubicBezTo>
                    <a:pt x="6115" y="7486"/>
                    <a:pt x="6326" y="7543"/>
                    <a:pt x="6508" y="7664"/>
                  </a:cubicBezTo>
                  <a:cubicBezTo>
                    <a:pt x="7144" y="8085"/>
                    <a:pt x="7201" y="9114"/>
                    <a:pt x="6637" y="9966"/>
                  </a:cubicBezTo>
                  <a:cubicBezTo>
                    <a:pt x="6235" y="10572"/>
                    <a:pt x="5626" y="10922"/>
                    <a:pt x="5080" y="10922"/>
                  </a:cubicBezTo>
                  <a:cubicBezTo>
                    <a:pt x="4859" y="10922"/>
                    <a:pt x="4649" y="10865"/>
                    <a:pt x="4467" y="10745"/>
                  </a:cubicBezTo>
                  <a:cubicBezTo>
                    <a:pt x="3831" y="10324"/>
                    <a:pt x="3775" y="9293"/>
                    <a:pt x="4339" y="8443"/>
                  </a:cubicBezTo>
                  <a:cubicBezTo>
                    <a:pt x="4740" y="7837"/>
                    <a:pt x="5349" y="7486"/>
                    <a:pt x="5895" y="7486"/>
                  </a:cubicBezTo>
                  <a:close/>
                  <a:moveTo>
                    <a:pt x="8851" y="7501"/>
                  </a:moveTo>
                  <a:cubicBezTo>
                    <a:pt x="9463" y="7501"/>
                    <a:pt x="10110" y="8003"/>
                    <a:pt x="10423" y="8778"/>
                  </a:cubicBezTo>
                  <a:cubicBezTo>
                    <a:pt x="10805" y="9723"/>
                    <a:pt x="10541" y="10720"/>
                    <a:pt x="9835" y="11005"/>
                  </a:cubicBezTo>
                  <a:cubicBezTo>
                    <a:pt x="9707" y="11057"/>
                    <a:pt x="9573" y="11081"/>
                    <a:pt x="9437" y="11081"/>
                  </a:cubicBezTo>
                  <a:cubicBezTo>
                    <a:pt x="8825" y="11081"/>
                    <a:pt x="8178" y="10580"/>
                    <a:pt x="7867" y="9804"/>
                  </a:cubicBezTo>
                  <a:cubicBezTo>
                    <a:pt x="7484" y="8858"/>
                    <a:pt x="7749" y="7860"/>
                    <a:pt x="8455" y="7577"/>
                  </a:cubicBezTo>
                  <a:cubicBezTo>
                    <a:pt x="8583" y="7525"/>
                    <a:pt x="8716" y="7501"/>
                    <a:pt x="8851" y="7501"/>
                  </a:cubicBezTo>
                  <a:close/>
                  <a:moveTo>
                    <a:pt x="8503" y="1"/>
                  </a:moveTo>
                  <a:cubicBezTo>
                    <a:pt x="7606" y="1"/>
                    <a:pt x="6675" y="156"/>
                    <a:pt x="5756" y="483"/>
                  </a:cubicBezTo>
                  <a:cubicBezTo>
                    <a:pt x="2080" y="1795"/>
                    <a:pt x="0" y="5374"/>
                    <a:pt x="1107" y="8476"/>
                  </a:cubicBezTo>
                  <a:cubicBezTo>
                    <a:pt x="1938" y="10802"/>
                    <a:pt x="4325" y="12199"/>
                    <a:pt x="7017" y="12199"/>
                  </a:cubicBezTo>
                  <a:cubicBezTo>
                    <a:pt x="7915" y="12199"/>
                    <a:pt x="8847" y="12044"/>
                    <a:pt x="9766" y="11715"/>
                  </a:cubicBezTo>
                  <a:cubicBezTo>
                    <a:pt x="13444" y="10404"/>
                    <a:pt x="15525" y="6825"/>
                    <a:pt x="14417" y="3724"/>
                  </a:cubicBezTo>
                  <a:cubicBezTo>
                    <a:pt x="13586" y="1399"/>
                    <a:pt x="11196" y="1"/>
                    <a:pt x="85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2" name="Google Shape;1632;p1"/>
            <p:cNvSpPr/>
            <p:nvPr/>
          </p:nvSpPr>
          <p:spPr>
            <a:xfrm>
              <a:off x="1506918" y="723789"/>
              <a:ext cx="755231" cy="593647"/>
            </a:xfrm>
            <a:custGeom>
              <a:rect b="b" l="l" r="r" t="t"/>
              <a:pathLst>
                <a:path extrusionOk="0" h="10996" w="13989">
                  <a:moveTo>
                    <a:pt x="5597" y="894"/>
                  </a:moveTo>
                  <a:cubicBezTo>
                    <a:pt x="6156" y="894"/>
                    <a:pt x="6741" y="1365"/>
                    <a:pt x="7008" y="2081"/>
                  </a:cubicBezTo>
                  <a:cubicBezTo>
                    <a:pt x="7329" y="2944"/>
                    <a:pt x="7067" y="3836"/>
                    <a:pt x="6424" y="4075"/>
                  </a:cubicBezTo>
                  <a:cubicBezTo>
                    <a:pt x="6317" y="4115"/>
                    <a:pt x="6205" y="4134"/>
                    <a:pt x="6092" y="4134"/>
                  </a:cubicBezTo>
                  <a:cubicBezTo>
                    <a:pt x="5533" y="4134"/>
                    <a:pt x="4946" y="3663"/>
                    <a:pt x="4680" y="2945"/>
                  </a:cubicBezTo>
                  <a:cubicBezTo>
                    <a:pt x="4360" y="2086"/>
                    <a:pt x="4622" y="1193"/>
                    <a:pt x="5263" y="954"/>
                  </a:cubicBezTo>
                  <a:cubicBezTo>
                    <a:pt x="5371" y="914"/>
                    <a:pt x="5483" y="894"/>
                    <a:pt x="5597" y="894"/>
                  </a:cubicBezTo>
                  <a:close/>
                  <a:moveTo>
                    <a:pt x="9677" y="1210"/>
                  </a:moveTo>
                  <a:cubicBezTo>
                    <a:pt x="9876" y="1210"/>
                    <a:pt x="10066" y="1261"/>
                    <a:pt x="10231" y="1371"/>
                  </a:cubicBezTo>
                  <a:cubicBezTo>
                    <a:pt x="10803" y="1750"/>
                    <a:pt x="10853" y="2679"/>
                    <a:pt x="10345" y="3443"/>
                  </a:cubicBezTo>
                  <a:cubicBezTo>
                    <a:pt x="9983" y="3989"/>
                    <a:pt x="9434" y="4306"/>
                    <a:pt x="8942" y="4306"/>
                  </a:cubicBezTo>
                  <a:cubicBezTo>
                    <a:pt x="8743" y="4306"/>
                    <a:pt x="8554" y="4255"/>
                    <a:pt x="8390" y="4146"/>
                  </a:cubicBezTo>
                  <a:cubicBezTo>
                    <a:pt x="7817" y="3768"/>
                    <a:pt x="7765" y="2839"/>
                    <a:pt x="8275" y="2072"/>
                  </a:cubicBezTo>
                  <a:cubicBezTo>
                    <a:pt x="8637" y="1527"/>
                    <a:pt x="9185" y="1210"/>
                    <a:pt x="9677" y="1210"/>
                  </a:cubicBezTo>
                  <a:close/>
                  <a:moveTo>
                    <a:pt x="3419" y="4038"/>
                  </a:moveTo>
                  <a:cubicBezTo>
                    <a:pt x="3452" y="4038"/>
                    <a:pt x="3487" y="4039"/>
                    <a:pt x="3521" y="4040"/>
                  </a:cubicBezTo>
                  <a:cubicBezTo>
                    <a:pt x="4439" y="4083"/>
                    <a:pt x="5159" y="4672"/>
                    <a:pt x="5127" y="5357"/>
                  </a:cubicBezTo>
                  <a:cubicBezTo>
                    <a:pt x="5097" y="6017"/>
                    <a:pt x="4382" y="6524"/>
                    <a:pt x="3510" y="6524"/>
                  </a:cubicBezTo>
                  <a:cubicBezTo>
                    <a:pt x="3476" y="6524"/>
                    <a:pt x="3442" y="6523"/>
                    <a:pt x="3408" y="6521"/>
                  </a:cubicBezTo>
                  <a:cubicBezTo>
                    <a:pt x="2489" y="6480"/>
                    <a:pt x="1769" y="5890"/>
                    <a:pt x="1802" y="5206"/>
                  </a:cubicBezTo>
                  <a:cubicBezTo>
                    <a:pt x="1831" y="4546"/>
                    <a:pt x="2547" y="4038"/>
                    <a:pt x="3419" y="4038"/>
                  </a:cubicBezTo>
                  <a:close/>
                  <a:moveTo>
                    <a:pt x="10614" y="4734"/>
                  </a:moveTo>
                  <a:cubicBezTo>
                    <a:pt x="10649" y="4734"/>
                    <a:pt x="10685" y="4735"/>
                    <a:pt x="10720" y="4736"/>
                  </a:cubicBezTo>
                  <a:cubicBezTo>
                    <a:pt x="11638" y="4778"/>
                    <a:pt x="12356" y="5366"/>
                    <a:pt x="12325" y="6052"/>
                  </a:cubicBezTo>
                  <a:cubicBezTo>
                    <a:pt x="12296" y="6710"/>
                    <a:pt x="11580" y="7218"/>
                    <a:pt x="10708" y="7218"/>
                  </a:cubicBezTo>
                  <a:cubicBezTo>
                    <a:pt x="10674" y="7218"/>
                    <a:pt x="10640" y="7217"/>
                    <a:pt x="10606" y="7216"/>
                  </a:cubicBezTo>
                  <a:cubicBezTo>
                    <a:pt x="9685" y="7175"/>
                    <a:pt x="8968" y="6584"/>
                    <a:pt x="8998" y="5899"/>
                  </a:cubicBezTo>
                  <a:cubicBezTo>
                    <a:pt x="9027" y="5241"/>
                    <a:pt x="9741" y="4734"/>
                    <a:pt x="10614" y="4734"/>
                  </a:cubicBezTo>
                  <a:close/>
                  <a:moveTo>
                    <a:pt x="5311" y="6746"/>
                  </a:moveTo>
                  <a:cubicBezTo>
                    <a:pt x="5510" y="6746"/>
                    <a:pt x="5700" y="6797"/>
                    <a:pt x="5864" y="6906"/>
                  </a:cubicBezTo>
                  <a:cubicBezTo>
                    <a:pt x="6436" y="7286"/>
                    <a:pt x="6487" y="8215"/>
                    <a:pt x="5979" y="8981"/>
                  </a:cubicBezTo>
                  <a:cubicBezTo>
                    <a:pt x="5617" y="9526"/>
                    <a:pt x="5069" y="9843"/>
                    <a:pt x="4577" y="9843"/>
                  </a:cubicBezTo>
                  <a:cubicBezTo>
                    <a:pt x="4378" y="9843"/>
                    <a:pt x="4188" y="9791"/>
                    <a:pt x="4023" y="9682"/>
                  </a:cubicBezTo>
                  <a:cubicBezTo>
                    <a:pt x="3452" y="9303"/>
                    <a:pt x="3401" y="8374"/>
                    <a:pt x="3909" y="7608"/>
                  </a:cubicBezTo>
                  <a:cubicBezTo>
                    <a:pt x="4271" y="7062"/>
                    <a:pt x="4819" y="6746"/>
                    <a:pt x="5311" y="6746"/>
                  </a:cubicBezTo>
                  <a:close/>
                  <a:moveTo>
                    <a:pt x="7978" y="6760"/>
                  </a:moveTo>
                  <a:cubicBezTo>
                    <a:pt x="8529" y="6760"/>
                    <a:pt x="9112" y="7211"/>
                    <a:pt x="9393" y="7911"/>
                  </a:cubicBezTo>
                  <a:cubicBezTo>
                    <a:pt x="9737" y="8763"/>
                    <a:pt x="9499" y="9662"/>
                    <a:pt x="8862" y="9918"/>
                  </a:cubicBezTo>
                  <a:cubicBezTo>
                    <a:pt x="8747" y="9965"/>
                    <a:pt x="8626" y="9987"/>
                    <a:pt x="8504" y="9987"/>
                  </a:cubicBezTo>
                  <a:cubicBezTo>
                    <a:pt x="7953" y="9987"/>
                    <a:pt x="7370" y="9535"/>
                    <a:pt x="7088" y="8836"/>
                  </a:cubicBezTo>
                  <a:cubicBezTo>
                    <a:pt x="6745" y="7983"/>
                    <a:pt x="6984" y="7084"/>
                    <a:pt x="7621" y="6828"/>
                  </a:cubicBezTo>
                  <a:cubicBezTo>
                    <a:pt x="7736" y="6782"/>
                    <a:pt x="7856" y="6760"/>
                    <a:pt x="7978" y="6760"/>
                  </a:cubicBezTo>
                  <a:close/>
                  <a:moveTo>
                    <a:pt x="7664" y="1"/>
                  </a:moveTo>
                  <a:cubicBezTo>
                    <a:pt x="6856" y="1"/>
                    <a:pt x="6016" y="141"/>
                    <a:pt x="5189" y="436"/>
                  </a:cubicBezTo>
                  <a:cubicBezTo>
                    <a:pt x="1876" y="1620"/>
                    <a:pt x="1" y="4844"/>
                    <a:pt x="999" y="7639"/>
                  </a:cubicBezTo>
                  <a:cubicBezTo>
                    <a:pt x="1748" y="9735"/>
                    <a:pt x="3900" y="10995"/>
                    <a:pt x="6327" y="10995"/>
                  </a:cubicBezTo>
                  <a:cubicBezTo>
                    <a:pt x="7136" y="10995"/>
                    <a:pt x="7975" y="10855"/>
                    <a:pt x="8803" y="10560"/>
                  </a:cubicBezTo>
                  <a:cubicBezTo>
                    <a:pt x="12113" y="9376"/>
                    <a:pt x="13988" y="6152"/>
                    <a:pt x="12992" y="3356"/>
                  </a:cubicBezTo>
                  <a:cubicBezTo>
                    <a:pt x="12244" y="1260"/>
                    <a:pt x="10091" y="1"/>
                    <a:pt x="766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3" name="Google Shape;1633;p1"/>
            <p:cNvSpPr/>
            <p:nvPr/>
          </p:nvSpPr>
          <p:spPr>
            <a:xfrm>
              <a:off x="1503841" y="708943"/>
              <a:ext cx="755339" cy="593593"/>
            </a:xfrm>
            <a:custGeom>
              <a:rect b="b" l="l" r="r" t="t"/>
              <a:pathLst>
                <a:path extrusionOk="0" h="10995" w="13991">
                  <a:moveTo>
                    <a:pt x="5598" y="893"/>
                  </a:moveTo>
                  <a:cubicBezTo>
                    <a:pt x="6157" y="893"/>
                    <a:pt x="6744" y="1364"/>
                    <a:pt x="7009" y="2081"/>
                  </a:cubicBezTo>
                  <a:cubicBezTo>
                    <a:pt x="7330" y="2943"/>
                    <a:pt x="7069" y="3836"/>
                    <a:pt x="6427" y="4074"/>
                  </a:cubicBezTo>
                  <a:cubicBezTo>
                    <a:pt x="6318" y="4114"/>
                    <a:pt x="6206" y="4133"/>
                    <a:pt x="6093" y="4133"/>
                  </a:cubicBezTo>
                  <a:cubicBezTo>
                    <a:pt x="5534" y="4133"/>
                    <a:pt x="4948" y="3662"/>
                    <a:pt x="4682" y="2944"/>
                  </a:cubicBezTo>
                  <a:cubicBezTo>
                    <a:pt x="4360" y="2084"/>
                    <a:pt x="4622" y="1190"/>
                    <a:pt x="5266" y="953"/>
                  </a:cubicBezTo>
                  <a:cubicBezTo>
                    <a:pt x="5373" y="913"/>
                    <a:pt x="5485" y="893"/>
                    <a:pt x="5598" y="893"/>
                  </a:cubicBezTo>
                  <a:close/>
                  <a:moveTo>
                    <a:pt x="9677" y="1209"/>
                  </a:moveTo>
                  <a:cubicBezTo>
                    <a:pt x="9876" y="1209"/>
                    <a:pt x="10066" y="1260"/>
                    <a:pt x="10230" y="1369"/>
                  </a:cubicBezTo>
                  <a:cubicBezTo>
                    <a:pt x="10801" y="1749"/>
                    <a:pt x="10853" y="2678"/>
                    <a:pt x="10345" y="3444"/>
                  </a:cubicBezTo>
                  <a:cubicBezTo>
                    <a:pt x="9983" y="3989"/>
                    <a:pt x="9435" y="4306"/>
                    <a:pt x="8943" y="4306"/>
                  </a:cubicBezTo>
                  <a:cubicBezTo>
                    <a:pt x="8744" y="4306"/>
                    <a:pt x="8554" y="4254"/>
                    <a:pt x="8389" y="4145"/>
                  </a:cubicBezTo>
                  <a:cubicBezTo>
                    <a:pt x="7818" y="3766"/>
                    <a:pt x="7767" y="2837"/>
                    <a:pt x="8275" y="2071"/>
                  </a:cubicBezTo>
                  <a:cubicBezTo>
                    <a:pt x="8637" y="1525"/>
                    <a:pt x="9185" y="1209"/>
                    <a:pt x="9677" y="1209"/>
                  </a:cubicBezTo>
                  <a:close/>
                  <a:moveTo>
                    <a:pt x="3420" y="4035"/>
                  </a:moveTo>
                  <a:cubicBezTo>
                    <a:pt x="3454" y="4035"/>
                    <a:pt x="3488" y="4036"/>
                    <a:pt x="3522" y="4038"/>
                  </a:cubicBezTo>
                  <a:cubicBezTo>
                    <a:pt x="4440" y="4081"/>
                    <a:pt x="5160" y="4669"/>
                    <a:pt x="5130" y="5355"/>
                  </a:cubicBezTo>
                  <a:cubicBezTo>
                    <a:pt x="5098" y="6015"/>
                    <a:pt x="4384" y="6522"/>
                    <a:pt x="3511" y="6522"/>
                  </a:cubicBezTo>
                  <a:cubicBezTo>
                    <a:pt x="3478" y="6522"/>
                    <a:pt x="3443" y="6522"/>
                    <a:pt x="3409" y="6520"/>
                  </a:cubicBezTo>
                  <a:cubicBezTo>
                    <a:pt x="2487" y="6477"/>
                    <a:pt x="1768" y="5889"/>
                    <a:pt x="1801" y="5203"/>
                  </a:cubicBezTo>
                  <a:cubicBezTo>
                    <a:pt x="1832" y="4543"/>
                    <a:pt x="2546" y="4035"/>
                    <a:pt x="3420" y="4035"/>
                  </a:cubicBezTo>
                  <a:close/>
                  <a:moveTo>
                    <a:pt x="10614" y="4734"/>
                  </a:moveTo>
                  <a:cubicBezTo>
                    <a:pt x="10649" y="4734"/>
                    <a:pt x="10684" y="4735"/>
                    <a:pt x="10720" y="4736"/>
                  </a:cubicBezTo>
                  <a:cubicBezTo>
                    <a:pt x="11637" y="4775"/>
                    <a:pt x="12356" y="5366"/>
                    <a:pt x="12326" y="6050"/>
                  </a:cubicBezTo>
                  <a:cubicBezTo>
                    <a:pt x="12296" y="6711"/>
                    <a:pt x="11581" y="7218"/>
                    <a:pt x="10709" y="7218"/>
                  </a:cubicBezTo>
                  <a:cubicBezTo>
                    <a:pt x="10675" y="7218"/>
                    <a:pt x="10641" y="7217"/>
                    <a:pt x="10607" y="7216"/>
                  </a:cubicBezTo>
                  <a:cubicBezTo>
                    <a:pt x="9686" y="7173"/>
                    <a:pt x="8969" y="6584"/>
                    <a:pt x="8999" y="5899"/>
                  </a:cubicBezTo>
                  <a:cubicBezTo>
                    <a:pt x="9031" y="5240"/>
                    <a:pt x="9742" y="4734"/>
                    <a:pt x="10614" y="4734"/>
                  </a:cubicBezTo>
                  <a:close/>
                  <a:moveTo>
                    <a:pt x="5313" y="6746"/>
                  </a:moveTo>
                  <a:cubicBezTo>
                    <a:pt x="5512" y="6746"/>
                    <a:pt x="5702" y="6797"/>
                    <a:pt x="5867" y="6907"/>
                  </a:cubicBezTo>
                  <a:cubicBezTo>
                    <a:pt x="6437" y="7284"/>
                    <a:pt x="6490" y="8215"/>
                    <a:pt x="5981" y="8979"/>
                  </a:cubicBezTo>
                  <a:cubicBezTo>
                    <a:pt x="5619" y="9525"/>
                    <a:pt x="5070" y="9843"/>
                    <a:pt x="4577" y="9843"/>
                  </a:cubicBezTo>
                  <a:cubicBezTo>
                    <a:pt x="4379" y="9843"/>
                    <a:pt x="4189" y="9791"/>
                    <a:pt x="4025" y="9682"/>
                  </a:cubicBezTo>
                  <a:cubicBezTo>
                    <a:pt x="3455" y="9301"/>
                    <a:pt x="3402" y="8374"/>
                    <a:pt x="3910" y="7608"/>
                  </a:cubicBezTo>
                  <a:cubicBezTo>
                    <a:pt x="4272" y="7062"/>
                    <a:pt x="4821" y="6746"/>
                    <a:pt x="5313" y="6746"/>
                  </a:cubicBezTo>
                  <a:close/>
                  <a:moveTo>
                    <a:pt x="7978" y="6758"/>
                  </a:moveTo>
                  <a:cubicBezTo>
                    <a:pt x="8530" y="6758"/>
                    <a:pt x="9114" y="7210"/>
                    <a:pt x="9393" y="7909"/>
                  </a:cubicBezTo>
                  <a:cubicBezTo>
                    <a:pt x="9736" y="8762"/>
                    <a:pt x="9499" y="9659"/>
                    <a:pt x="8862" y="9916"/>
                  </a:cubicBezTo>
                  <a:cubicBezTo>
                    <a:pt x="8746" y="9962"/>
                    <a:pt x="8626" y="9984"/>
                    <a:pt x="8504" y="9984"/>
                  </a:cubicBezTo>
                  <a:cubicBezTo>
                    <a:pt x="7952" y="9984"/>
                    <a:pt x="7369" y="9532"/>
                    <a:pt x="7088" y="8833"/>
                  </a:cubicBezTo>
                  <a:cubicBezTo>
                    <a:pt x="6744" y="7980"/>
                    <a:pt x="6984" y="7081"/>
                    <a:pt x="7621" y="6826"/>
                  </a:cubicBezTo>
                  <a:cubicBezTo>
                    <a:pt x="7736" y="6780"/>
                    <a:pt x="7856" y="6758"/>
                    <a:pt x="7978" y="6758"/>
                  </a:cubicBezTo>
                  <a:close/>
                  <a:moveTo>
                    <a:pt x="7665" y="1"/>
                  </a:moveTo>
                  <a:cubicBezTo>
                    <a:pt x="6856" y="1"/>
                    <a:pt x="6017" y="141"/>
                    <a:pt x="5188" y="436"/>
                  </a:cubicBezTo>
                  <a:cubicBezTo>
                    <a:pt x="1876" y="1618"/>
                    <a:pt x="1" y="4842"/>
                    <a:pt x="997" y="7638"/>
                  </a:cubicBezTo>
                  <a:cubicBezTo>
                    <a:pt x="1746" y="9735"/>
                    <a:pt x="3898" y="10994"/>
                    <a:pt x="6325" y="10994"/>
                  </a:cubicBezTo>
                  <a:cubicBezTo>
                    <a:pt x="7134" y="10994"/>
                    <a:pt x="7973" y="10854"/>
                    <a:pt x="8802" y="10558"/>
                  </a:cubicBezTo>
                  <a:cubicBezTo>
                    <a:pt x="12113" y="9376"/>
                    <a:pt x="13991" y="6151"/>
                    <a:pt x="12992" y="3356"/>
                  </a:cubicBezTo>
                  <a:cubicBezTo>
                    <a:pt x="12243" y="1259"/>
                    <a:pt x="10091" y="1"/>
                    <a:pt x="76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4" name="Google Shape;1634;p1"/>
            <p:cNvSpPr/>
            <p:nvPr/>
          </p:nvSpPr>
          <p:spPr>
            <a:xfrm>
              <a:off x="1504974" y="719686"/>
              <a:ext cx="755393" cy="593539"/>
            </a:xfrm>
            <a:custGeom>
              <a:rect b="b" l="l" r="r" t="t"/>
              <a:pathLst>
                <a:path extrusionOk="0" h="10994" w="13992">
                  <a:moveTo>
                    <a:pt x="5599" y="893"/>
                  </a:moveTo>
                  <a:cubicBezTo>
                    <a:pt x="6158" y="893"/>
                    <a:pt x="6744" y="1364"/>
                    <a:pt x="7010" y="2079"/>
                  </a:cubicBezTo>
                  <a:cubicBezTo>
                    <a:pt x="7330" y="2943"/>
                    <a:pt x="7070" y="3836"/>
                    <a:pt x="6427" y="4073"/>
                  </a:cubicBezTo>
                  <a:cubicBezTo>
                    <a:pt x="6320" y="4113"/>
                    <a:pt x="6208" y="4132"/>
                    <a:pt x="6095" y="4132"/>
                  </a:cubicBezTo>
                  <a:cubicBezTo>
                    <a:pt x="5536" y="4132"/>
                    <a:pt x="4949" y="3663"/>
                    <a:pt x="4682" y="2944"/>
                  </a:cubicBezTo>
                  <a:cubicBezTo>
                    <a:pt x="4360" y="2085"/>
                    <a:pt x="4622" y="1192"/>
                    <a:pt x="5266" y="953"/>
                  </a:cubicBezTo>
                  <a:cubicBezTo>
                    <a:pt x="5374" y="912"/>
                    <a:pt x="5486" y="893"/>
                    <a:pt x="5599" y="893"/>
                  </a:cubicBezTo>
                  <a:close/>
                  <a:moveTo>
                    <a:pt x="9677" y="1209"/>
                  </a:moveTo>
                  <a:cubicBezTo>
                    <a:pt x="9876" y="1209"/>
                    <a:pt x="10066" y="1260"/>
                    <a:pt x="10231" y="1369"/>
                  </a:cubicBezTo>
                  <a:cubicBezTo>
                    <a:pt x="10802" y="1749"/>
                    <a:pt x="10853" y="2678"/>
                    <a:pt x="10345" y="3444"/>
                  </a:cubicBezTo>
                  <a:cubicBezTo>
                    <a:pt x="9983" y="3989"/>
                    <a:pt x="9435" y="4306"/>
                    <a:pt x="8943" y="4306"/>
                  </a:cubicBezTo>
                  <a:cubicBezTo>
                    <a:pt x="8744" y="4306"/>
                    <a:pt x="8555" y="4254"/>
                    <a:pt x="8390" y="4145"/>
                  </a:cubicBezTo>
                  <a:cubicBezTo>
                    <a:pt x="7819" y="3767"/>
                    <a:pt x="7767" y="2838"/>
                    <a:pt x="8275" y="2071"/>
                  </a:cubicBezTo>
                  <a:cubicBezTo>
                    <a:pt x="8637" y="1525"/>
                    <a:pt x="9185" y="1209"/>
                    <a:pt x="9677" y="1209"/>
                  </a:cubicBezTo>
                  <a:close/>
                  <a:moveTo>
                    <a:pt x="3420" y="4035"/>
                  </a:moveTo>
                  <a:cubicBezTo>
                    <a:pt x="3454" y="4035"/>
                    <a:pt x="3488" y="4036"/>
                    <a:pt x="3523" y="4038"/>
                  </a:cubicBezTo>
                  <a:cubicBezTo>
                    <a:pt x="4440" y="4081"/>
                    <a:pt x="5160" y="4669"/>
                    <a:pt x="5130" y="5355"/>
                  </a:cubicBezTo>
                  <a:cubicBezTo>
                    <a:pt x="5098" y="6016"/>
                    <a:pt x="4382" y="6522"/>
                    <a:pt x="3509" y="6522"/>
                  </a:cubicBezTo>
                  <a:cubicBezTo>
                    <a:pt x="3476" y="6522"/>
                    <a:pt x="3443" y="6521"/>
                    <a:pt x="3409" y="6520"/>
                  </a:cubicBezTo>
                  <a:cubicBezTo>
                    <a:pt x="2489" y="6478"/>
                    <a:pt x="1769" y="5890"/>
                    <a:pt x="1802" y="5203"/>
                  </a:cubicBezTo>
                  <a:cubicBezTo>
                    <a:pt x="1831" y="4543"/>
                    <a:pt x="2547" y="4035"/>
                    <a:pt x="3420" y="4035"/>
                  </a:cubicBezTo>
                  <a:close/>
                  <a:moveTo>
                    <a:pt x="10618" y="4731"/>
                  </a:moveTo>
                  <a:cubicBezTo>
                    <a:pt x="10652" y="4731"/>
                    <a:pt x="10686" y="4732"/>
                    <a:pt x="10720" y="4733"/>
                  </a:cubicBezTo>
                  <a:cubicBezTo>
                    <a:pt x="11638" y="4776"/>
                    <a:pt x="12357" y="5365"/>
                    <a:pt x="12326" y="6050"/>
                  </a:cubicBezTo>
                  <a:cubicBezTo>
                    <a:pt x="12298" y="6710"/>
                    <a:pt x="11581" y="7218"/>
                    <a:pt x="10710" y="7218"/>
                  </a:cubicBezTo>
                  <a:cubicBezTo>
                    <a:pt x="10676" y="7218"/>
                    <a:pt x="10642" y="7217"/>
                    <a:pt x="10607" y="7216"/>
                  </a:cubicBezTo>
                  <a:cubicBezTo>
                    <a:pt x="9687" y="7173"/>
                    <a:pt x="8970" y="6584"/>
                    <a:pt x="9000" y="5899"/>
                  </a:cubicBezTo>
                  <a:cubicBezTo>
                    <a:pt x="9029" y="5239"/>
                    <a:pt x="9745" y="4731"/>
                    <a:pt x="10618" y="4731"/>
                  </a:cubicBezTo>
                  <a:close/>
                  <a:moveTo>
                    <a:pt x="5314" y="6745"/>
                  </a:moveTo>
                  <a:cubicBezTo>
                    <a:pt x="5513" y="6745"/>
                    <a:pt x="5703" y="6797"/>
                    <a:pt x="5867" y="6906"/>
                  </a:cubicBezTo>
                  <a:cubicBezTo>
                    <a:pt x="6437" y="7286"/>
                    <a:pt x="6490" y="8213"/>
                    <a:pt x="5982" y="8979"/>
                  </a:cubicBezTo>
                  <a:cubicBezTo>
                    <a:pt x="5620" y="9525"/>
                    <a:pt x="5071" y="9842"/>
                    <a:pt x="4579" y="9842"/>
                  </a:cubicBezTo>
                  <a:cubicBezTo>
                    <a:pt x="4380" y="9842"/>
                    <a:pt x="4190" y="9790"/>
                    <a:pt x="4025" y="9681"/>
                  </a:cubicBezTo>
                  <a:cubicBezTo>
                    <a:pt x="3452" y="9301"/>
                    <a:pt x="3402" y="8374"/>
                    <a:pt x="3911" y="7608"/>
                  </a:cubicBezTo>
                  <a:cubicBezTo>
                    <a:pt x="4272" y="7062"/>
                    <a:pt x="4821" y="6745"/>
                    <a:pt x="5314" y="6745"/>
                  </a:cubicBezTo>
                  <a:close/>
                  <a:moveTo>
                    <a:pt x="7978" y="6758"/>
                  </a:moveTo>
                  <a:cubicBezTo>
                    <a:pt x="8529" y="6758"/>
                    <a:pt x="9112" y="7209"/>
                    <a:pt x="9393" y="7909"/>
                  </a:cubicBezTo>
                  <a:cubicBezTo>
                    <a:pt x="9737" y="8762"/>
                    <a:pt x="9499" y="9662"/>
                    <a:pt x="8862" y="9917"/>
                  </a:cubicBezTo>
                  <a:cubicBezTo>
                    <a:pt x="8747" y="9963"/>
                    <a:pt x="8626" y="9985"/>
                    <a:pt x="8504" y="9985"/>
                  </a:cubicBezTo>
                  <a:cubicBezTo>
                    <a:pt x="7953" y="9985"/>
                    <a:pt x="7370" y="9533"/>
                    <a:pt x="7089" y="8835"/>
                  </a:cubicBezTo>
                  <a:cubicBezTo>
                    <a:pt x="6745" y="7982"/>
                    <a:pt x="6984" y="7083"/>
                    <a:pt x="7621" y="6826"/>
                  </a:cubicBezTo>
                  <a:cubicBezTo>
                    <a:pt x="7736" y="6780"/>
                    <a:pt x="7856" y="6758"/>
                    <a:pt x="7978" y="6758"/>
                  </a:cubicBezTo>
                  <a:close/>
                  <a:moveTo>
                    <a:pt x="7665" y="1"/>
                  </a:moveTo>
                  <a:cubicBezTo>
                    <a:pt x="6856" y="1"/>
                    <a:pt x="6017" y="141"/>
                    <a:pt x="5189" y="436"/>
                  </a:cubicBezTo>
                  <a:cubicBezTo>
                    <a:pt x="1876" y="1618"/>
                    <a:pt x="1" y="4842"/>
                    <a:pt x="999" y="7638"/>
                  </a:cubicBezTo>
                  <a:cubicBezTo>
                    <a:pt x="1748" y="9734"/>
                    <a:pt x="3901" y="10994"/>
                    <a:pt x="6327" y="10994"/>
                  </a:cubicBezTo>
                  <a:cubicBezTo>
                    <a:pt x="7136" y="10994"/>
                    <a:pt x="7975" y="10854"/>
                    <a:pt x="8803" y="10558"/>
                  </a:cubicBezTo>
                  <a:cubicBezTo>
                    <a:pt x="12113" y="9376"/>
                    <a:pt x="13991" y="6151"/>
                    <a:pt x="12992" y="3356"/>
                  </a:cubicBezTo>
                  <a:cubicBezTo>
                    <a:pt x="12244" y="1259"/>
                    <a:pt x="10092" y="1"/>
                    <a:pt x="766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5" name="Google Shape;1635;p1"/>
            <p:cNvSpPr/>
            <p:nvPr/>
          </p:nvSpPr>
          <p:spPr>
            <a:xfrm>
              <a:off x="1826680" y="947078"/>
              <a:ext cx="137344" cy="113158"/>
            </a:xfrm>
            <a:custGeom>
              <a:rect b="b" l="l" r="r" t="t"/>
              <a:pathLst>
                <a:path extrusionOk="0" h="2096" w="2544">
                  <a:moveTo>
                    <a:pt x="1324" y="1"/>
                  </a:moveTo>
                  <a:cubicBezTo>
                    <a:pt x="1251" y="1"/>
                    <a:pt x="1176" y="7"/>
                    <a:pt x="1101" y="19"/>
                  </a:cubicBezTo>
                  <a:cubicBezTo>
                    <a:pt x="451" y="126"/>
                    <a:pt x="0" y="673"/>
                    <a:pt x="93" y="1243"/>
                  </a:cubicBezTo>
                  <a:cubicBezTo>
                    <a:pt x="175" y="1746"/>
                    <a:pt x="657" y="2096"/>
                    <a:pt x="1218" y="2096"/>
                  </a:cubicBezTo>
                  <a:cubicBezTo>
                    <a:pt x="1292" y="2096"/>
                    <a:pt x="1366" y="2090"/>
                    <a:pt x="1442" y="2077"/>
                  </a:cubicBezTo>
                  <a:cubicBezTo>
                    <a:pt x="2093" y="1972"/>
                    <a:pt x="2544" y="1423"/>
                    <a:pt x="2449" y="855"/>
                  </a:cubicBezTo>
                  <a:cubicBezTo>
                    <a:pt x="2367" y="351"/>
                    <a:pt x="1885" y="1"/>
                    <a:pt x="1324" y="1"/>
                  </a:cubicBez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6" name="Google Shape;1636;p1"/>
            <p:cNvSpPr/>
            <p:nvPr/>
          </p:nvSpPr>
          <p:spPr>
            <a:xfrm>
              <a:off x="1827220" y="951666"/>
              <a:ext cx="137290" cy="113158"/>
            </a:xfrm>
            <a:custGeom>
              <a:rect b="b" l="l" r="r" t="t"/>
              <a:pathLst>
                <a:path extrusionOk="0" h="2096" w="2543">
                  <a:moveTo>
                    <a:pt x="1324" y="0"/>
                  </a:moveTo>
                  <a:cubicBezTo>
                    <a:pt x="1251" y="0"/>
                    <a:pt x="1176" y="6"/>
                    <a:pt x="1101" y="18"/>
                  </a:cubicBezTo>
                  <a:cubicBezTo>
                    <a:pt x="451" y="126"/>
                    <a:pt x="0" y="673"/>
                    <a:pt x="93" y="1242"/>
                  </a:cubicBezTo>
                  <a:cubicBezTo>
                    <a:pt x="175" y="1745"/>
                    <a:pt x="656" y="2095"/>
                    <a:pt x="1217" y="2095"/>
                  </a:cubicBezTo>
                  <a:cubicBezTo>
                    <a:pt x="1290" y="2095"/>
                    <a:pt x="1365" y="2089"/>
                    <a:pt x="1440" y="2077"/>
                  </a:cubicBezTo>
                  <a:cubicBezTo>
                    <a:pt x="2092" y="1970"/>
                    <a:pt x="2542" y="1423"/>
                    <a:pt x="2448" y="853"/>
                  </a:cubicBezTo>
                  <a:cubicBezTo>
                    <a:pt x="2366" y="350"/>
                    <a:pt x="1885" y="0"/>
                    <a:pt x="1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7" name="Google Shape;1637;p1"/>
            <p:cNvSpPr/>
            <p:nvPr/>
          </p:nvSpPr>
          <p:spPr>
            <a:xfrm>
              <a:off x="1842336" y="964029"/>
              <a:ext cx="104466" cy="86272"/>
            </a:xfrm>
            <a:custGeom>
              <a:rect b="b" l="l" r="r" t="t"/>
              <a:pathLst>
                <a:path extrusionOk="0" h="1598" w="1935">
                  <a:moveTo>
                    <a:pt x="1005" y="1"/>
                  </a:moveTo>
                  <a:cubicBezTo>
                    <a:pt x="950" y="1"/>
                    <a:pt x="894" y="5"/>
                    <a:pt x="838" y="14"/>
                  </a:cubicBezTo>
                  <a:cubicBezTo>
                    <a:pt x="343" y="94"/>
                    <a:pt x="1" y="514"/>
                    <a:pt x="71" y="946"/>
                  </a:cubicBezTo>
                  <a:cubicBezTo>
                    <a:pt x="134" y="1330"/>
                    <a:pt x="500" y="1597"/>
                    <a:pt x="926" y="1597"/>
                  </a:cubicBezTo>
                  <a:cubicBezTo>
                    <a:pt x="982" y="1597"/>
                    <a:pt x="1039" y="1593"/>
                    <a:pt x="1096" y="1583"/>
                  </a:cubicBezTo>
                  <a:cubicBezTo>
                    <a:pt x="1591" y="1503"/>
                    <a:pt x="1935" y="1085"/>
                    <a:pt x="1863" y="651"/>
                  </a:cubicBezTo>
                  <a:cubicBezTo>
                    <a:pt x="1800" y="268"/>
                    <a:pt x="1431" y="1"/>
                    <a:pt x="100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8" name="Google Shape;1638;p1"/>
            <p:cNvSpPr/>
            <p:nvPr/>
          </p:nvSpPr>
          <p:spPr>
            <a:xfrm>
              <a:off x="1850920" y="971210"/>
              <a:ext cx="85678" cy="51774"/>
            </a:xfrm>
            <a:custGeom>
              <a:rect b="b" l="l" r="r" t="t"/>
              <a:pathLst>
                <a:path extrusionOk="0" h="959" w="1587">
                  <a:moveTo>
                    <a:pt x="841" y="0"/>
                  </a:moveTo>
                  <a:cubicBezTo>
                    <a:pt x="795" y="0"/>
                    <a:pt x="748" y="4"/>
                    <a:pt x="701" y="11"/>
                  </a:cubicBezTo>
                  <a:cubicBezTo>
                    <a:pt x="287" y="80"/>
                    <a:pt x="1" y="427"/>
                    <a:pt x="62" y="789"/>
                  </a:cubicBezTo>
                  <a:cubicBezTo>
                    <a:pt x="83" y="915"/>
                    <a:pt x="135" y="959"/>
                    <a:pt x="211" y="959"/>
                  </a:cubicBezTo>
                  <a:cubicBezTo>
                    <a:pt x="352" y="959"/>
                    <a:pt x="578" y="811"/>
                    <a:pt x="845" y="767"/>
                  </a:cubicBezTo>
                  <a:cubicBezTo>
                    <a:pt x="913" y="756"/>
                    <a:pt x="979" y="753"/>
                    <a:pt x="1042" y="753"/>
                  </a:cubicBezTo>
                  <a:cubicBezTo>
                    <a:pt x="1164" y="753"/>
                    <a:pt x="1275" y="766"/>
                    <a:pt x="1363" y="766"/>
                  </a:cubicBezTo>
                  <a:cubicBezTo>
                    <a:pt x="1506" y="766"/>
                    <a:pt x="1587" y="731"/>
                    <a:pt x="1557" y="544"/>
                  </a:cubicBezTo>
                  <a:cubicBezTo>
                    <a:pt x="1503" y="223"/>
                    <a:pt x="1197" y="0"/>
                    <a:pt x="841" y="0"/>
                  </a:cubicBez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9" name="Google Shape;1639;p1"/>
            <p:cNvSpPr/>
            <p:nvPr/>
          </p:nvSpPr>
          <p:spPr>
            <a:xfrm>
              <a:off x="1033888" y="1312243"/>
              <a:ext cx="154782" cy="127842"/>
            </a:xfrm>
            <a:custGeom>
              <a:rect b="b" l="l" r="r" t="t"/>
              <a:pathLst>
                <a:path extrusionOk="0" h="2368" w="2867">
                  <a:moveTo>
                    <a:pt x="1494" y="1"/>
                  </a:moveTo>
                  <a:cubicBezTo>
                    <a:pt x="1411" y="1"/>
                    <a:pt x="1327" y="8"/>
                    <a:pt x="1241" y="22"/>
                  </a:cubicBezTo>
                  <a:cubicBezTo>
                    <a:pt x="509" y="142"/>
                    <a:pt x="0" y="762"/>
                    <a:pt x="106" y="1403"/>
                  </a:cubicBezTo>
                  <a:cubicBezTo>
                    <a:pt x="199" y="1972"/>
                    <a:pt x="741" y="2367"/>
                    <a:pt x="1373" y="2367"/>
                  </a:cubicBezTo>
                  <a:cubicBezTo>
                    <a:pt x="1456" y="2367"/>
                    <a:pt x="1540" y="2361"/>
                    <a:pt x="1625" y="2347"/>
                  </a:cubicBezTo>
                  <a:cubicBezTo>
                    <a:pt x="2358" y="2226"/>
                    <a:pt x="2866" y="1608"/>
                    <a:pt x="2762" y="965"/>
                  </a:cubicBezTo>
                  <a:cubicBezTo>
                    <a:pt x="2668" y="397"/>
                    <a:pt x="2126" y="1"/>
                    <a:pt x="1494" y="1"/>
                  </a:cubicBez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0" name="Google Shape;1640;p1"/>
            <p:cNvSpPr/>
            <p:nvPr/>
          </p:nvSpPr>
          <p:spPr>
            <a:xfrm>
              <a:off x="1034428" y="1317533"/>
              <a:ext cx="154836" cy="127788"/>
            </a:xfrm>
            <a:custGeom>
              <a:rect b="b" l="l" r="r" t="t"/>
              <a:pathLst>
                <a:path extrusionOk="0" h="2367" w="2868">
                  <a:moveTo>
                    <a:pt x="1495" y="0"/>
                  </a:moveTo>
                  <a:cubicBezTo>
                    <a:pt x="1412" y="0"/>
                    <a:pt x="1328" y="7"/>
                    <a:pt x="1243" y="21"/>
                  </a:cubicBezTo>
                  <a:cubicBezTo>
                    <a:pt x="509" y="140"/>
                    <a:pt x="0" y="760"/>
                    <a:pt x="106" y="1403"/>
                  </a:cubicBezTo>
                  <a:cubicBezTo>
                    <a:pt x="200" y="1971"/>
                    <a:pt x="742" y="2367"/>
                    <a:pt x="1373" y="2367"/>
                  </a:cubicBezTo>
                  <a:cubicBezTo>
                    <a:pt x="1456" y="2367"/>
                    <a:pt x="1540" y="2360"/>
                    <a:pt x="1625" y="2346"/>
                  </a:cubicBezTo>
                  <a:cubicBezTo>
                    <a:pt x="2360" y="2224"/>
                    <a:pt x="2868" y="1606"/>
                    <a:pt x="2762" y="965"/>
                  </a:cubicBezTo>
                  <a:cubicBezTo>
                    <a:pt x="2668" y="396"/>
                    <a:pt x="2126" y="0"/>
                    <a:pt x="14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1" name="Google Shape;1641;p1"/>
            <p:cNvSpPr/>
            <p:nvPr/>
          </p:nvSpPr>
          <p:spPr>
            <a:xfrm>
              <a:off x="1051326" y="1331624"/>
              <a:ext cx="118017" cy="97285"/>
            </a:xfrm>
            <a:custGeom>
              <a:rect b="b" l="l" r="r" t="t"/>
              <a:pathLst>
                <a:path extrusionOk="0" h="1802" w="2186">
                  <a:moveTo>
                    <a:pt x="1139" y="0"/>
                  </a:moveTo>
                  <a:cubicBezTo>
                    <a:pt x="1076" y="0"/>
                    <a:pt x="1012" y="6"/>
                    <a:pt x="947" y="16"/>
                  </a:cubicBezTo>
                  <a:cubicBezTo>
                    <a:pt x="389" y="107"/>
                    <a:pt x="1" y="578"/>
                    <a:pt x="81" y="1069"/>
                  </a:cubicBezTo>
                  <a:cubicBezTo>
                    <a:pt x="153" y="1500"/>
                    <a:pt x="566" y="1802"/>
                    <a:pt x="1047" y="1802"/>
                  </a:cubicBezTo>
                  <a:cubicBezTo>
                    <a:pt x="1110" y="1802"/>
                    <a:pt x="1174" y="1797"/>
                    <a:pt x="1239" y="1786"/>
                  </a:cubicBezTo>
                  <a:cubicBezTo>
                    <a:pt x="1799" y="1693"/>
                    <a:pt x="2185" y="1222"/>
                    <a:pt x="2105" y="734"/>
                  </a:cubicBezTo>
                  <a:cubicBezTo>
                    <a:pt x="2034" y="302"/>
                    <a:pt x="1620" y="0"/>
                    <a:pt x="113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2" name="Google Shape;1642;p1"/>
            <p:cNvSpPr/>
            <p:nvPr/>
          </p:nvSpPr>
          <p:spPr>
            <a:xfrm>
              <a:off x="1061259" y="1339668"/>
              <a:ext cx="96584" cy="58522"/>
            </a:xfrm>
            <a:custGeom>
              <a:rect b="b" l="l" r="r" t="t"/>
              <a:pathLst>
                <a:path extrusionOk="0" h="1084" w="1789">
                  <a:moveTo>
                    <a:pt x="948" y="0"/>
                  </a:moveTo>
                  <a:cubicBezTo>
                    <a:pt x="896" y="0"/>
                    <a:pt x="843" y="4"/>
                    <a:pt x="789" y="13"/>
                  </a:cubicBezTo>
                  <a:cubicBezTo>
                    <a:pt x="324" y="91"/>
                    <a:pt x="0" y="483"/>
                    <a:pt x="67" y="891"/>
                  </a:cubicBezTo>
                  <a:cubicBezTo>
                    <a:pt x="92" y="1034"/>
                    <a:pt x="150" y="1083"/>
                    <a:pt x="236" y="1083"/>
                  </a:cubicBezTo>
                  <a:cubicBezTo>
                    <a:pt x="396" y="1083"/>
                    <a:pt x="649" y="916"/>
                    <a:pt x="951" y="867"/>
                  </a:cubicBezTo>
                  <a:cubicBezTo>
                    <a:pt x="1029" y="854"/>
                    <a:pt x="1105" y="850"/>
                    <a:pt x="1178" y="850"/>
                  </a:cubicBezTo>
                  <a:cubicBezTo>
                    <a:pt x="1313" y="850"/>
                    <a:pt x="1436" y="864"/>
                    <a:pt x="1534" y="864"/>
                  </a:cubicBezTo>
                  <a:cubicBezTo>
                    <a:pt x="1696" y="864"/>
                    <a:pt x="1789" y="824"/>
                    <a:pt x="1754" y="613"/>
                  </a:cubicBezTo>
                  <a:cubicBezTo>
                    <a:pt x="1693" y="252"/>
                    <a:pt x="1349" y="0"/>
                    <a:pt x="948" y="0"/>
                  </a:cubicBez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3" name="Google Shape;1643;p1"/>
            <p:cNvSpPr/>
            <p:nvPr/>
          </p:nvSpPr>
          <p:spPr>
            <a:xfrm>
              <a:off x="1360776" y="1726805"/>
              <a:ext cx="128760" cy="82169"/>
            </a:xfrm>
            <a:custGeom>
              <a:rect b="b" l="l" r="r" t="t"/>
              <a:pathLst>
                <a:path extrusionOk="0" h="1522" w="2385">
                  <a:moveTo>
                    <a:pt x="2251" y="0"/>
                  </a:moveTo>
                  <a:lnTo>
                    <a:pt x="1" y="1008"/>
                  </a:lnTo>
                  <a:lnTo>
                    <a:pt x="300" y="1522"/>
                  </a:lnTo>
                  <a:lnTo>
                    <a:pt x="2384" y="206"/>
                  </a:lnTo>
                  <a:lnTo>
                    <a:pt x="2251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4" name="Google Shape;1644;p1"/>
            <p:cNvSpPr/>
            <p:nvPr/>
          </p:nvSpPr>
          <p:spPr>
            <a:xfrm>
              <a:off x="1392251" y="1771614"/>
              <a:ext cx="122174" cy="89943"/>
            </a:xfrm>
            <a:custGeom>
              <a:rect b="b" l="l" r="r" t="t"/>
              <a:pathLst>
                <a:path extrusionOk="0" h="1666" w="2263">
                  <a:moveTo>
                    <a:pt x="2130" y="0"/>
                  </a:moveTo>
                  <a:lnTo>
                    <a:pt x="0" y="1151"/>
                  </a:lnTo>
                  <a:lnTo>
                    <a:pt x="300" y="1665"/>
                  </a:lnTo>
                  <a:lnTo>
                    <a:pt x="2262" y="206"/>
                  </a:lnTo>
                  <a:lnTo>
                    <a:pt x="2130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5" name="Google Shape;1645;p1"/>
            <p:cNvSpPr/>
            <p:nvPr/>
          </p:nvSpPr>
          <p:spPr>
            <a:xfrm>
              <a:off x="1428584" y="1819986"/>
              <a:ext cx="119366" cy="94640"/>
            </a:xfrm>
            <a:custGeom>
              <a:rect b="b" l="l" r="r" t="t"/>
              <a:pathLst>
                <a:path extrusionOk="0" h="1753" w="2211">
                  <a:moveTo>
                    <a:pt x="2079" y="0"/>
                  </a:moveTo>
                  <a:lnTo>
                    <a:pt x="0" y="1237"/>
                  </a:lnTo>
                  <a:lnTo>
                    <a:pt x="299" y="1753"/>
                  </a:lnTo>
                  <a:lnTo>
                    <a:pt x="2210" y="207"/>
                  </a:lnTo>
                  <a:lnTo>
                    <a:pt x="2079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6" name="Google Shape;1646;p1"/>
            <p:cNvSpPr/>
            <p:nvPr/>
          </p:nvSpPr>
          <p:spPr>
            <a:xfrm>
              <a:off x="1359535" y="1740410"/>
              <a:ext cx="128760" cy="82169"/>
            </a:xfrm>
            <a:custGeom>
              <a:rect b="b" l="l" r="r" t="t"/>
              <a:pathLst>
                <a:path extrusionOk="0" h="1522" w="2385">
                  <a:moveTo>
                    <a:pt x="2251" y="0"/>
                  </a:moveTo>
                  <a:lnTo>
                    <a:pt x="1" y="1006"/>
                  </a:lnTo>
                  <a:lnTo>
                    <a:pt x="299" y="1522"/>
                  </a:lnTo>
                  <a:lnTo>
                    <a:pt x="2384" y="206"/>
                  </a:lnTo>
                  <a:lnTo>
                    <a:pt x="2251" y="0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7" name="Google Shape;1647;p1"/>
            <p:cNvSpPr/>
            <p:nvPr/>
          </p:nvSpPr>
          <p:spPr>
            <a:xfrm>
              <a:off x="1391009" y="1785219"/>
              <a:ext cx="122228" cy="89943"/>
            </a:xfrm>
            <a:custGeom>
              <a:rect b="b" l="l" r="r" t="t"/>
              <a:pathLst>
                <a:path extrusionOk="0" h="1666" w="2264">
                  <a:moveTo>
                    <a:pt x="2132" y="0"/>
                  </a:moveTo>
                  <a:lnTo>
                    <a:pt x="0" y="1150"/>
                  </a:lnTo>
                  <a:lnTo>
                    <a:pt x="300" y="1665"/>
                  </a:lnTo>
                  <a:lnTo>
                    <a:pt x="2264" y="206"/>
                  </a:lnTo>
                  <a:lnTo>
                    <a:pt x="2132" y="0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8" name="Google Shape;1648;p1"/>
            <p:cNvSpPr/>
            <p:nvPr/>
          </p:nvSpPr>
          <p:spPr>
            <a:xfrm>
              <a:off x="1427342" y="1833483"/>
              <a:ext cx="119366" cy="94748"/>
            </a:xfrm>
            <a:custGeom>
              <a:rect b="b" l="l" r="r" t="t"/>
              <a:pathLst>
                <a:path extrusionOk="0" h="1755" w="2211">
                  <a:moveTo>
                    <a:pt x="2077" y="1"/>
                  </a:moveTo>
                  <a:lnTo>
                    <a:pt x="0" y="1239"/>
                  </a:lnTo>
                  <a:lnTo>
                    <a:pt x="301" y="1755"/>
                  </a:lnTo>
                  <a:lnTo>
                    <a:pt x="2211" y="209"/>
                  </a:lnTo>
                  <a:lnTo>
                    <a:pt x="2077" y="1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9" name="Google Shape;1649;p1"/>
            <p:cNvSpPr/>
            <p:nvPr/>
          </p:nvSpPr>
          <p:spPr>
            <a:xfrm>
              <a:off x="1444779" y="1731664"/>
              <a:ext cx="964217" cy="497495"/>
            </a:xfrm>
            <a:custGeom>
              <a:rect b="b" l="l" r="r" t="t"/>
              <a:pathLst>
                <a:path extrusionOk="0" h="9215" w="17860">
                  <a:moveTo>
                    <a:pt x="17178" y="0"/>
                  </a:moveTo>
                  <a:lnTo>
                    <a:pt x="1" y="7856"/>
                  </a:lnTo>
                  <a:lnTo>
                    <a:pt x="1326" y="9215"/>
                  </a:lnTo>
                  <a:lnTo>
                    <a:pt x="17859" y="1649"/>
                  </a:lnTo>
                  <a:lnTo>
                    <a:pt x="17178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0" name="Google Shape;1650;p1"/>
            <p:cNvSpPr/>
            <p:nvPr/>
          </p:nvSpPr>
          <p:spPr>
            <a:xfrm>
              <a:off x="721630" y="1224892"/>
              <a:ext cx="798205" cy="490692"/>
            </a:xfrm>
            <a:custGeom>
              <a:rect b="b" l="l" r="r" t="t"/>
              <a:pathLst>
                <a:path extrusionOk="0" h="9089" w="14785">
                  <a:moveTo>
                    <a:pt x="8115" y="4388"/>
                  </a:moveTo>
                  <a:cubicBezTo>
                    <a:pt x="8728" y="4388"/>
                    <a:pt x="9375" y="4889"/>
                    <a:pt x="9687" y="5665"/>
                  </a:cubicBezTo>
                  <a:cubicBezTo>
                    <a:pt x="10067" y="6612"/>
                    <a:pt x="9803" y="7609"/>
                    <a:pt x="9097" y="7893"/>
                  </a:cubicBezTo>
                  <a:cubicBezTo>
                    <a:pt x="8969" y="7944"/>
                    <a:pt x="8835" y="7969"/>
                    <a:pt x="8700" y="7969"/>
                  </a:cubicBezTo>
                  <a:cubicBezTo>
                    <a:pt x="8087" y="7969"/>
                    <a:pt x="7440" y="7467"/>
                    <a:pt x="7129" y="6692"/>
                  </a:cubicBezTo>
                  <a:cubicBezTo>
                    <a:pt x="6746" y="5745"/>
                    <a:pt x="7011" y="4746"/>
                    <a:pt x="7717" y="4464"/>
                  </a:cubicBezTo>
                  <a:cubicBezTo>
                    <a:pt x="7845" y="4413"/>
                    <a:pt x="7980" y="4388"/>
                    <a:pt x="8115" y="4388"/>
                  </a:cubicBezTo>
                  <a:close/>
                  <a:moveTo>
                    <a:pt x="13410" y="1"/>
                  </a:moveTo>
                  <a:cubicBezTo>
                    <a:pt x="12896" y="802"/>
                    <a:pt x="12242" y="1540"/>
                    <a:pt x="11462" y="2175"/>
                  </a:cubicBezTo>
                  <a:cubicBezTo>
                    <a:pt x="12329" y="2324"/>
                    <a:pt x="12972" y="2920"/>
                    <a:pt x="12941" y="3604"/>
                  </a:cubicBezTo>
                  <a:cubicBezTo>
                    <a:pt x="12908" y="4335"/>
                    <a:pt x="12115" y="4898"/>
                    <a:pt x="11147" y="4898"/>
                  </a:cubicBezTo>
                  <a:cubicBezTo>
                    <a:pt x="11109" y="4898"/>
                    <a:pt x="11070" y="4897"/>
                    <a:pt x="11031" y="4895"/>
                  </a:cubicBezTo>
                  <a:cubicBezTo>
                    <a:pt x="10057" y="4851"/>
                    <a:pt x="9287" y="4251"/>
                    <a:pt x="9250" y="3535"/>
                  </a:cubicBezTo>
                  <a:cubicBezTo>
                    <a:pt x="7975" y="4106"/>
                    <a:pt x="6649" y="4381"/>
                    <a:pt x="5368" y="4393"/>
                  </a:cubicBezTo>
                  <a:cubicBezTo>
                    <a:pt x="5511" y="4417"/>
                    <a:pt x="5648" y="4470"/>
                    <a:pt x="5771" y="4552"/>
                  </a:cubicBezTo>
                  <a:cubicBezTo>
                    <a:pt x="6407" y="4972"/>
                    <a:pt x="6464" y="6003"/>
                    <a:pt x="5899" y="6853"/>
                  </a:cubicBezTo>
                  <a:cubicBezTo>
                    <a:pt x="5497" y="7458"/>
                    <a:pt x="4888" y="7809"/>
                    <a:pt x="4342" y="7809"/>
                  </a:cubicBezTo>
                  <a:cubicBezTo>
                    <a:pt x="4122" y="7809"/>
                    <a:pt x="3911" y="7752"/>
                    <a:pt x="3729" y="7631"/>
                  </a:cubicBezTo>
                  <a:cubicBezTo>
                    <a:pt x="3093" y="7211"/>
                    <a:pt x="3037" y="6181"/>
                    <a:pt x="3601" y="5330"/>
                  </a:cubicBezTo>
                  <a:cubicBezTo>
                    <a:pt x="3958" y="4793"/>
                    <a:pt x="4476" y="4457"/>
                    <a:pt x="4970" y="4387"/>
                  </a:cubicBezTo>
                  <a:cubicBezTo>
                    <a:pt x="4326" y="4365"/>
                    <a:pt x="3694" y="4278"/>
                    <a:pt x="3089" y="4124"/>
                  </a:cubicBezTo>
                  <a:lnTo>
                    <a:pt x="3043" y="4124"/>
                  </a:lnTo>
                  <a:cubicBezTo>
                    <a:pt x="2536" y="4101"/>
                    <a:pt x="2084" y="3927"/>
                    <a:pt x="1762" y="3664"/>
                  </a:cubicBezTo>
                  <a:cubicBezTo>
                    <a:pt x="1185" y="3408"/>
                    <a:pt x="645" y="3090"/>
                    <a:pt x="154" y="2711"/>
                  </a:cubicBezTo>
                  <a:lnTo>
                    <a:pt x="154" y="2711"/>
                  </a:lnTo>
                  <a:cubicBezTo>
                    <a:pt x="1" y="3592"/>
                    <a:pt x="60" y="4496"/>
                    <a:pt x="369" y="5365"/>
                  </a:cubicBezTo>
                  <a:cubicBezTo>
                    <a:pt x="1200" y="7691"/>
                    <a:pt x="3586" y="9088"/>
                    <a:pt x="6279" y="9088"/>
                  </a:cubicBezTo>
                  <a:cubicBezTo>
                    <a:pt x="7177" y="9088"/>
                    <a:pt x="8109" y="8933"/>
                    <a:pt x="9028" y="8604"/>
                  </a:cubicBezTo>
                  <a:cubicBezTo>
                    <a:pt x="12703" y="7293"/>
                    <a:pt x="14784" y="3714"/>
                    <a:pt x="13676" y="613"/>
                  </a:cubicBezTo>
                  <a:cubicBezTo>
                    <a:pt x="13602" y="402"/>
                    <a:pt x="13512" y="198"/>
                    <a:pt x="13410" y="1"/>
                  </a:cubicBez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1" name="Google Shape;1651;p1"/>
            <p:cNvSpPr/>
            <p:nvPr/>
          </p:nvSpPr>
          <p:spPr>
            <a:xfrm>
              <a:off x="1213501" y="1063365"/>
              <a:ext cx="299577" cy="597264"/>
            </a:xfrm>
            <a:custGeom>
              <a:rect b="b" l="l" r="r" t="t"/>
              <a:pathLst>
                <a:path extrusionOk="0" h="11063" w="5549">
                  <a:moveTo>
                    <a:pt x="0" y="1"/>
                  </a:moveTo>
                  <a:lnTo>
                    <a:pt x="143" y="1428"/>
                  </a:lnTo>
                  <a:cubicBezTo>
                    <a:pt x="390" y="1294"/>
                    <a:pt x="648" y="1223"/>
                    <a:pt x="894" y="1223"/>
                  </a:cubicBezTo>
                  <a:cubicBezTo>
                    <a:pt x="1114" y="1223"/>
                    <a:pt x="1323" y="1280"/>
                    <a:pt x="1505" y="1401"/>
                  </a:cubicBezTo>
                  <a:cubicBezTo>
                    <a:pt x="2140" y="1822"/>
                    <a:pt x="2195" y="2852"/>
                    <a:pt x="1632" y="3701"/>
                  </a:cubicBezTo>
                  <a:cubicBezTo>
                    <a:pt x="1322" y="4167"/>
                    <a:pt x="891" y="4481"/>
                    <a:pt x="461" y="4602"/>
                  </a:cubicBezTo>
                  <a:lnTo>
                    <a:pt x="561" y="5602"/>
                  </a:lnTo>
                  <a:cubicBezTo>
                    <a:pt x="891" y="5310"/>
                    <a:pt x="1384" y="5129"/>
                    <a:pt x="1933" y="5129"/>
                  </a:cubicBezTo>
                  <a:cubicBezTo>
                    <a:pt x="1971" y="5129"/>
                    <a:pt x="2009" y="5130"/>
                    <a:pt x="2047" y="5131"/>
                  </a:cubicBezTo>
                  <a:cubicBezTo>
                    <a:pt x="3067" y="5179"/>
                    <a:pt x="3865" y="5833"/>
                    <a:pt x="3830" y="6593"/>
                  </a:cubicBezTo>
                  <a:cubicBezTo>
                    <a:pt x="3797" y="7326"/>
                    <a:pt x="3002" y="7888"/>
                    <a:pt x="2033" y="7888"/>
                  </a:cubicBezTo>
                  <a:cubicBezTo>
                    <a:pt x="1996" y="7888"/>
                    <a:pt x="1958" y="7887"/>
                    <a:pt x="1920" y="7886"/>
                  </a:cubicBezTo>
                  <a:cubicBezTo>
                    <a:pt x="1469" y="7864"/>
                    <a:pt x="1062" y="7727"/>
                    <a:pt x="752" y="7512"/>
                  </a:cubicBezTo>
                  <a:lnTo>
                    <a:pt x="752" y="7512"/>
                  </a:lnTo>
                  <a:lnTo>
                    <a:pt x="1107" y="11062"/>
                  </a:lnTo>
                  <a:cubicBezTo>
                    <a:pt x="4024" y="9473"/>
                    <a:pt x="5549" y="6353"/>
                    <a:pt x="4568" y="3604"/>
                  </a:cubicBezTo>
                  <a:cubicBezTo>
                    <a:pt x="3880" y="1674"/>
                    <a:pt x="2116" y="384"/>
                    <a:pt x="0" y="1"/>
                  </a:cubicBez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2" name="Google Shape;1652;p1"/>
            <p:cNvSpPr/>
            <p:nvPr/>
          </p:nvSpPr>
          <p:spPr>
            <a:xfrm>
              <a:off x="682004" y="1080694"/>
              <a:ext cx="321388" cy="630790"/>
            </a:xfrm>
            <a:custGeom>
              <a:rect b="b" l="l" r="r" t="t"/>
              <a:pathLst>
                <a:path extrusionOk="0" h="11684" w="5953">
                  <a:moveTo>
                    <a:pt x="3791" y="4038"/>
                  </a:moveTo>
                  <a:cubicBezTo>
                    <a:pt x="3829" y="4038"/>
                    <a:pt x="3866" y="4039"/>
                    <a:pt x="3904" y="4040"/>
                  </a:cubicBezTo>
                  <a:cubicBezTo>
                    <a:pt x="4924" y="4087"/>
                    <a:pt x="5722" y="4743"/>
                    <a:pt x="5687" y="5503"/>
                  </a:cubicBezTo>
                  <a:cubicBezTo>
                    <a:pt x="5652" y="6234"/>
                    <a:pt x="4860" y="6797"/>
                    <a:pt x="3893" y="6797"/>
                  </a:cubicBezTo>
                  <a:cubicBezTo>
                    <a:pt x="3855" y="6797"/>
                    <a:pt x="3816" y="6796"/>
                    <a:pt x="3777" y="6795"/>
                  </a:cubicBezTo>
                  <a:cubicBezTo>
                    <a:pt x="2759" y="6749"/>
                    <a:pt x="1960" y="6093"/>
                    <a:pt x="1995" y="5333"/>
                  </a:cubicBezTo>
                  <a:cubicBezTo>
                    <a:pt x="2028" y="4601"/>
                    <a:pt x="2821" y="4038"/>
                    <a:pt x="3791" y="4038"/>
                  </a:cubicBezTo>
                  <a:close/>
                  <a:moveTo>
                    <a:pt x="5884" y="0"/>
                  </a:moveTo>
                  <a:cubicBezTo>
                    <a:pt x="5841" y="15"/>
                    <a:pt x="5798" y="28"/>
                    <a:pt x="5757" y="43"/>
                  </a:cubicBezTo>
                  <a:cubicBezTo>
                    <a:pt x="2082" y="1355"/>
                    <a:pt x="1" y="4934"/>
                    <a:pt x="1109" y="8036"/>
                  </a:cubicBezTo>
                  <a:cubicBezTo>
                    <a:pt x="1827" y="10048"/>
                    <a:pt x="3713" y="11365"/>
                    <a:pt x="5953" y="11683"/>
                  </a:cubicBezTo>
                  <a:lnTo>
                    <a:pt x="5940" y="10209"/>
                  </a:lnTo>
                  <a:cubicBezTo>
                    <a:pt x="5660" y="10385"/>
                    <a:pt x="5360" y="10481"/>
                    <a:pt x="5076" y="10481"/>
                  </a:cubicBezTo>
                  <a:cubicBezTo>
                    <a:pt x="4856" y="10481"/>
                    <a:pt x="4646" y="10423"/>
                    <a:pt x="4464" y="10302"/>
                  </a:cubicBezTo>
                  <a:cubicBezTo>
                    <a:pt x="3828" y="9882"/>
                    <a:pt x="3773" y="8852"/>
                    <a:pt x="4337" y="8001"/>
                  </a:cubicBezTo>
                  <a:cubicBezTo>
                    <a:pt x="4738" y="7396"/>
                    <a:pt x="5344" y="7047"/>
                    <a:pt x="5891" y="7047"/>
                  </a:cubicBezTo>
                  <a:cubicBezTo>
                    <a:pt x="5902" y="7047"/>
                    <a:pt x="5913" y="7048"/>
                    <a:pt x="5924" y="7048"/>
                  </a:cubicBezTo>
                  <a:lnTo>
                    <a:pt x="5906" y="3828"/>
                  </a:lnTo>
                  <a:cubicBezTo>
                    <a:pt x="5608" y="3596"/>
                    <a:pt x="5349" y="3251"/>
                    <a:pt x="5194" y="2829"/>
                  </a:cubicBezTo>
                  <a:cubicBezTo>
                    <a:pt x="4838" y="1873"/>
                    <a:pt x="5128" y="882"/>
                    <a:pt x="5841" y="617"/>
                  </a:cubicBezTo>
                  <a:cubicBezTo>
                    <a:pt x="5857" y="613"/>
                    <a:pt x="5871" y="609"/>
                    <a:pt x="5888" y="603"/>
                  </a:cubicBezTo>
                  <a:lnTo>
                    <a:pt x="5884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3" name="Google Shape;1653;p1"/>
            <p:cNvSpPr/>
            <p:nvPr/>
          </p:nvSpPr>
          <p:spPr>
            <a:xfrm>
              <a:off x="1213501" y="1063365"/>
              <a:ext cx="29099" cy="77148"/>
            </a:xfrm>
            <a:custGeom>
              <a:rect b="b" l="l" r="r" t="t"/>
              <a:pathLst>
                <a:path extrusionOk="0" h="1429" w="539">
                  <a:moveTo>
                    <a:pt x="0" y="1"/>
                  </a:moveTo>
                  <a:lnTo>
                    <a:pt x="143" y="1428"/>
                  </a:lnTo>
                  <a:cubicBezTo>
                    <a:pt x="272" y="1358"/>
                    <a:pt x="405" y="1305"/>
                    <a:pt x="538" y="1272"/>
                  </a:cubicBezTo>
                  <a:lnTo>
                    <a:pt x="329" y="71"/>
                  </a:lnTo>
                  <a:cubicBezTo>
                    <a:pt x="219" y="47"/>
                    <a:pt x="110" y="22"/>
                    <a:pt x="0" y="1"/>
                  </a:cubicBez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4" name="Google Shape;1654;p1"/>
            <p:cNvSpPr/>
            <p:nvPr/>
          </p:nvSpPr>
          <p:spPr>
            <a:xfrm>
              <a:off x="1238389" y="1295453"/>
              <a:ext cx="41462" cy="70400"/>
            </a:xfrm>
            <a:custGeom>
              <a:rect b="b" l="l" r="r" t="t"/>
              <a:pathLst>
                <a:path extrusionOk="0" h="1304" w="768">
                  <a:moveTo>
                    <a:pt x="604" y="1"/>
                  </a:moveTo>
                  <a:cubicBezTo>
                    <a:pt x="411" y="142"/>
                    <a:pt x="206" y="245"/>
                    <a:pt x="0" y="303"/>
                  </a:cubicBezTo>
                  <a:lnTo>
                    <a:pt x="100" y="1303"/>
                  </a:lnTo>
                  <a:cubicBezTo>
                    <a:pt x="279" y="1146"/>
                    <a:pt x="508" y="1020"/>
                    <a:pt x="767" y="938"/>
                  </a:cubicBezTo>
                  <a:lnTo>
                    <a:pt x="604" y="1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5" name="Google Shape;1655;p1"/>
            <p:cNvSpPr/>
            <p:nvPr/>
          </p:nvSpPr>
          <p:spPr>
            <a:xfrm>
              <a:off x="1254045" y="1468966"/>
              <a:ext cx="74341" cy="191710"/>
            </a:xfrm>
            <a:custGeom>
              <a:rect b="b" l="l" r="r" t="t"/>
              <a:pathLst>
                <a:path extrusionOk="0" h="3551" w="1377">
                  <a:moveTo>
                    <a:pt x="1" y="0"/>
                  </a:moveTo>
                  <a:lnTo>
                    <a:pt x="356" y="3551"/>
                  </a:lnTo>
                  <a:cubicBezTo>
                    <a:pt x="718" y="3353"/>
                    <a:pt x="1060" y="3131"/>
                    <a:pt x="1376" y="2892"/>
                  </a:cubicBezTo>
                  <a:lnTo>
                    <a:pt x="934" y="351"/>
                  </a:lnTo>
                  <a:cubicBezTo>
                    <a:pt x="578" y="301"/>
                    <a:pt x="256" y="175"/>
                    <a:pt x="1" y="0"/>
                  </a:cubicBez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6" name="Google Shape;1656;p1"/>
            <p:cNvSpPr/>
            <p:nvPr/>
          </p:nvSpPr>
          <p:spPr>
            <a:xfrm>
              <a:off x="1538446" y="909179"/>
              <a:ext cx="718034" cy="404150"/>
            </a:xfrm>
            <a:custGeom>
              <a:rect b="b" l="l" r="r" t="t"/>
              <a:pathLst>
                <a:path extrusionOk="0" h="7486" w="13300">
                  <a:moveTo>
                    <a:pt x="7356" y="3248"/>
                  </a:moveTo>
                  <a:cubicBezTo>
                    <a:pt x="7909" y="3248"/>
                    <a:pt x="8494" y="3700"/>
                    <a:pt x="8773" y="4399"/>
                  </a:cubicBezTo>
                  <a:cubicBezTo>
                    <a:pt x="9117" y="5252"/>
                    <a:pt x="8879" y="6149"/>
                    <a:pt x="8242" y="6406"/>
                  </a:cubicBezTo>
                  <a:cubicBezTo>
                    <a:pt x="8127" y="6452"/>
                    <a:pt x="8006" y="6474"/>
                    <a:pt x="7884" y="6474"/>
                  </a:cubicBezTo>
                  <a:cubicBezTo>
                    <a:pt x="7333" y="6474"/>
                    <a:pt x="6750" y="6022"/>
                    <a:pt x="6469" y="5323"/>
                  </a:cubicBezTo>
                  <a:cubicBezTo>
                    <a:pt x="6125" y="4470"/>
                    <a:pt x="6364" y="3571"/>
                    <a:pt x="7001" y="3315"/>
                  </a:cubicBezTo>
                  <a:cubicBezTo>
                    <a:pt x="7115" y="3269"/>
                    <a:pt x="7235" y="3248"/>
                    <a:pt x="7356" y="3248"/>
                  </a:cubicBezTo>
                  <a:close/>
                  <a:moveTo>
                    <a:pt x="12422" y="1"/>
                  </a:moveTo>
                  <a:cubicBezTo>
                    <a:pt x="12023" y="528"/>
                    <a:pt x="11540" y="1020"/>
                    <a:pt x="10985" y="1460"/>
                  </a:cubicBezTo>
                  <a:cubicBezTo>
                    <a:pt x="11439" y="1702"/>
                    <a:pt x="11727" y="2101"/>
                    <a:pt x="11706" y="2540"/>
                  </a:cubicBezTo>
                  <a:cubicBezTo>
                    <a:pt x="11678" y="3200"/>
                    <a:pt x="10961" y="3708"/>
                    <a:pt x="10090" y="3708"/>
                  </a:cubicBezTo>
                  <a:cubicBezTo>
                    <a:pt x="10056" y="3708"/>
                    <a:pt x="10022" y="3707"/>
                    <a:pt x="9987" y="3706"/>
                  </a:cubicBezTo>
                  <a:cubicBezTo>
                    <a:pt x="9291" y="3673"/>
                    <a:pt x="8712" y="3328"/>
                    <a:pt x="8484" y="2864"/>
                  </a:cubicBezTo>
                  <a:cubicBezTo>
                    <a:pt x="7471" y="3240"/>
                    <a:pt x="6446" y="3420"/>
                    <a:pt x="5471" y="3420"/>
                  </a:cubicBezTo>
                  <a:cubicBezTo>
                    <a:pt x="5406" y="3420"/>
                    <a:pt x="5341" y="3420"/>
                    <a:pt x="5276" y="3418"/>
                  </a:cubicBezTo>
                  <a:lnTo>
                    <a:pt x="5276" y="3418"/>
                  </a:lnTo>
                  <a:cubicBezTo>
                    <a:pt x="5819" y="3807"/>
                    <a:pt x="5863" y="4716"/>
                    <a:pt x="5363" y="5469"/>
                  </a:cubicBezTo>
                  <a:cubicBezTo>
                    <a:pt x="5001" y="6015"/>
                    <a:pt x="4453" y="6332"/>
                    <a:pt x="3960" y="6332"/>
                  </a:cubicBezTo>
                  <a:cubicBezTo>
                    <a:pt x="3761" y="6332"/>
                    <a:pt x="3571" y="6280"/>
                    <a:pt x="3406" y="6171"/>
                  </a:cubicBezTo>
                  <a:cubicBezTo>
                    <a:pt x="2834" y="5791"/>
                    <a:pt x="2784" y="4864"/>
                    <a:pt x="3293" y="4098"/>
                  </a:cubicBezTo>
                  <a:cubicBezTo>
                    <a:pt x="3545" y="3716"/>
                    <a:pt x="3889" y="3445"/>
                    <a:pt x="4241" y="3319"/>
                  </a:cubicBezTo>
                  <a:cubicBezTo>
                    <a:pt x="3826" y="3249"/>
                    <a:pt x="3426" y="3146"/>
                    <a:pt x="3049" y="3006"/>
                  </a:cubicBezTo>
                  <a:cubicBezTo>
                    <a:pt x="2986" y="3010"/>
                    <a:pt x="2923" y="3013"/>
                    <a:pt x="2859" y="3013"/>
                  </a:cubicBezTo>
                  <a:cubicBezTo>
                    <a:pt x="2836" y="3013"/>
                    <a:pt x="2813" y="3012"/>
                    <a:pt x="2789" y="3011"/>
                  </a:cubicBezTo>
                  <a:cubicBezTo>
                    <a:pt x="1951" y="2974"/>
                    <a:pt x="1279" y="2477"/>
                    <a:pt x="1193" y="1869"/>
                  </a:cubicBezTo>
                  <a:cubicBezTo>
                    <a:pt x="890" y="1578"/>
                    <a:pt x="628" y="1245"/>
                    <a:pt x="415" y="878"/>
                  </a:cubicBezTo>
                  <a:cubicBezTo>
                    <a:pt x="38" y="1932"/>
                    <a:pt x="1" y="3063"/>
                    <a:pt x="379" y="4129"/>
                  </a:cubicBezTo>
                  <a:cubicBezTo>
                    <a:pt x="1128" y="6226"/>
                    <a:pt x="3280" y="7485"/>
                    <a:pt x="5706" y="7485"/>
                  </a:cubicBezTo>
                  <a:cubicBezTo>
                    <a:pt x="6516" y="7485"/>
                    <a:pt x="7355" y="7345"/>
                    <a:pt x="8183" y="7050"/>
                  </a:cubicBezTo>
                  <a:cubicBezTo>
                    <a:pt x="11434" y="5889"/>
                    <a:pt x="13300" y="2761"/>
                    <a:pt x="12422" y="1"/>
                  </a:cubicBez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7" name="Google Shape;1657;p1"/>
            <p:cNvSpPr/>
            <p:nvPr/>
          </p:nvSpPr>
          <p:spPr>
            <a:xfrm>
              <a:off x="1504974" y="740471"/>
              <a:ext cx="288563" cy="561794"/>
            </a:xfrm>
            <a:custGeom>
              <a:rect b="b" l="l" r="r" t="t"/>
              <a:pathLst>
                <a:path extrusionOk="0" h="10406" w="5345">
                  <a:moveTo>
                    <a:pt x="5345" y="1"/>
                  </a:moveTo>
                  <a:lnTo>
                    <a:pt x="5345" y="1"/>
                  </a:lnTo>
                  <a:cubicBezTo>
                    <a:pt x="5292" y="18"/>
                    <a:pt x="5240" y="34"/>
                    <a:pt x="5189" y="52"/>
                  </a:cubicBezTo>
                  <a:cubicBezTo>
                    <a:pt x="1876" y="1235"/>
                    <a:pt x="1" y="4460"/>
                    <a:pt x="1000" y="7254"/>
                  </a:cubicBezTo>
                  <a:cubicBezTo>
                    <a:pt x="1571" y="8858"/>
                    <a:pt x="2967" y="9970"/>
                    <a:pt x="4679" y="10405"/>
                  </a:cubicBezTo>
                  <a:lnTo>
                    <a:pt x="4739" y="9446"/>
                  </a:lnTo>
                  <a:lnTo>
                    <a:pt x="4739" y="9446"/>
                  </a:lnTo>
                  <a:cubicBezTo>
                    <a:pt x="4684" y="9453"/>
                    <a:pt x="4629" y="9457"/>
                    <a:pt x="4575" y="9457"/>
                  </a:cubicBezTo>
                  <a:cubicBezTo>
                    <a:pt x="4377" y="9457"/>
                    <a:pt x="4188" y="9407"/>
                    <a:pt x="4024" y="9299"/>
                  </a:cubicBezTo>
                  <a:cubicBezTo>
                    <a:pt x="3451" y="8919"/>
                    <a:pt x="3401" y="7990"/>
                    <a:pt x="3909" y="7224"/>
                  </a:cubicBezTo>
                  <a:cubicBezTo>
                    <a:pt x="4180" y="6816"/>
                    <a:pt x="4555" y="6537"/>
                    <a:pt x="4933" y="6423"/>
                  </a:cubicBezTo>
                  <a:lnTo>
                    <a:pt x="4997" y="5406"/>
                  </a:lnTo>
                  <a:lnTo>
                    <a:pt x="4997" y="5406"/>
                  </a:lnTo>
                  <a:cubicBezTo>
                    <a:pt x="4750" y="5843"/>
                    <a:pt x="4175" y="6139"/>
                    <a:pt x="3507" y="6139"/>
                  </a:cubicBezTo>
                  <a:cubicBezTo>
                    <a:pt x="3474" y="6139"/>
                    <a:pt x="3440" y="6138"/>
                    <a:pt x="3407" y="6136"/>
                  </a:cubicBezTo>
                  <a:cubicBezTo>
                    <a:pt x="2486" y="6093"/>
                    <a:pt x="1767" y="5505"/>
                    <a:pt x="1799" y="4819"/>
                  </a:cubicBezTo>
                  <a:cubicBezTo>
                    <a:pt x="1829" y="4159"/>
                    <a:pt x="2544" y="3652"/>
                    <a:pt x="3419" y="3652"/>
                  </a:cubicBezTo>
                  <a:cubicBezTo>
                    <a:pt x="3452" y="3652"/>
                    <a:pt x="3487" y="3653"/>
                    <a:pt x="3521" y="3654"/>
                  </a:cubicBezTo>
                  <a:cubicBezTo>
                    <a:pt x="4247" y="3688"/>
                    <a:pt x="4848" y="4064"/>
                    <a:pt x="5053" y="4560"/>
                  </a:cubicBezTo>
                  <a:lnTo>
                    <a:pt x="5133" y="3291"/>
                  </a:lnTo>
                  <a:cubicBezTo>
                    <a:pt x="4945" y="3097"/>
                    <a:pt x="4788" y="2851"/>
                    <a:pt x="4681" y="2563"/>
                  </a:cubicBezTo>
                  <a:cubicBezTo>
                    <a:pt x="4360" y="1700"/>
                    <a:pt x="4622" y="807"/>
                    <a:pt x="5263" y="569"/>
                  </a:cubicBezTo>
                  <a:cubicBezTo>
                    <a:pt x="5278" y="563"/>
                    <a:pt x="5292" y="561"/>
                    <a:pt x="5309" y="556"/>
                  </a:cubicBezTo>
                  <a:lnTo>
                    <a:pt x="5345" y="1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8" name="Google Shape;1658;p1"/>
            <p:cNvSpPr/>
            <p:nvPr/>
          </p:nvSpPr>
          <p:spPr>
            <a:xfrm>
              <a:off x="1963158" y="722386"/>
              <a:ext cx="294556" cy="557205"/>
            </a:xfrm>
            <a:custGeom>
              <a:rect b="b" l="l" r="r" t="t"/>
              <a:pathLst>
                <a:path extrusionOk="0" h="10321" w="5456">
                  <a:moveTo>
                    <a:pt x="2131" y="4681"/>
                  </a:moveTo>
                  <a:cubicBezTo>
                    <a:pt x="2165" y="4681"/>
                    <a:pt x="2199" y="4682"/>
                    <a:pt x="2233" y="4683"/>
                  </a:cubicBezTo>
                  <a:cubicBezTo>
                    <a:pt x="3151" y="4726"/>
                    <a:pt x="3870" y="5315"/>
                    <a:pt x="3839" y="6000"/>
                  </a:cubicBezTo>
                  <a:cubicBezTo>
                    <a:pt x="3811" y="6660"/>
                    <a:pt x="3094" y="7168"/>
                    <a:pt x="2223" y="7168"/>
                  </a:cubicBezTo>
                  <a:cubicBezTo>
                    <a:pt x="2189" y="7168"/>
                    <a:pt x="2155" y="7167"/>
                    <a:pt x="2120" y="7166"/>
                  </a:cubicBezTo>
                  <a:cubicBezTo>
                    <a:pt x="1200" y="7123"/>
                    <a:pt x="483" y="6534"/>
                    <a:pt x="513" y="5849"/>
                  </a:cubicBezTo>
                  <a:cubicBezTo>
                    <a:pt x="542" y="5189"/>
                    <a:pt x="1258" y="4681"/>
                    <a:pt x="2131" y="4681"/>
                  </a:cubicBezTo>
                  <a:close/>
                  <a:moveTo>
                    <a:pt x="0" y="1"/>
                  </a:moveTo>
                  <a:lnTo>
                    <a:pt x="123" y="1627"/>
                  </a:lnTo>
                  <a:cubicBezTo>
                    <a:pt x="447" y="1327"/>
                    <a:pt x="835" y="1160"/>
                    <a:pt x="1193" y="1160"/>
                  </a:cubicBezTo>
                  <a:cubicBezTo>
                    <a:pt x="1391" y="1160"/>
                    <a:pt x="1580" y="1211"/>
                    <a:pt x="1744" y="1319"/>
                  </a:cubicBezTo>
                  <a:cubicBezTo>
                    <a:pt x="2315" y="1699"/>
                    <a:pt x="2366" y="2628"/>
                    <a:pt x="1858" y="3394"/>
                  </a:cubicBezTo>
                  <a:cubicBezTo>
                    <a:pt x="1497" y="3938"/>
                    <a:pt x="951" y="4254"/>
                    <a:pt x="459" y="4254"/>
                  </a:cubicBezTo>
                  <a:cubicBezTo>
                    <a:pt x="413" y="4254"/>
                    <a:pt x="367" y="4251"/>
                    <a:pt x="322" y="4245"/>
                  </a:cubicBezTo>
                  <a:lnTo>
                    <a:pt x="322" y="4245"/>
                  </a:lnTo>
                  <a:lnTo>
                    <a:pt x="553" y="7267"/>
                  </a:lnTo>
                  <a:cubicBezTo>
                    <a:pt x="694" y="7433"/>
                    <a:pt x="818" y="7632"/>
                    <a:pt x="906" y="7859"/>
                  </a:cubicBezTo>
                  <a:cubicBezTo>
                    <a:pt x="1175" y="8527"/>
                    <a:pt x="1085" y="9221"/>
                    <a:pt x="732" y="9615"/>
                  </a:cubicBezTo>
                  <a:lnTo>
                    <a:pt x="785" y="10321"/>
                  </a:lnTo>
                  <a:cubicBezTo>
                    <a:pt x="3801" y="9012"/>
                    <a:pt x="5456" y="5965"/>
                    <a:pt x="4505" y="3306"/>
                  </a:cubicBezTo>
                  <a:cubicBezTo>
                    <a:pt x="3841" y="1450"/>
                    <a:pt x="2079" y="251"/>
                    <a:pt x="0" y="1"/>
                  </a:cubicBez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9" name="Google Shape;1659;p1"/>
            <p:cNvSpPr/>
            <p:nvPr/>
          </p:nvSpPr>
          <p:spPr>
            <a:xfrm>
              <a:off x="1980542" y="941247"/>
              <a:ext cx="88216" cy="338340"/>
            </a:xfrm>
            <a:custGeom>
              <a:rect b="b" l="l" r="r" t="t"/>
              <a:pathLst>
                <a:path extrusionOk="0" h="6267" w="1634">
                  <a:moveTo>
                    <a:pt x="835" y="1"/>
                  </a:moveTo>
                  <a:cubicBezTo>
                    <a:pt x="606" y="130"/>
                    <a:pt x="365" y="200"/>
                    <a:pt x="136" y="200"/>
                  </a:cubicBezTo>
                  <a:cubicBezTo>
                    <a:pt x="90" y="200"/>
                    <a:pt x="45" y="197"/>
                    <a:pt x="0" y="191"/>
                  </a:cubicBezTo>
                  <a:lnTo>
                    <a:pt x="0" y="191"/>
                  </a:lnTo>
                  <a:lnTo>
                    <a:pt x="231" y="3213"/>
                  </a:lnTo>
                  <a:cubicBezTo>
                    <a:pt x="372" y="3379"/>
                    <a:pt x="496" y="3578"/>
                    <a:pt x="584" y="3805"/>
                  </a:cubicBezTo>
                  <a:cubicBezTo>
                    <a:pt x="853" y="4473"/>
                    <a:pt x="763" y="5167"/>
                    <a:pt x="410" y="5561"/>
                  </a:cubicBezTo>
                  <a:lnTo>
                    <a:pt x="463" y="6267"/>
                  </a:lnTo>
                  <a:cubicBezTo>
                    <a:pt x="881" y="6085"/>
                    <a:pt x="1270" y="5870"/>
                    <a:pt x="1634" y="5627"/>
                  </a:cubicBezTo>
                  <a:lnTo>
                    <a:pt x="1263" y="3019"/>
                  </a:lnTo>
                  <a:cubicBezTo>
                    <a:pt x="616" y="2821"/>
                    <a:pt x="166" y="2339"/>
                    <a:pt x="191" y="1793"/>
                  </a:cubicBezTo>
                  <a:cubicBezTo>
                    <a:pt x="211" y="1372"/>
                    <a:pt x="510" y="1013"/>
                    <a:pt x="949" y="808"/>
                  </a:cubicBezTo>
                  <a:lnTo>
                    <a:pt x="835" y="1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0" name="Google Shape;1660;p1"/>
            <p:cNvSpPr/>
            <p:nvPr/>
          </p:nvSpPr>
          <p:spPr>
            <a:xfrm>
              <a:off x="1962996" y="722332"/>
              <a:ext cx="41138" cy="87838"/>
            </a:xfrm>
            <a:custGeom>
              <a:rect b="b" l="l" r="r" t="t"/>
              <a:pathLst>
                <a:path extrusionOk="0" h="1627" w="762">
                  <a:moveTo>
                    <a:pt x="0" y="0"/>
                  </a:moveTo>
                  <a:lnTo>
                    <a:pt x="125" y="1627"/>
                  </a:lnTo>
                  <a:cubicBezTo>
                    <a:pt x="321" y="1448"/>
                    <a:pt x="540" y="1315"/>
                    <a:pt x="762" y="1239"/>
                  </a:cubicBezTo>
                  <a:lnTo>
                    <a:pt x="600" y="104"/>
                  </a:lnTo>
                  <a:cubicBezTo>
                    <a:pt x="404" y="61"/>
                    <a:pt x="205" y="25"/>
                    <a:pt x="0" y="0"/>
                  </a:cubicBez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1" name="Google Shape;1661;p1"/>
            <p:cNvSpPr/>
            <p:nvPr/>
          </p:nvSpPr>
          <p:spPr>
            <a:xfrm>
              <a:off x="1904799" y="979793"/>
              <a:ext cx="24942" cy="19597"/>
            </a:xfrm>
            <a:custGeom>
              <a:rect b="b" l="l" r="r" t="t"/>
              <a:pathLst>
                <a:path extrusionOk="0" h="363" w="462">
                  <a:moveTo>
                    <a:pt x="163" y="0"/>
                  </a:moveTo>
                  <a:cubicBezTo>
                    <a:pt x="116" y="0"/>
                    <a:pt x="75" y="17"/>
                    <a:pt x="50" y="50"/>
                  </a:cubicBezTo>
                  <a:cubicBezTo>
                    <a:pt x="0" y="120"/>
                    <a:pt x="39" y="235"/>
                    <a:pt x="138" y="306"/>
                  </a:cubicBezTo>
                  <a:cubicBezTo>
                    <a:pt x="188" y="344"/>
                    <a:pt x="245" y="362"/>
                    <a:pt x="295" y="362"/>
                  </a:cubicBezTo>
                  <a:cubicBezTo>
                    <a:pt x="343" y="362"/>
                    <a:pt x="385" y="345"/>
                    <a:pt x="410" y="312"/>
                  </a:cubicBezTo>
                  <a:cubicBezTo>
                    <a:pt x="461" y="245"/>
                    <a:pt x="423" y="129"/>
                    <a:pt x="322" y="57"/>
                  </a:cubicBezTo>
                  <a:cubicBezTo>
                    <a:pt x="271" y="19"/>
                    <a:pt x="214" y="0"/>
                    <a:pt x="163" y="0"/>
                  </a:cubicBez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2" name="Google Shape;1662;p1"/>
            <p:cNvSpPr/>
            <p:nvPr/>
          </p:nvSpPr>
          <p:spPr>
            <a:xfrm>
              <a:off x="1120428" y="1350357"/>
              <a:ext cx="30665" cy="24240"/>
            </a:xfrm>
            <a:custGeom>
              <a:rect b="b" l="l" r="r" t="t"/>
              <a:pathLst>
                <a:path extrusionOk="0" h="449" w="568">
                  <a:moveTo>
                    <a:pt x="202" y="0"/>
                  </a:moveTo>
                  <a:cubicBezTo>
                    <a:pt x="144" y="0"/>
                    <a:pt x="93" y="21"/>
                    <a:pt x="64" y="62"/>
                  </a:cubicBezTo>
                  <a:cubicBezTo>
                    <a:pt x="1" y="148"/>
                    <a:pt x="49" y="289"/>
                    <a:pt x="172" y="379"/>
                  </a:cubicBezTo>
                  <a:cubicBezTo>
                    <a:pt x="235" y="425"/>
                    <a:pt x="306" y="449"/>
                    <a:pt x="368" y="449"/>
                  </a:cubicBezTo>
                  <a:cubicBezTo>
                    <a:pt x="426" y="449"/>
                    <a:pt x="477" y="428"/>
                    <a:pt x="507" y="387"/>
                  </a:cubicBezTo>
                  <a:cubicBezTo>
                    <a:pt x="568" y="301"/>
                    <a:pt x="519" y="159"/>
                    <a:pt x="397" y="70"/>
                  </a:cubicBezTo>
                  <a:cubicBezTo>
                    <a:pt x="334" y="24"/>
                    <a:pt x="264" y="0"/>
                    <a:pt x="202" y="0"/>
                  </a:cubicBez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3" name="Google Shape;1663;p1"/>
            <p:cNvSpPr/>
            <p:nvPr/>
          </p:nvSpPr>
          <p:spPr>
            <a:xfrm>
              <a:off x="1844604" y="1397271"/>
              <a:ext cx="522869" cy="570216"/>
            </a:xfrm>
            <a:custGeom>
              <a:rect b="b" l="l" r="r" t="t"/>
              <a:pathLst>
                <a:path extrusionOk="0" h="10562" w="9685">
                  <a:moveTo>
                    <a:pt x="6366" y="0"/>
                  </a:moveTo>
                  <a:lnTo>
                    <a:pt x="0" y="3257"/>
                  </a:lnTo>
                  <a:lnTo>
                    <a:pt x="3313" y="10562"/>
                  </a:lnTo>
                  <a:lnTo>
                    <a:pt x="9684" y="7955"/>
                  </a:lnTo>
                  <a:lnTo>
                    <a:pt x="63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4" name="Google Shape;1664;p1"/>
            <p:cNvSpPr/>
            <p:nvPr/>
          </p:nvSpPr>
          <p:spPr>
            <a:xfrm>
              <a:off x="2039819" y="1746780"/>
              <a:ext cx="118611" cy="133781"/>
            </a:xfrm>
            <a:custGeom>
              <a:rect b="b" l="l" r="r" t="t"/>
              <a:pathLst>
                <a:path extrusionOk="0" h="2478" w="2197">
                  <a:moveTo>
                    <a:pt x="764" y="0"/>
                  </a:moveTo>
                  <a:cubicBezTo>
                    <a:pt x="666" y="0"/>
                    <a:pt x="573" y="22"/>
                    <a:pt x="487" y="67"/>
                  </a:cubicBezTo>
                  <a:cubicBezTo>
                    <a:pt x="66" y="287"/>
                    <a:pt x="0" y="989"/>
                    <a:pt x="338" y="1636"/>
                  </a:cubicBezTo>
                  <a:cubicBezTo>
                    <a:pt x="608" y="2152"/>
                    <a:pt x="1052" y="2477"/>
                    <a:pt x="1434" y="2477"/>
                  </a:cubicBezTo>
                  <a:cubicBezTo>
                    <a:pt x="1532" y="2477"/>
                    <a:pt x="1625" y="2456"/>
                    <a:pt x="1711" y="2412"/>
                  </a:cubicBezTo>
                  <a:cubicBezTo>
                    <a:pt x="2130" y="2191"/>
                    <a:pt x="2196" y="1490"/>
                    <a:pt x="1860" y="841"/>
                  </a:cubicBezTo>
                  <a:cubicBezTo>
                    <a:pt x="1591" y="326"/>
                    <a:pt x="1147" y="0"/>
                    <a:pt x="764" y="0"/>
                  </a:cubicBez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5" name="Google Shape;1665;p1"/>
            <p:cNvSpPr/>
            <p:nvPr/>
          </p:nvSpPr>
          <p:spPr>
            <a:xfrm>
              <a:off x="2125118" y="1816909"/>
              <a:ext cx="40545" cy="29963"/>
            </a:xfrm>
            <a:custGeom>
              <a:rect b="b" l="l" r="r" t="t"/>
              <a:pathLst>
                <a:path extrusionOk="0" h="555" w="751">
                  <a:moveTo>
                    <a:pt x="231" y="0"/>
                  </a:moveTo>
                  <a:lnTo>
                    <a:pt x="1" y="554"/>
                  </a:lnTo>
                  <a:lnTo>
                    <a:pt x="751" y="350"/>
                  </a:lnTo>
                  <a:lnTo>
                    <a:pt x="231" y="0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6" name="Google Shape;1666;p1"/>
            <p:cNvSpPr/>
            <p:nvPr/>
          </p:nvSpPr>
          <p:spPr>
            <a:xfrm>
              <a:off x="2046244" y="1749102"/>
              <a:ext cx="91077" cy="90915"/>
            </a:xfrm>
            <a:custGeom>
              <a:rect b="b" l="l" r="r" t="t"/>
              <a:pathLst>
                <a:path extrusionOk="0" h="1684" w="1687">
                  <a:moveTo>
                    <a:pt x="707" y="0"/>
                  </a:moveTo>
                  <a:cubicBezTo>
                    <a:pt x="614" y="0"/>
                    <a:pt x="522" y="21"/>
                    <a:pt x="438" y="65"/>
                  </a:cubicBezTo>
                  <a:cubicBezTo>
                    <a:pt x="96" y="244"/>
                    <a:pt x="0" y="737"/>
                    <a:pt x="223" y="1166"/>
                  </a:cubicBezTo>
                  <a:cubicBezTo>
                    <a:pt x="391" y="1489"/>
                    <a:pt x="693" y="1684"/>
                    <a:pt x="978" y="1684"/>
                  </a:cubicBezTo>
                  <a:cubicBezTo>
                    <a:pt x="1072" y="1684"/>
                    <a:pt x="1164" y="1663"/>
                    <a:pt x="1248" y="1618"/>
                  </a:cubicBezTo>
                  <a:cubicBezTo>
                    <a:pt x="1592" y="1439"/>
                    <a:pt x="1686" y="947"/>
                    <a:pt x="1463" y="518"/>
                  </a:cubicBezTo>
                  <a:cubicBezTo>
                    <a:pt x="1295" y="195"/>
                    <a:pt x="992" y="0"/>
                    <a:pt x="7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7" name="Google Shape;1667;p1"/>
            <p:cNvSpPr/>
            <p:nvPr/>
          </p:nvSpPr>
          <p:spPr>
            <a:xfrm>
              <a:off x="2118640" y="1803682"/>
              <a:ext cx="50370" cy="31961"/>
            </a:xfrm>
            <a:custGeom>
              <a:rect b="b" l="l" r="r" t="t"/>
              <a:pathLst>
                <a:path extrusionOk="0" h="592" w="933">
                  <a:moveTo>
                    <a:pt x="217" y="0"/>
                  </a:moveTo>
                  <a:lnTo>
                    <a:pt x="0" y="522"/>
                  </a:lnTo>
                  <a:lnTo>
                    <a:pt x="932" y="592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8" name="Google Shape;1668;p1"/>
            <p:cNvSpPr/>
            <p:nvPr/>
          </p:nvSpPr>
          <p:spPr>
            <a:xfrm>
              <a:off x="2060766" y="1758225"/>
              <a:ext cx="64569" cy="64299"/>
            </a:xfrm>
            <a:custGeom>
              <a:rect b="b" l="l" r="r" t="t"/>
              <a:pathLst>
                <a:path extrusionOk="0" h="1191" w="1196">
                  <a:moveTo>
                    <a:pt x="502" y="1"/>
                  </a:moveTo>
                  <a:cubicBezTo>
                    <a:pt x="436" y="1"/>
                    <a:pt x="372" y="15"/>
                    <a:pt x="312" y="46"/>
                  </a:cubicBezTo>
                  <a:cubicBezTo>
                    <a:pt x="70" y="174"/>
                    <a:pt x="0" y="520"/>
                    <a:pt x="160" y="825"/>
                  </a:cubicBezTo>
                  <a:cubicBezTo>
                    <a:pt x="279" y="1053"/>
                    <a:pt x="493" y="1190"/>
                    <a:pt x="695" y="1190"/>
                  </a:cubicBezTo>
                  <a:cubicBezTo>
                    <a:pt x="761" y="1190"/>
                    <a:pt x="825" y="1176"/>
                    <a:pt x="885" y="1144"/>
                  </a:cubicBezTo>
                  <a:cubicBezTo>
                    <a:pt x="1128" y="1019"/>
                    <a:pt x="1195" y="669"/>
                    <a:pt x="1037" y="367"/>
                  </a:cubicBezTo>
                  <a:cubicBezTo>
                    <a:pt x="918" y="138"/>
                    <a:pt x="704" y="1"/>
                    <a:pt x="502" y="1"/>
                  </a:cubicBez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9" name="Google Shape;1669;p1"/>
            <p:cNvSpPr/>
            <p:nvPr/>
          </p:nvSpPr>
          <p:spPr>
            <a:xfrm>
              <a:off x="2064383" y="1767565"/>
              <a:ext cx="64353" cy="64353"/>
            </a:xfrm>
            <a:custGeom>
              <a:rect b="b" l="l" r="r" t="t"/>
              <a:pathLst>
                <a:path extrusionOk="0" h="1192" w="1192">
                  <a:moveTo>
                    <a:pt x="500" y="1"/>
                  </a:moveTo>
                  <a:cubicBezTo>
                    <a:pt x="434" y="1"/>
                    <a:pt x="369" y="16"/>
                    <a:pt x="310" y="47"/>
                  </a:cubicBezTo>
                  <a:cubicBezTo>
                    <a:pt x="68" y="174"/>
                    <a:pt x="0" y="521"/>
                    <a:pt x="158" y="825"/>
                  </a:cubicBezTo>
                  <a:cubicBezTo>
                    <a:pt x="277" y="1054"/>
                    <a:pt x="491" y="1191"/>
                    <a:pt x="693" y="1191"/>
                  </a:cubicBezTo>
                  <a:cubicBezTo>
                    <a:pt x="759" y="1191"/>
                    <a:pt x="823" y="1177"/>
                    <a:pt x="882" y="1146"/>
                  </a:cubicBezTo>
                  <a:cubicBezTo>
                    <a:pt x="1124" y="1019"/>
                    <a:pt x="1191" y="671"/>
                    <a:pt x="1034" y="367"/>
                  </a:cubicBezTo>
                  <a:cubicBezTo>
                    <a:pt x="915" y="139"/>
                    <a:pt x="701" y="1"/>
                    <a:pt x="500" y="1"/>
                  </a:cubicBez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0" name="Google Shape;1670;p1"/>
            <p:cNvSpPr/>
            <p:nvPr/>
          </p:nvSpPr>
          <p:spPr>
            <a:xfrm>
              <a:off x="1535585" y="2055745"/>
              <a:ext cx="65541" cy="57497"/>
            </a:xfrm>
            <a:custGeom>
              <a:rect b="b" l="l" r="r" t="t"/>
              <a:pathLst>
                <a:path extrusionOk="0" h="1065" w="1214">
                  <a:moveTo>
                    <a:pt x="605" y="1"/>
                  </a:moveTo>
                  <a:cubicBezTo>
                    <a:pt x="532" y="1"/>
                    <a:pt x="457" y="16"/>
                    <a:pt x="386" y="48"/>
                  </a:cubicBezTo>
                  <a:cubicBezTo>
                    <a:pt x="118" y="170"/>
                    <a:pt x="1" y="486"/>
                    <a:pt x="123" y="754"/>
                  </a:cubicBezTo>
                  <a:cubicBezTo>
                    <a:pt x="212" y="949"/>
                    <a:pt x="406" y="1064"/>
                    <a:pt x="608" y="1064"/>
                  </a:cubicBezTo>
                  <a:cubicBezTo>
                    <a:pt x="682" y="1064"/>
                    <a:pt x="757" y="1049"/>
                    <a:pt x="828" y="1016"/>
                  </a:cubicBezTo>
                  <a:cubicBezTo>
                    <a:pt x="1095" y="894"/>
                    <a:pt x="1213" y="578"/>
                    <a:pt x="1092" y="312"/>
                  </a:cubicBezTo>
                  <a:cubicBezTo>
                    <a:pt x="1001" y="116"/>
                    <a:pt x="807" y="1"/>
                    <a:pt x="605" y="1"/>
                  </a:cubicBez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1" name="Google Shape;1671;p1"/>
            <p:cNvSpPr/>
            <p:nvPr/>
          </p:nvSpPr>
          <p:spPr>
            <a:xfrm>
              <a:off x="1542819" y="2062062"/>
              <a:ext cx="51018" cy="44864"/>
            </a:xfrm>
            <a:custGeom>
              <a:rect b="b" l="l" r="r" t="t"/>
              <a:pathLst>
                <a:path extrusionOk="0" h="831" w="945">
                  <a:moveTo>
                    <a:pt x="473" y="0"/>
                  </a:moveTo>
                  <a:cubicBezTo>
                    <a:pt x="415" y="0"/>
                    <a:pt x="356" y="13"/>
                    <a:pt x="301" y="39"/>
                  </a:cubicBezTo>
                  <a:cubicBezTo>
                    <a:pt x="93" y="133"/>
                    <a:pt x="0" y="381"/>
                    <a:pt x="96" y="588"/>
                  </a:cubicBezTo>
                  <a:cubicBezTo>
                    <a:pt x="166" y="740"/>
                    <a:pt x="316" y="830"/>
                    <a:pt x="473" y="830"/>
                  </a:cubicBezTo>
                  <a:cubicBezTo>
                    <a:pt x="531" y="830"/>
                    <a:pt x="591" y="818"/>
                    <a:pt x="647" y="792"/>
                  </a:cubicBezTo>
                  <a:cubicBezTo>
                    <a:pt x="853" y="697"/>
                    <a:pt x="945" y="451"/>
                    <a:pt x="850" y="243"/>
                  </a:cubicBezTo>
                  <a:cubicBezTo>
                    <a:pt x="780" y="92"/>
                    <a:pt x="630" y="0"/>
                    <a:pt x="4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2" name="Google Shape;1672;p1"/>
            <p:cNvSpPr/>
            <p:nvPr/>
          </p:nvSpPr>
          <p:spPr>
            <a:xfrm>
              <a:off x="1844604" y="1397271"/>
              <a:ext cx="359179" cy="570216"/>
            </a:xfrm>
            <a:custGeom>
              <a:rect b="b" l="l" r="r" t="t"/>
              <a:pathLst>
                <a:path extrusionOk="0" h="10562" w="6653">
                  <a:moveTo>
                    <a:pt x="6366" y="0"/>
                  </a:moveTo>
                  <a:lnTo>
                    <a:pt x="0" y="3257"/>
                  </a:lnTo>
                  <a:lnTo>
                    <a:pt x="3313" y="10562"/>
                  </a:lnTo>
                  <a:lnTo>
                    <a:pt x="3625" y="10400"/>
                  </a:lnTo>
                  <a:lnTo>
                    <a:pt x="850" y="3713"/>
                  </a:lnTo>
                  <a:lnTo>
                    <a:pt x="6652" y="644"/>
                  </a:lnTo>
                  <a:lnTo>
                    <a:pt x="6366" y="0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3" name="Google Shape;1673;p1"/>
            <p:cNvSpPr/>
            <p:nvPr/>
          </p:nvSpPr>
          <p:spPr>
            <a:xfrm>
              <a:off x="2170035" y="1395328"/>
              <a:ext cx="111322" cy="228961"/>
            </a:xfrm>
            <a:custGeom>
              <a:rect b="b" l="l" r="r" t="t"/>
              <a:pathLst>
                <a:path extrusionOk="0" h="4241" w="2062">
                  <a:moveTo>
                    <a:pt x="365" y="0"/>
                  </a:moveTo>
                  <a:lnTo>
                    <a:pt x="0" y="218"/>
                  </a:lnTo>
                  <a:lnTo>
                    <a:pt x="1711" y="4240"/>
                  </a:lnTo>
                  <a:lnTo>
                    <a:pt x="2062" y="4157"/>
                  </a:lnTo>
                  <a:lnTo>
                    <a:pt x="365" y="0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4" name="Google Shape;1674;p1"/>
            <p:cNvSpPr/>
            <p:nvPr/>
          </p:nvSpPr>
          <p:spPr>
            <a:xfrm>
              <a:off x="1360399" y="1374813"/>
              <a:ext cx="874975" cy="723702"/>
            </a:xfrm>
            <a:custGeom>
              <a:rect b="b" l="l" r="r" t="t"/>
              <a:pathLst>
                <a:path extrusionOk="0" h="13405" w="16207">
                  <a:moveTo>
                    <a:pt x="16015" y="1"/>
                  </a:moveTo>
                  <a:lnTo>
                    <a:pt x="9042" y="3786"/>
                  </a:lnTo>
                  <a:lnTo>
                    <a:pt x="10106" y="6504"/>
                  </a:lnTo>
                  <a:lnTo>
                    <a:pt x="1" y="12935"/>
                  </a:lnTo>
                  <a:lnTo>
                    <a:pt x="500" y="13404"/>
                  </a:lnTo>
                  <a:lnTo>
                    <a:pt x="10666" y="6713"/>
                  </a:lnTo>
                  <a:lnTo>
                    <a:pt x="9519" y="3983"/>
                  </a:lnTo>
                  <a:lnTo>
                    <a:pt x="16207" y="586"/>
                  </a:lnTo>
                  <a:lnTo>
                    <a:pt x="16015" y="1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5" name="Google Shape;1675;p1"/>
            <p:cNvSpPr/>
            <p:nvPr/>
          </p:nvSpPr>
          <p:spPr>
            <a:xfrm>
              <a:off x="1340747" y="1362720"/>
              <a:ext cx="891118" cy="729533"/>
            </a:xfrm>
            <a:custGeom>
              <a:rect b="b" l="l" r="r" t="t"/>
              <a:pathLst>
                <a:path extrusionOk="0" h="13513" w="16506">
                  <a:moveTo>
                    <a:pt x="16329" y="0"/>
                  </a:moveTo>
                  <a:lnTo>
                    <a:pt x="9214" y="3908"/>
                  </a:lnTo>
                  <a:lnTo>
                    <a:pt x="10314" y="6671"/>
                  </a:lnTo>
                  <a:lnTo>
                    <a:pt x="1" y="13041"/>
                  </a:lnTo>
                  <a:lnTo>
                    <a:pt x="501" y="13512"/>
                  </a:lnTo>
                  <a:lnTo>
                    <a:pt x="10664" y="6820"/>
                  </a:lnTo>
                  <a:lnTo>
                    <a:pt x="9519" y="4089"/>
                  </a:lnTo>
                  <a:lnTo>
                    <a:pt x="16505" y="557"/>
                  </a:lnTo>
                  <a:lnTo>
                    <a:pt x="1632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6" name="Google Shape;1676;p1"/>
            <p:cNvSpPr/>
            <p:nvPr/>
          </p:nvSpPr>
          <p:spPr>
            <a:xfrm>
              <a:off x="2029616" y="1425236"/>
              <a:ext cx="84922" cy="46645"/>
            </a:xfrm>
            <a:custGeom>
              <a:rect b="b" l="l" r="r" t="t"/>
              <a:pathLst>
                <a:path extrusionOk="0" h="864" w="1573">
                  <a:moveTo>
                    <a:pt x="1412" y="0"/>
                  </a:moveTo>
                  <a:lnTo>
                    <a:pt x="0" y="697"/>
                  </a:lnTo>
                  <a:lnTo>
                    <a:pt x="258" y="863"/>
                  </a:lnTo>
                  <a:lnTo>
                    <a:pt x="1572" y="238"/>
                  </a:lnTo>
                  <a:lnTo>
                    <a:pt x="1412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7" name="Google Shape;1677;p1"/>
            <p:cNvSpPr/>
            <p:nvPr/>
          </p:nvSpPr>
          <p:spPr>
            <a:xfrm>
              <a:off x="2342576" y="1297936"/>
              <a:ext cx="258600" cy="164284"/>
            </a:xfrm>
            <a:custGeom>
              <a:rect b="b" l="l" r="r" t="t"/>
              <a:pathLst>
                <a:path extrusionOk="0" h="3043" w="4790">
                  <a:moveTo>
                    <a:pt x="3760" y="0"/>
                  </a:moveTo>
                  <a:lnTo>
                    <a:pt x="1" y="1723"/>
                  </a:lnTo>
                  <a:lnTo>
                    <a:pt x="589" y="2898"/>
                  </a:lnTo>
                  <a:lnTo>
                    <a:pt x="4789" y="3042"/>
                  </a:lnTo>
                  <a:lnTo>
                    <a:pt x="3760" y="0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8" name="Google Shape;1678;p1"/>
            <p:cNvSpPr/>
            <p:nvPr/>
          </p:nvSpPr>
          <p:spPr>
            <a:xfrm>
              <a:off x="2296363" y="1320988"/>
              <a:ext cx="124819" cy="224318"/>
            </a:xfrm>
            <a:custGeom>
              <a:rect b="b" l="l" r="r" t="t"/>
              <a:pathLst>
                <a:path extrusionOk="0" h="4155" w="2312">
                  <a:moveTo>
                    <a:pt x="522" y="0"/>
                  </a:moveTo>
                  <a:lnTo>
                    <a:pt x="1" y="160"/>
                  </a:lnTo>
                  <a:lnTo>
                    <a:pt x="1776" y="4154"/>
                  </a:lnTo>
                  <a:lnTo>
                    <a:pt x="2311" y="3910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EAC4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9" name="Google Shape;1679;p1"/>
            <p:cNvSpPr/>
            <p:nvPr/>
          </p:nvSpPr>
          <p:spPr>
            <a:xfrm>
              <a:off x="2431330" y="1020499"/>
              <a:ext cx="234900" cy="581769"/>
            </a:xfrm>
            <a:custGeom>
              <a:rect b="b" l="l" r="r" t="t"/>
              <a:pathLst>
                <a:path extrusionOk="0" h="10776" w="4351">
                  <a:moveTo>
                    <a:pt x="815" y="0"/>
                  </a:moveTo>
                  <a:lnTo>
                    <a:pt x="0" y="407"/>
                  </a:lnTo>
                  <a:lnTo>
                    <a:pt x="3823" y="10775"/>
                  </a:lnTo>
                  <a:lnTo>
                    <a:pt x="4351" y="10506"/>
                  </a:lnTo>
                  <a:lnTo>
                    <a:pt x="815" y="0"/>
                  </a:lnTo>
                  <a:close/>
                </a:path>
              </a:pathLst>
            </a:custGeom>
            <a:solidFill>
              <a:srgbClr val="EAC4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0" name="Google Shape;1680;p1"/>
            <p:cNvSpPr/>
            <p:nvPr/>
          </p:nvSpPr>
          <p:spPr>
            <a:xfrm>
              <a:off x="2443477" y="1018934"/>
              <a:ext cx="141177" cy="336180"/>
            </a:xfrm>
            <a:custGeom>
              <a:rect b="b" l="l" r="r" t="t"/>
              <a:pathLst>
                <a:path extrusionOk="0" h="6227" w="2615">
                  <a:moveTo>
                    <a:pt x="576" y="1"/>
                  </a:moveTo>
                  <a:lnTo>
                    <a:pt x="0" y="318"/>
                  </a:lnTo>
                  <a:lnTo>
                    <a:pt x="2279" y="6226"/>
                  </a:lnTo>
                  <a:lnTo>
                    <a:pt x="2614" y="6053"/>
                  </a:lnTo>
                  <a:lnTo>
                    <a:pt x="576" y="1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1" name="Google Shape;1681;p1"/>
            <p:cNvSpPr/>
            <p:nvPr/>
          </p:nvSpPr>
          <p:spPr>
            <a:xfrm>
              <a:off x="1399107" y="1839313"/>
              <a:ext cx="578476" cy="389844"/>
            </a:xfrm>
            <a:custGeom>
              <a:rect b="b" l="l" r="r" t="t"/>
              <a:pathLst>
                <a:path extrusionOk="0" h="7221" w="10715">
                  <a:moveTo>
                    <a:pt x="9048" y="0"/>
                  </a:moveTo>
                  <a:lnTo>
                    <a:pt x="1" y="4998"/>
                  </a:lnTo>
                  <a:lnTo>
                    <a:pt x="2172" y="7221"/>
                  </a:lnTo>
                  <a:lnTo>
                    <a:pt x="2685" y="6985"/>
                  </a:lnTo>
                  <a:lnTo>
                    <a:pt x="4908" y="5968"/>
                  </a:lnTo>
                  <a:lnTo>
                    <a:pt x="10714" y="3286"/>
                  </a:lnTo>
                  <a:lnTo>
                    <a:pt x="9048" y="0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2" name="Google Shape;1682;p1"/>
            <p:cNvSpPr/>
            <p:nvPr/>
          </p:nvSpPr>
          <p:spPr>
            <a:xfrm>
              <a:off x="2326164" y="1389119"/>
              <a:ext cx="65541" cy="86164"/>
            </a:xfrm>
            <a:custGeom>
              <a:rect b="b" l="l" r="r" t="t"/>
              <a:pathLst>
                <a:path extrusionOk="0" h="1596" w="1214">
                  <a:moveTo>
                    <a:pt x="508" y="1"/>
                  </a:moveTo>
                  <a:lnTo>
                    <a:pt x="0" y="194"/>
                  </a:lnTo>
                  <a:lnTo>
                    <a:pt x="674" y="1595"/>
                  </a:lnTo>
                  <a:lnTo>
                    <a:pt x="1214" y="1361"/>
                  </a:lnTo>
                  <a:lnTo>
                    <a:pt x="508" y="1"/>
                  </a:lnTo>
                  <a:close/>
                </a:path>
              </a:pathLst>
            </a:custGeom>
            <a:solidFill>
              <a:srgbClr val="9E8C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3" name="Google Shape;1683;p1"/>
            <p:cNvSpPr/>
            <p:nvPr/>
          </p:nvSpPr>
          <p:spPr>
            <a:xfrm>
              <a:off x="1861987" y="1841095"/>
              <a:ext cx="113752" cy="127680"/>
            </a:xfrm>
            <a:custGeom>
              <a:rect b="b" l="l" r="r" t="t"/>
              <a:pathLst>
                <a:path extrusionOk="0" h="2365" w="2107">
                  <a:moveTo>
                    <a:pt x="736" y="1"/>
                  </a:moveTo>
                  <a:cubicBezTo>
                    <a:pt x="642" y="1"/>
                    <a:pt x="551" y="21"/>
                    <a:pt x="468" y="65"/>
                  </a:cubicBezTo>
                  <a:cubicBezTo>
                    <a:pt x="66" y="275"/>
                    <a:pt x="0" y="947"/>
                    <a:pt x="322" y="1564"/>
                  </a:cubicBezTo>
                  <a:cubicBezTo>
                    <a:pt x="578" y="2055"/>
                    <a:pt x="1003" y="2365"/>
                    <a:pt x="1369" y="2365"/>
                  </a:cubicBezTo>
                  <a:cubicBezTo>
                    <a:pt x="1464" y="2365"/>
                    <a:pt x="1555" y="2344"/>
                    <a:pt x="1638" y="2301"/>
                  </a:cubicBezTo>
                  <a:cubicBezTo>
                    <a:pt x="2042" y="2092"/>
                    <a:pt x="2106" y="1419"/>
                    <a:pt x="1784" y="802"/>
                  </a:cubicBezTo>
                  <a:cubicBezTo>
                    <a:pt x="1528" y="311"/>
                    <a:pt x="1103" y="1"/>
                    <a:pt x="736" y="1"/>
                  </a:cubicBez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4" name="Google Shape;1684;p1"/>
            <p:cNvSpPr/>
            <p:nvPr/>
          </p:nvSpPr>
          <p:spPr>
            <a:xfrm>
              <a:off x="1922614" y="1832133"/>
              <a:ext cx="27588" cy="39519"/>
            </a:xfrm>
            <a:custGeom>
              <a:rect b="b" l="l" r="r" t="t"/>
              <a:pathLst>
                <a:path extrusionOk="0" h="732" w="511">
                  <a:moveTo>
                    <a:pt x="372" y="0"/>
                  </a:moveTo>
                  <a:lnTo>
                    <a:pt x="1" y="470"/>
                  </a:lnTo>
                  <a:lnTo>
                    <a:pt x="511" y="732"/>
                  </a:lnTo>
                  <a:lnTo>
                    <a:pt x="372" y="0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5" name="Google Shape;1685;p1"/>
            <p:cNvSpPr/>
            <p:nvPr/>
          </p:nvSpPr>
          <p:spPr>
            <a:xfrm>
              <a:off x="1868304" y="1843308"/>
              <a:ext cx="87568" cy="87298"/>
            </a:xfrm>
            <a:custGeom>
              <a:rect b="b" l="l" r="r" t="t"/>
              <a:pathLst>
                <a:path extrusionOk="0" h="1617" w="1622">
                  <a:moveTo>
                    <a:pt x="679" y="0"/>
                  </a:moveTo>
                  <a:cubicBezTo>
                    <a:pt x="590" y="0"/>
                    <a:pt x="502" y="20"/>
                    <a:pt x="421" y="62"/>
                  </a:cubicBezTo>
                  <a:cubicBezTo>
                    <a:pt x="92" y="234"/>
                    <a:pt x="1" y="707"/>
                    <a:pt x="215" y="1119"/>
                  </a:cubicBezTo>
                  <a:cubicBezTo>
                    <a:pt x="377" y="1429"/>
                    <a:pt x="668" y="1616"/>
                    <a:pt x="942" y="1616"/>
                  </a:cubicBezTo>
                  <a:cubicBezTo>
                    <a:pt x="1031" y="1616"/>
                    <a:pt x="1119" y="1596"/>
                    <a:pt x="1200" y="1554"/>
                  </a:cubicBezTo>
                  <a:cubicBezTo>
                    <a:pt x="1528" y="1382"/>
                    <a:pt x="1621" y="910"/>
                    <a:pt x="1406" y="498"/>
                  </a:cubicBezTo>
                  <a:cubicBezTo>
                    <a:pt x="1244" y="188"/>
                    <a:pt x="953" y="0"/>
                    <a:pt x="6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6" name="Google Shape;1686;p1"/>
            <p:cNvSpPr/>
            <p:nvPr/>
          </p:nvSpPr>
          <p:spPr>
            <a:xfrm>
              <a:off x="1882448" y="1853134"/>
              <a:ext cx="61870" cy="61708"/>
            </a:xfrm>
            <a:custGeom>
              <a:rect b="b" l="l" r="r" t="t"/>
              <a:pathLst>
                <a:path extrusionOk="0" h="1143" w="1146">
                  <a:moveTo>
                    <a:pt x="480" y="1"/>
                  </a:moveTo>
                  <a:cubicBezTo>
                    <a:pt x="416" y="1"/>
                    <a:pt x="354" y="15"/>
                    <a:pt x="297" y="45"/>
                  </a:cubicBezTo>
                  <a:cubicBezTo>
                    <a:pt x="65" y="167"/>
                    <a:pt x="1" y="502"/>
                    <a:pt x="151" y="792"/>
                  </a:cubicBezTo>
                  <a:cubicBezTo>
                    <a:pt x="265" y="1012"/>
                    <a:pt x="471" y="1143"/>
                    <a:pt x="665" y="1143"/>
                  </a:cubicBezTo>
                  <a:cubicBezTo>
                    <a:pt x="728" y="1143"/>
                    <a:pt x="790" y="1129"/>
                    <a:pt x="847" y="1100"/>
                  </a:cubicBezTo>
                  <a:cubicBezTo>
                    <a:pt x="1081" y="980"/>
                    <a:pt x="1146" y="645"/>
                    <a:pt x="994" y="353"/>
                  </a:cubicBezTo>
                  <a:cubicBezTo>
                    <a:pt x="879" y="134"/>
                    <a:pt x="674" y="1"/>
                    <a:pt x="480" y="1"/>
                  </a:cubicBez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7" name="Google Shape;1687;p1"/>
            <p:cNvSpPr/>
            <p:nvPr/>
          </p:nvSpPr>
          <p:spPr>
            <a:xfrm>
              <a:off x="1886012" y="1861232"/>
              <a:ext cx="62086" cy="61654"/>
            </a:xfrm>
            <a:custGeom>
              <a:rect b="b" l="l" r="r" t="t"/>
              <a:pathLst>
                <a:path extrusionOk="0" h="1142" w="1150">
                  <a:moveTo>
                    <a:pt x="482" y="0"/>
                  </a:moveTo>
                  <a:cubicBezTo>
                    <a:pt x="419" y="0"/>
                    <a:pt x="357" y="14"/>
                    <a:pt x="300" y="44"/>
                  </a:cubicBezTo>
                  <a:cubicBezTo>
                    <a:pt x="66" y="166"/>
                    <a:pt x="0" y="501"/>
                    <a:pt x="152" y="790"/>
                  </a:cubicBezTo>
                  <a:cubicBezTo>
                    <a:pt x="268" y="1010"/>
                    <a:pt x="472" y="1142"/>
                    <a:pt x="666" y="1142"/>
                  </a:cubicBezTo>
                  <a:cubicBezTo>
                    <a:pt x="729" y="1142"/>
                    <a:pt x="792" y="1128"/>
                    <a:pt x="849" y="1097"/>
                  </a:cubicBezTo>
                  <a:cubicBezTo>
                    <a:pt x="1083" y="979"/>
                    <a:pt x="1150" y="644"/>
                    <a:pt x="995" y="352"/>
                  </a:cubicBezTo>
                  <a:cubicBezTo>
                    <a:pt x="881" y="132"/>
                    <a:pt x="676" y="0"/>
                    <a:pt x="482" y="0"/>
                  </a:cubicBez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8" name="Google Shape;1688;p1"/>
            <p:cNvSpPr/>
            <p:nvPr/>
          </p:nvSpPr>
          <p:spPr>
            <a:xfrm>
              <a:off x="1918295" y="1828786"/>
              <a:ext cx="24510" cy="37845"/>
            </a:xfrm>
            <a:custGeom>
              <a:rect b="b" l="l" r="r" t="t"/>
              <a:pathLst>
                <a:path extrusionOk="0" h="701" w="454">
                  <a:moveTo>
                    <a:pt x="453" y="1"/>
                  </a:moveTo>
                  <a:lnTo>
                    <a:pt x="1" y="359"/>
                  </a:lnTo>
                  <a:lnTo>
                    <a:pt x="367" y="701"/>
                  </a:lnTo>
                  <a:lnTo>
                    <a:pt x="45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89" name="Google Shape;1689;p1"/>
          <p:cNvGrpSpPr/>
          <p:nvPr/>
        </p:nvGrpSpPr>
        <p:grpSpPr>
          <a:xfrm>
            <a:off x="7012266" y="3296544"/>
            <a:ext cx="1052185" cy="1110025"/>
            <a:chOff x="6826125" y="3100000"/>
            <a:chExt cx="1425146" cy="1503488"/>
          </a:xfrm>
        </p:grpSpPr>
        <p:sp>
          <p:nvSpPr>
            <p:cNvPr id="1690" name="Google Shape;1690;p1"/>
            <p:cNvSpPr/>
            <p:nvPr/>
          </p:nvSpPr>
          <p:spPr>
            <a:xfrm>
              <a:off x="6826125" y="3465398"/>
              <a:ext cx="1283659" cy="1138090"/>
            </a:xfrm>
            <a:custGeom>
              <a:rect b="b" l="l" r="r" t="t"/>
              <a:pathLst>
                <a:path extrusionOk="0" h="22024" w="24841">
                  <a:moveTo>
                    <a:pt x="5752" y="0"/>
                  </a:moveTo>
                  <a:lnTo>
                    <a:pt x="251" y="11439"/>
                  </a:lnTo>
                  <a:cubicBezTo>
                    <a:pt x="0" y="11958"/>
                    <a:pt x="202" y="12583"/>
                    <a:pt x="709" y="12858"/>
                  </a:cubicBezTo>
                  <a:lnTo>
                    <a:pt x="17318" y="21891"/>
                  </a:lnTo>
                  <a:cubicBezTo>
                    <a:pt x="17482" y="21981"/>
                    <a:pt x="17660" y="22024"/>
                    <a:pt x="17835" y="22024"/>
                  </a:cubicBezTo>
                  <a:cubicBezTo>
                    <a:pt x="18212" y="22024"/>
                    <a:pt x="18577" y="21825"/>
                    <a:pt x="18776" y="21474"/>
                  </a:cubicBezTo>
                  <a:lnTo>
                    <a:pt x="24840" y="10759"/>
                  </a:lnTo>
                  <a:lnTo>
                    <a:pt x="57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1" name="Google Shape;1691;p1"/>
            <p:cNvSpPr/>
            <p:nvPr/>
          </p:nvSpPr>
          <p:spPr>
            <a:xfrm>
              <a:off x="6883278" y="3502139"/>
              <a:ext cx="1175761" cy="1040786"/>
            </a:xfrm>
            <a:custGeom>
              <a:rect b="b" l="l" r="r" t="t"/>
              <a:pathLst>
                <a:path extrusionOk="0" h="20141" w="22753">
                  <a:moveTo>
                    <a:pt x="5246" y="1"/>
                  </a:moveTo>
                  <a:lnTo>
                    <a:pt x="230" y="10436"/>
                  </a:lnTo>
                  <a:cubicBezTo>
                    <a:pt x="1" y="10910"/>
                    <a:pt x="187" y="11480"/>
                    <a:pt x="652" y="11733"/>
                  </a:cubicBezTo>
                  <a:lnTo>
                    <a:pt x="15887" y="20019"/>
                  </a:lnTo>
                  <a:cubicBezTo>
                    <a:pt x="16037" y="20101"/>
                    <a:pt x="16200" y="20140"/>
                    <a:pt x="16361" y="20140"/>
                  </a:cubicBezTo>
                  <a:cubicBezTo>
                    <a:pt x="16706" y="20140"/>
                    <a:pt x="17040" y="19960"/>
                    <a:pt x="17221" y="19641"/>
                  </a:cubicBezTo>
                  <a:lnTo>
                    <a:pt x="22752" y="9868"/>
                  </a:lnTo>
                  <a:lnTo>
                    <a:pt x="524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2" name="Google Shape;1692;p1"/>
            <p:cNvSpPr/>
            <p:nvPr/>
          </p:nvSpPr>
          <p:spPr>
            <a:xfrm>
              <a:off x="7062901" y="3461884"/>
              <a:ext cx="1057322" cy="696734"/>
            </a:xfrm>
            <a:custGeom>
              <a:rect b="b" l="l" r="r" t="t"/>
              <a:pathLst>
                <a:path extrusionOk="0" h="13483" w="20461">
                  <a:moveTo>
                    <a:pt x="1083" y="1"/>
                  </a:moveTo>
                  <a:lnTo>
                    <a:pt x="1" y="3627"/>
                  </a:lnTo>
                  <a:lnTo>
                    <a:pt x="18719" y="13483"/>
                  </a:lnTo>
                  <a:lnTo>
                    <a:pt x="20460" y="10683"/>
                  </a:lnTo>
                  <a:lnTo>
                    <a:pt x="1083" y="1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3" name="Google Shape;1693;p1"/>
            <p:cNvSpPr/>
            <p:nvPr/>
          </p:nvSpPr>
          <p:spPr>
            <a:xfrm>
              <a:off x="7049982" y="3410053"/>
              <a:ext cx="1069466" cy="711875"/>
            </a:xfrm>
            <a:custGeom>
              <a:rect b="b" l="l" r="r" t="t"/>
              <a:pathLst>
                <a:path extrusionOk="0" h="13776" w="20696">
                  <a:moveTo>
                    <a:pt x="1430" y="0"/>
                  </a:moveTo>
                  <a:lnTo>
                    <a:pt x="0" y="3734"/>
                  </a:lnTo>
                  <a:lnTo>
                    <a:pt x="19250" y="13776"/>
                  </a:lnTo>
                  <a:lnTo>
                    <a:pt x="20696" y="11332"/>
                  </a:lnTo>
                  <a:lnTo>
                    <a:pt x="143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4" name="Google Shape;1694;p1"/>
            <p:cNvSpPr/>
            <p:nvPr/>
          </p:nvSpPr>
          <p:spPr>
            <a:xfrm>
              <a:off x="7226556" y="3100000"/>
              <a:ext cx="1024715" cy="893616"/>
            </a:xfrm>
            <a:custGeom>
              <a:rect b="b" l="l" r="r" t="t"/>
              <a:pathLst>
                <a:path extrusionOk="0" h="17293" w="19830">
                  <a:moveTo>
                    <a:pt x="3155" y="1"/>
                  </a:moveTo>
                  <a:lnTo>
                    <a:pt x="0" y="3424"/>
                  </a:lnTo>
                  <a:lnTo>
                    <a:pt x="17544" y="17292"/>
                  </a:lnTo>
                  <a:lnTo>
                    <a:pt x="19830" y="15023"/>
                  </a:lnTo>
                  <a:lnTo>
                    <a:pt x="3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5" name="Google Shape;1695;p1"/>
            <p:cNvSpPr/>
            <p:nvPr/>
          </p:nvSpPr>
          <p:spPr>
            <a:xfrm>
              <a:off x="7270170" y="3128938"/>
              <a:ext cx="960121" cy="852689"/>
            </a:xfrm>
            <a:custGeom>
              <a:rect b="b" l="l" r="r" t="t"/>
              <a:pathLst>
                <a:path extrusionOk="0" h="16501" w="18580">
                  <a:moveTo>
                    <a:pt x="2509" y="0"/>
                  </a:moveTo>
                  <a:lnTo>
                    <a:pt x="1" y="3021"/>
                  </a:lnTo>
                  <a:lnTo>
                    <a:pt x="16614" y="16500"/>
                  </a:lnTo>
                  <a:lnTo>
                    <a:pt x="18579" y="14460"/>
                  </a:lnTo>
                  <a:lnTo>
                    <a:pt x="25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6" name="Google Shape;1696;p1"/>
            <p:cNvSpPr/>
            <p:nvPr/>
          </p:nvSpPr>
          <p:spPr>
            <a:xfrm>
              <a:off x="7270170" y="3202369"/>
              <a:ext cx="911702" cy="779259"/>
            </a:xfrm>
            <a:custGeom>
              <a:rect b="b" l="l" r="r" t="t"/>
              <a:pathLst>
                <a:path extrusionOk="0" h="15080" w="17643">
                  <a:moveTo>
                    <a:pt x="1574" y="1"/>
                  </a:moveTo>
                  <a:lnTo>
                    <a:pt x="1" y="1600"/>
                  </a:lnTo>
                  <a:lnTo>
                    <a:pt x="16614" y="15079"/>
                  </a:lnTo>
                  <a:lnTo>
                    <a:pt x="17643" y="13712"/>
                  </a:lnTo>
                  <a:lnTo>
                    <a:pt x="1574" y="1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7" name="Google Shape;1697;p1"/>
            <p:cNvSpPr/>
            <p:nvPr/>
          </p:nvSpPr>
          <p:spPr>
            <a:xfrm>
              <a:off x="7358586" y="3138498"/>
              <a:ext cx="170786" cy="313977"/>
            </a:xfrm>
            <a:custGeom>
              <a:rect b="b" l="l" r="r" t="t"/>
              <a:pathLst>
                <a:path extrusionOk="0" h="6076" w="3305">
                  <a:moveTo>
                    <a:pt x="1003" y="0"/>
                  </a:moveTo>
                  <a:lnTo>
                    <a:pt x="0" y="4225"/>
                  </a:lnTo>
                  <a:lnTo>
                    <a:pt x="2281" y="6076"/>
                  </a:lnTo>
                  <a:lnTo>
                    <a:pt x="3304" y="2070"/>
                  </a:lnTo>
                  <a:lnTo>
                    <a:pt x="100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8" name="Google Shape;1698;p1"/>
            <p:cNvSpPr/>
            <p:nvPr/>
          </p:nvSpPr>
          <p:spPr>
            <a:xfrm>
              <a:off x="7581616" y="3340860"/>
              <a:ext cx="162208" cy="284523"/>
            </a:xfrm>
            <a:custGeom>
              <a:rect b="b" l="l" r="r" t="t"/>
              <a:pathLst>
                <a:path extrusionOk="0" h="5506" w="3139">
                  <a:moveTo>
                    <a:pt x="1038" y="1"/>
                  </a:moveTo>
                  <a:lnTo>
                    <a:pt x="1" y="3810"/>
                  </a:lnTo>
                  <a:lnTo>
                    <a:pt x="2088" y="5505"/>
                  </a:lnTo>
                  <a:lnTo>
                    <a:pt x="3138" y="1889"/>
                  </a:lnTo>
                  <a:lnTo>
                    <a:pt x="103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9" name="Google Shape;1699;p1"/>
            <p:cNvSpPr/>
            <p:nvPr/>
          </p:nvSpPr>
          <p:spPr>
            <a:xfrm>
              <a:off x="7802786" y="3540844"/>
              <a:ext cx="153320" cy="256360"/>
            </a:xfrm>
            <a:custGeom>
              <a:rect b="b" l="l" r="r" t="t"/>
              <a:pathLst>
                <a:path extrusionOk="0" h="4961" w="2967">
                  <a:moveTo>
                    <a:pt x="1059" y="0"/>
                  </a:moveTo>
                  <a:lnTo>
                    <a:pt x="1" y="3414"/>
                  </a:lnTo>
                  <a:lnTo>
                    <a:pt x="1905" y="4961"/>
                  </a:lnTo>
                  <a:lnTo>
                    <a:pt x="2967" y="1715"/>
                  </a:lnTo>
                  <a:lnTo>
                    <a:pt x="105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0" name="Google Shape;1700;p1"/>
            <p:cNvSpPr/>
            <p:nvPr/>
          </p:nvSpPr>
          <p:spPr>
            <a:xfrm>
              <a:off x="7994243" y="3713027"/>
              <a:ext cx="145103" cy="233106"/>
            </a:xfrm>
            <a:custGeom>
              <a:rect b="b" l="l" r="r" t="t"/>
              <a:pathLst>
                <a:path extrusionOk="0" h="4511" w="2808">
                  <a:moveTo>
                    <a:pt x="1060" y="1"/>
                  </a:moveTo>
                  <a:lnTo>
                    <a:pt x="1" y="3086"/>
                  </a:lnTo>
                  <a:lnTo>
                    <a:pt x="1753" y="4510"/>
                  </a:lnTo>
                  <a:lnTo>
                    <a:pt x="2808" y="1576"/>
                  </a:lnTo>
                  <a:lnTo>
                    <a:pt x="106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1" name="Google Shape;1701;p1"/>
            <p:cNvSpPr/>
            <p:nvPr/>
          </p:nvSpPr>
          <p:spPr>
            <a:xfrm>
              <a:off x="7071789" y="3432842"/>
              <a:ext cx="1034482" cy="674100"/>
            </a:xfrm>
            <a:custGeom>
              <a:rect b="b" l="l" r="r" t="t"/>
              <a:pathLst>
                <a:path extrusionOk="0" h="13045" w="20019">
                  <a:moveTo>
                    <a:pt x="1227" y="0"/>
                  </a:moveTo>
                  <a:lnTo>
                    <a:pt x="0" y="3223"/>
                  </a:lnTo>
                  <a:lnTo>
                    <a:pt x="18628" y="13044"/>
                  </a:lnTo>
                  <a:lnTo>
                    <a:pt x="20019" y="10987"/>
                  </a:lnTo>
                  <a:lnTo>
                    <a:pt x="12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2" name="Google Shape;1702;p1"/>
            <p:cNvSpPr/>
            <p:nvPr/>
          </p:nvSpPr>
          <p:spPr>
            <a:xfrm>
              <a:off x="7071789" y="3527150"/>
              <a:ext cx="996139" cy="579793"/>
            </a:xfrm>
            <a:custGeom>
              <a:rect b="b" l="l" r="r" t="t"/>
              <a:pathLst>
                <a:path extrusionOk="0" h="11220" w="19277">
                  <a:moveTo>
                    <a:pt x="869" y="0"/>
                  </a:moveTo>
                  <a:lnTo>
                    <a:pt x="0" y="1398"/>
                  </a:lnTo>
                  <a:lnTo>
                    <a:pt x="18628" y="11219"/>
                  </a:lnTo>
                  <a:lnTo>
                    <a:pt x="19276" y="9822"/>
                  </a:lnTo>
                  <a:lnTo>
                    <a:pt x="869" y="0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3" name="Google Shape;1703;p1"/>
            <p:cNvSpPr/>
            <p:nvPr/>
          </p:nvSpPr>
          <p:spPr>
            <a:xfrm>
              <a:off x="7083984" y="3491339"/>
              <a:ext cx="284626" cy="186392"/>
            </a:xfrm>
            <a:custGeom>
              <a:rect b="b" l="l" r="r" t="t"/>
              <a:pathLst>
                <a:path extrusionOk="0" h="3607" w="5508">
                  <a:moveTo>
                    <a:pt x="2928" y="1"/>
                  </a:moveTo>
                  <a:lnTo>
                    <a:pt x="1" y="2214"/>
                  </a:lnTo>
                  <a:lnTo>
                    <a:pt x="2637" y="3607"/>
                  </a:lnTo>
                  <a:lnTo>
                    <a:pt x="5508" y="1509"/>
                  </a:lnTo>
                  <a:lnTo>
                    <a:pt x="292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4" name="Google Shape;1704;p1"/>
            <p:cNvSpPr/>
            <p:nvPr/>
          </p:nvSpPr>
          <p:spPr>
            <a:xfrm>
              <a:off x="7342257" y="3638924"/>
              <a:ext cx="267470" cy="169081"/>
            </a:xfrm>
            <a:custGeom>
              <a:rect b="b" l="l" r="r" t="t"/>
              <a:pathLst>
                <a:path extrusionOk="0" h="3272" w="5176">
                  <a:moveTo>
                    <a:pt x="2814" y="0"/>
                  </a:moveTo>
                  <a:lnTo>
                    <a:pt x="0" y="1993"/>
                  </a:lnTo>
                  <a:lnTo>
                    <a:pt x="2424" y="3272"/>
                  </a:lnTo>
                  <a:lnTo>
                    <a:pt x="5175" y="1380"/>
                  </a:lnTo>
                  <a:lnTo>
                    <a:pt x="281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5" name="Google Shape;1705;p1"/>
            <p:cNvSpPr/>
            <p:nvPr/>
          </p:nvSpPr>
          <p:spPr>
            <a:xfrm>
              <a:off x="7599237" y="3785166"/>
              <a:ext cx="249849" cy="152751"/>
            </a:xfrm>
            <a:custGeom>
              <a:rect b="b" l="l" r="r" t="t"/>
              <a:pathLst>
                <a:path extrusionOk="0" h="2956" w="4835">
                  <a:moveTo>
                    <a:pt x="2683" y="1"/>
                  </a:moveTo>
                  <a:lnTo>
                    <a:pt x="0" y="1786"/>
                  </a:lnTo>
                  <a:lnTo>
                    <a:pt x="2218" y="2955"/>
                  </a:lnTo>
                  <a:lnTo>
                    <a:pt x="4835" y="1260"/>
                  </a:lnTo>
                  <a:lnTo>
                    <a:pt x="268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6" name="Google Shape;1706;p1"/>
            <p:cNvSpPr/>
            <p:nvPr/>
          </p:nvSpPr>
          <p:spPr>
            <a:xfrm>
              <a:off x="7822164" y="3911668"/>
              <a:ext cx="234553" cy="139057"/>
            </a:xfrm>
            <a:custGeom>
              <a:rect b="b" l="l" r="r" t="t"/>
              <a:pathLst>
                <a:path extrusionOk="0" h="2691" w="4539">
                  <a:moveTo>
                    <a:pt x="2556" y="1"/>
                  </a:moveTo>
                  <a:lnTo>
                    <a:pt x="1" y="1611"/>
                  </a:lnTo>
                  <a:lnTo>
                    <a:pt x="2045" y="2690"/>
                  </a:lnTo>
                  <a:lnTo>
                    <a:pt x="4539" y="1160"/>
                  </a:lnTo>
                  <a:lnTo>
                    <a:pt x="25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7" name="Google Shape;1707;p1"/>
            <p:cNvSpPr/>
            <p:nvPr/>
          </p:nvSpPr>
          <p:spPr>
            <a:xfrm>
              <a:off x="7918125" y="3851362"/>
              <a:ext cx="244164" cy="187167"/>
            </a:xfrm>
            <a:custGeom>
              <a:rect b="b" l="l" r="r" t="t"/>
              <a:pathLst>
                <a:path extrusionOk="0" h="3622" w="4725">
                  <a:moveTo>
                    <a:pt x="4068" y="1"/>
                  </a:moveTo>
                  <a:cubicBezTo>
                    <a:pt x="2075" y="934"/>
                    <a:pt x="2085" y="943"/>
                    <a:pt x="1" y="1918"/>
                  </a:cubicBezTo>
                  <a:lnTo>
                    <a:pt x="2769" y="3621"/>
                  </a:lnTo>
                  <a:lnTo>
                    <a:pt x="4725" y="469"/>
                  </a:lnTo>
                  <a:lnTo>
                    <a:pt x="40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8" name="Google Shape;1708;p1"/>
            <p:cNvSpPr/>
            <p:nvPr/>
          </p:nvSpPr>
          <p:spPr>
            <a:xfrm>
              <a:off x="7935230" y="3859062"/>
              <a:ext cx="215330" cy="167117"/>
            </a:xfrm>
            <a:custGeom>
              <a:rect b="b" l="l" r="r" t="t"/>
              <a:pathLst>
                <a:path extrusionOk="0" h="3234" w="4167">
                  <a:moveTo>
                    <a:pt x="3734" y="1"/>
                  </a:moveTo>
                  <a:cubicBezTo>
                    <a:pt x="2004" y="808"/>
                    <a:pt x="1810" y="910"/>
                    <a:pt x="0" y="1754"/>
                  </a:cubicBezTo>
                  <a:lnTo>
                    <a:pt x="2402" y="3233"/>
                  </a:lnTo>
                  <a:lnTo>
                    <a:pt x="4166" y="386"/>
                  </a:lnTo>
                  <a:lnTo>
                    <a:pt x="373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9" name="Google Shape;1709;p1"/>
            <p:cNvSpPr/>
            <p:nvPr/>
          </p:nvSpPr>
          <p:spPr>
            <a:xfrm>
              <a:off x="8029692" y="3859062"/>
              <a:ext cx="120764" cy="88519"/>
            </a:xfrm>
            <a:custGeom>
              <a:rect b="b" l="l" r="r" t="t"/>
              <a:pathLst>
                <a:path extrusionOk="0" h="1713" w="2337">
                  <a:moveTo>
                    <a:pt x="1904" y="1"/>
                  </a:moveTo>
                  <a:cubicBezTo>
                    <a:pt x="1002" y="423"/>
                    <a:pt x="514" y="652"/>
                    <a:pt x="0" y="895"/>
                  </a:cubicBezTo>
                  <a:lnTo>
                    <a:pt x="1515" y="1713"/>
                  </a:lnTo>
                  <a:lnTo>
                    <a:pt x="2337" y="387"/>
                  </a:lnTo>
                  <a:lnTo>
                    <a:pt x="1904" y="1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0" name="Google Shape;1710;p1"/>
            <p:cNvSpPr/>
            <p:nvPr/>
          </p:nvSpPr>
          <p:spPr>
            <a:xfrm>
              <a:off x="7982047" y="3932596"/>
              <a:ext cx="42374" cy="41753"/>
            </a:xfrm>
            <a:custGeom>
              <a:rect b="b" l="l" r="r" t="t"/>
              <a:pathLst>
                <a:path extrusionOk="0" h="808" w="820">
                  <a:moveTo>
                    <a:pt x="483" y="0"/>
                  </a:moveTo>
                  <a:cubicBezTo>
                    <a:pt x="354" y="0"/>
                    <a:pt x="215" y="80"/>
                    <a:pt x="126" y="218"/>
                  </a:cubicBezTo>
                  <a:cubicBezTo>
                    <a:pt x="0" y="416"/>
                    <a:pt x="25" y="659"/>
                    <a:pt x="181" y="761"/>
                  </a:cubicBezTo>
                  <a:cubicBezTo>
                    <a:pt x="228" y="792"/>
                    <a:pt x="283" y="807"/>
                    <a:pt x="339" y="807"/>
                  </a:cubicBezTo>
                  <a:cubicBezTo>
                    <a:pt x="467" y="807"/>
                    <a:pt x="605" y="728"/>
                    <a:pt x="693" y="589"/>
                  </a:cubicBezTo>
                  <a:cubicBezTo>
                    <a:pt x="819" y="390"/>
                    <a:pt x="795" y="147"/>
                    <a:pt x="639" y="45"/>
                  </a:cubicBezTo>
                  <a:cubicBezTo>
                    <a:pt x="592" y="15"/>
                    <a:pt x="538" y="0"/>
                    <a:pt x="4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1" name="Google Shape;1711;p1"/>
            <p:cNvSpPr/>
            <p:nvPr/>
          </p:nvSpPr>
          <p:spPr>
            <a:xfrm>
              <a:off x="8032844" y="3961431"/>
              <a:ext cx="46301" cy="45629"/>
            </a:xfrm>
            <a:custGeom>
              <a:rect b="b" l="l" r="r" t="t"/>
              <a:pathLst>
                <a:path extrusionOk="0" h="883" w="896">
                  <a:moveTo>
                    <a:pt x="529" y="0"/>
                  </a:moveTo>
                  <a:cubicBezTo>
                    <a:pt x="388" y="0"/>
                    <a:pt x="236" y="87"/>
                    <a:pt x="140" y="239"/>
                  </a:cubicBezTo>
                  <a:cubicBezTo>
                    <a:pt x="1" y="455"/>
                    <a:pt x="28" y="722"/>
                    <a:pt x="198" y="833"/>
                  </a:cubicBezTo>
                  <a:cubicBezTo>
                    <a:pt x="250" y="866"/>
                    <a:pt x="308" y="882"/>
                    <a:pt x="368" y="882"/>
                  </a:cubicBezTo>
                  <a:cubicBezTo>
                    <a:pt x="510" y="882"/>
                    <a:pt x="662" y="794"/>
                    <a:pt x="758" y="644"/>
                  </a:cubicBezTo>
                  <a:cubicBezTo>
                    <a:pt x="896" y="426"/>
                    <a:pt x="870" y="160"/>
                    <a:pt x="699" y="50"/>
                  </a:cubicBezTo>
                  <a:cubicBezTo>
                    <a:pt x="648" y="16"/>
                    <a:pt x="590" y="0"/>
                    <a:pt x="5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2" name="Google Shape;1712;p1"/>
            <p:cNvSpPr/>
            <p:nvPr/>
          </p:nvSpPr>
          <p:spPr>
            <a:xfrm>
              <a:off x="8078732" y="3880146"/>
              <a:ext cx="48730" cy="45681"/>
            </a:xfrm>
            <a:custGeom>
              <a:rect b="b" l="l" r="r" t="t"/>
              <a:pathLst>
                <a:path extrusionOk="0" h="884" w="943">
                  <a:moveTo>
                    <a:pt x="501" y="1"/>
                  </a:moveTo>
                  <a:cubicBezTo>
                    <a:pt x="361" y="1"/>
                    <a:pt x="220" y="76"/>
                    <a:pt x="134" y="213"/>
                  </a:cubicBezTo>
                  <a:cubicBezTo>
                    <a:pt x="0" y="420"/>
                    <a:pt x="46" y="692"/>
                    <a:pt x="232" y="818"/>
                  </a:cubicBezTo>
                  <a:cubicBezTo>
                    <a:pt x="297" y="862"/>
                    <a:pt x="370" y="883"/>
                    <a:pt x="444" y="883"/>
                  </a:cubicBezTo>
                  <a:cubicBezTo>
                    <a:pt x="583" y="883"/>
                    <a:pt x="723" y="808"/>
                    <a:pt x="809" y="672"/>
                  </a:cubicBezTo>
                  <a:cubicBezTo>
                    <a:pt x="942" y="464"/>
                    <a:pt x="899" y="193"/>
                    <a:pt x="712" y="65"/>
                  </a:cubicBezTo>
                  <a:cubicBezTo>
                    <a:pt x="647" y="21"/>
                    <a:pt x="574" y="1"/>
                    <a:pt x="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3" name="Google Shape;1713;p1"/>
            <p:cNvSpPr/>
            <p:nvPr/>
          </p:nvSpPr>
          <p:spPr>
            <a:xfrm>
              <a:off x="7992124" y="3941071"/>
              <a:ext cx="23719" cy="23719"/>
            </a:xfrm>
            <a:custGeom>
              <a:rect b="b" l="l" r="r" t="t"/>
              <a:pathLst>
                <a:path extrusionOk="0" h="459" w="459">
                  <a:moveTo>
                    <a:pt x="268" y="1"/>
                  </a:moveTo>
                  <a:cubicBezTo>
                    <a:pt x="197" y="1"/>
                    <a:pt x="121" y="45"/>
                    <a:pt x="72" y="123"/>
                  </a:cubicBezTo>
                  <a:cubicBezTo>
                    <a:pt x="0" y="233"/>
                    <a:pt x="13" y="373"/>
                    <a:pt x="100" y="432"/>
                  </a:cubicBezTo>
                  <a:cubicBezTo>
                    <a:pt x="127" y="450"/>
                    <a:pt x="157" y="458"/>
                    <a:pt x="189" y="458"/>
                  </a:cubicBezTo>
                  <a:cubicBezTo>
                    <a:pt x="261" y="458"/>
                    <a:pt x="338" y="414"/>
                    <a:pt x="387" y="338"/>
                  </a:cubicBezTo>
                  <a:cubicBezTo>
                    <a:pt x="458" y="226"/>
                    <a:pt x="444" y="87"/>
                    <a:pt x="358" y="28"/>
                  </a:cubicBezTo>
                  <a:cubicBezTo>
                    <a:pt x="331" y="10"/>
                    <a:pt x="300" y="1"/>
                    <a:pt x="2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4" name="Google Shape;1714;p1"/>
            <p:cNvSpPr/>
            <p:nvPr/>
          </p:nvSpPr>
          <p:spPr>
            <a:xfrm>
              <a:off x="8043592" y="3971301"/>
              <a:ext cx="25734" cy="25631"/>
            </a:xfrm>
            <a:custGeom>
              <a:rect b="b" l="l" r="r" t="t"/>
              <a:pathLst>
                <a:path extrusionOk="0" h="496" w="498">
                  <a:moveTo>
                    <a:pt x="292" y="1"/>
                  </a:moveTo>
                  <a:cubicBezTo>
                    <a:pt x="214" y="1"/>
                    <a:pt x="132" y="48"/>
                    <a:pt x="78" y="132"/>
                  </a:cubicBezTo>
                  <a:cubicBezTo>
                    <a:pt x="0" y="251"/>
                    <a:pt x="15" y="403"/>
                    <a:pt x="111" y="466"/>
                  </a:cubicBezTo>
                  <a:cubicBezTo>
                    <a:pt x="139" y="486"/>
                    <a:pt x="172" y="495"/>
                    <a:pt x="207" y="495"/>
                  </a:cubicBezTo>
                  <a:cubicBezTo>
                    <a:pt x="283" y="495"/>
                    <a:pt x="366" y="447"/>
                    <a:pt x="420" y="364"/>
                  </a:cubicBezTo>
                  <a:cubicBezTo>
                    <a:pt x="497" y="245"/>
                    <a:pt x="483" y="95"/>
                    <a:pt x="390" y="30"/>
                  </a:cubicBezTo>
                  <a:cubicBezTo>
                    <a:pt x="360" y="10"/>
                    <a:pt x="326" y="1"/>
                    <a:pt x="2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5" name="Google Shape;1715;p1"/>
            <p:cNvSpPr/>
            <p:nvPr/>
          </p:nvSpPr>
          <p:spPr>
            <a:xfrm>
              <a:off x="8090617" y="3890016"/>
              <a:ext cx="26406" cy="25372"/>
            </a:xfrm>
            <a:custGeom>
              <a:rect b="b" l="l" r="r" t="t"/>
              <a:pathLst>
                <a:path extrusionOk="0" h="491" w="511">
                  <a:moveTo>
                    <a:pt x="283" y="1"/>
                  </a:moveTo>
                  <a:cubicBezTo>
                    <a:pt x="205" y="1"/>
                    <a:pt x="125" y="45"/>
                    <a:pt x="75" y="123"/>
                  </a:cubicBezTo>
                  <a:cubicBezTo>
                    <a:pt x="1" y="239"/>
                    <a:pt x="21" y="389"/>
                    <a:pt x="120" y="458"/>
                  </a:cubicBezTo>
                  <a:cubicBezTo>
                    <a:pt x="152" y="480"/>
                    <a:pt x="189" y="490"/>
                    <a:pt x="227" y="490"/>
                  </a:cubicBezTo>
                  <a:cubicBezTo>
                    <a:pt x="305" y="490"/>
                    <a:pt x="385" y="446"/>
                    <a:pt x="435" y="368"/>
                  </a:cubicBezTo>
                  <a:cubicBezTo>
                    <a:pt x="511" y="251"/>
                    <a:pt x="491" y="102"/>
                    <a:pt x="390" y="33"/>
                  </a:cubicBezTo>
                  <a:cubicBezTo>
                    <a:pt x="358" y="11"/>
                    <a:pt x="321" y="1"/>
                    <a:pt x="2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6" name="Google Shape;1716;p1"/>
            <p:cNvSpPr/>
            <p:nvPr/>
          </p:nvSpPr>
          <p:spPr>
            <a:xfrm>
              <a:off x="7053341" y="4048350"/>
              <a:ext cx="646609" cy="361363"/>
            </a:xfrm>
            <a:custGeom>
              <a:rect b="b" l="l" r="r" t="t"/>
              <a:pathLst>
                <a:path extrusionOk="0" h="6993" w="12513">
                  <a:moveTo>
                    <a:pt x="98" y="1"/>
                  </a:moveTo>
                  <a:lnTo>
                    <a:pt x="1" y="178"/>
                  </a:lnTo>
                  <a:lnTo>
                    <a:pt x="12417" y="6993"/>
                  </a:lnTo>
                  <a:lnTo>
                    <a:pt x="12513" y="6815"/>
                  </a:lnTo>
                  <a:lnTo>
                    <a:pt x="9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7" name="Google Shape;1717;p1"/>
            <p:cNvSpPr/>
            <p:nvPr/>
          </p:nvSpPr>
          <p:spPr>
            <a:xfrm>
              <a:off x="7132145" y="4117078"/>
              <a:ext cx="53690" cy="80561"/>
            </a:xfrm>
            <a:custGeom>
              <a:rect b="b" l="l" r="r" t="t"/>
              <a:pathLst>
                <a:path extrusionOk="0" h="1559" w="1039">
                  <a:moveTo>
                    <a:pt x="890" y="1"/>
                  </a:moveTo>
                  <a:lnTo>
                    <a:pt x="1" y="1465"/>
                  </a:lnTo>
                  <a:lnTo>
                    <a:pt x="148" y="1558"/>
                  </a:lnTo>
                  <a:lnTo>
                    <a:pt x="1038" y="94"/>
                  </a:lnTo>
                  <a:lnTo>
                    <a:pt x="89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8" name="Google Shape;1718;p1"/>
            <p:cNvSpPr/>
            <p:nvPr/>
          </p:nvSpPr>
          <p:spPr>
            <a:xfrm>
              <a:off x="7099693" y="3826248"/>
              <a:ext cx="749753" cy="417017"/>
            </a:xfrm>
            <a:custGeom>
              <a:rect b="b" l="l" r="r" t="t"/>
              <a:pathLst>
                <a:path extrusionOk="0" h="8070" w="14509">
                  <a:moveTo>
                    <a:pt x="99" y="0"/>
                  </a:moveTo>
                  <a:lnTo>
                    <a:pt x="0" y="178"/>
                  </a:lnTo>
                  <a:lnTo>
                    <a:pt x="14413" y="8070"/>
                  </a:lnTo>
                  <a:lnTo>
                    <a:pt x="14509" y="7894"/>
                  </a:lnTo>
                  <a:lnTo>
                    <a:pt x="9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9" name="Google Shape;1719;p1"/>
            <p:cNvSpPr/>
            <p:nvPr/>
          </p:nvSpPr>
          <p:spPr>
            <a:xfrm>
              <a:off x="6895783" y="3442661"/>
              <a:ext cx="1355280" cy="1160776"/>
            </a:xfrm>
            <a:custGeom>
              <a:rect b="b" l="l" r="r" t="t"/>
              <a:pathLst>
                <a:path extrusionOk="0" h="22463" w="26227">
                  <a:moveTo>
                    <a:pt x="16914" y="1"/>
                  </a:moveTo>
                  <a:lnTo>
                    <a:pt x="13718" y="2577"/>
                  </a:lnTo>
                  <a:lnTo>
                    <a:pt x="21727" y="8910"/>
                  </a:lnTo>
                  <a:cubicBezTo>
                    <a:pt x="21541" y="8998"/>
                    <a:pt x="21346" y="9091"/>
                    <a:pt x="21119" y="9198"/>
                  </a:cubicBezTo>
                  <a:lnTo>
                    <a:pt x="12097" y="3890"/>
                  </a:lnTo>
                  <a:lnTo>
                    <a:pt x="1" y="13647"/>
                  </a:lnTo>
                  <a:lnTo>
                    <a:pt x="15970" y="22331"/>
                  </a:lnTo>
                  <a:cubicBezTo>
                    <a:pt x="16134" y="22420"/>
                    <a:pt x="16312" y="22463"/>
                    <a:pt x="16487" y="22463"/>
                  </a:cubicBezTo>
                  <a:cubicBezTo>
                    <a:pt x="16864" y="22463"/>
                    <a:pt x="17229" y="22266"/>
                    <a:pt x="17428" y="21914"/>
                  </a:cubicBezTo>
                  <a:lnTo>
                    <a:pt x="22353" y="13212"/>
                  </a:lnTo>
                  <a:lnTo>
                    <a:pt x="23693" y="11055"/>
                  </a:lnTo>
                  <a:lnTo>
                    <a:pt x="23525" y="10962"/>
                  </a:lnTo>
                  <a:lnTo>
                    <a:pt x="23678" y="10700"/>
                  </a:lnTo>
                  <a:lnTo>
                    <a:pt x="23229" y="10436"/>
                  </a:lnTo>
                  <a:lnTo>
                    <a:pt x="23371" y="10207"/>
                  </a:lnTo>
                  <a:lnTo>
                    <a:pt x="23942" y="10658"/>
                  </a:lnTo>
                  <a:lnTo>
                    <a:pt x="26226" y="8392"/>
                  </a:lnTo>
                  <a:lnTo>
                    <a:pt x="16914" y="1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0" name="Google Shape;1720;p1"/>
            <p:cNvSpPr/>
            <p:nvPr/>
          </p:nvSpPr>
          <p:spPr>
            <a:xfrm>
              <a:off x="7772866" y="4127982"/>
              <a:ext cx="217087" cy="382912"/>
            </a:xfrm>
            <a:custGeom>
              <a:rect b="b" l="l" r="r" t="t"/>
              <a:pathLst>
                <a:path extrusionOk="0" h="7410" w="4201">
                  <a:moveTo>
                    <a:pt x="3911" y="0"/>
                  </a:moveTo>
                  <a:lnTo>
                    <a:pt x="0" y="7410"/>
                  </a:lnTo>
                  <a:cubicBezTo>
                    <a:pt x="0" y="7410"/>
                    <a:pt x="3520" y="1264"/>
                    <a:pt x="4200" y="149"/>
                  </a:cubicBezTo>
                  <a:lnTo>
                    <a:pt x="3911" y="0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21" name="Google Shape;1721;p1"/>
          <p:cNvGrpSpPr/>
          <p:nvPr/>
        </p:nvGrpSpPr>
        <p:grpSpPr>
          <a:xfrm>
            <a:off x="6826125" y="2280575"/>
            <a:ext cx="677125" cy="426908"/>
            <a:chOff x="6826125" y="2280575"/>
            <a:chExt cx="677125" cy="426908"/>
          </a:xfrm>
        </p:grpSpPr>
        <p:sp>
          <p:nvSpPr>
            <p:cNvPr id="1722" name="Google Shape;1722;p1"/>
            <p:cNvSpPr/>
            <p:nvPr/>
          </p:nvSpPr>
          <p:spPr>
            <a:xfrm>
              <a:off x="6867997" y="2335225"/>
              <a:ext cx="635253" cy="372258"/>
            </a:xfrm>
            <a:custGeom>
              <a:rect b="b" l="l" r="r" t="t"/>
              <a:pathLst>
                <a:path extrusionOk="0" h="9468" w="16157">
                  <a:moveTo>
                    <a:pt x="14565" y="0"/>
                  </a:moveTo>
                  <a:cubicBezTo>
                    <a:pt x="14372" y="2548"/>
                    <a:pt x="7386" y="5001"/>
                    <a:pt x="0" y="5444"/>
                  </a:cubicBezTo>
                  <a:lnTo>
                    <a:pt x="136" y="6014"/>
                  </a:lnTo>
                  <a:lnTo>
                    <a:pt x="1201" y="5935"/>
                  </a:lnTo>
                  <a:lnTo>
                    <a:pt x="1698" y="8748"/>
                  </a:lnTo>
                  <a:lnTo>
                    <a:pt x="888" y="8866"/>
                  </a:lnTo>
                  <a:lnTo>
                    <a:pt x="974" y="9467"/>
                  </a:lnTo>
                  <a:cubicBezTo>
                    <a:pt x="6949" y="9373"/>
                    <a:pt x="16157" y="6200"/>
                    <a:pt x="15653" y="3845"/>
                  </a:cubicBezTo>
                  <a:lnTo>
                    <a:pt x="145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3" name="Google Shape;1723;p1"/>
            <p:cNvSpPr/>
            <p:nvPr/>
          </p:nvSpPr>
          <p:spPr>
            <a:xfrm>
              <a:off x="6826164" y="2280575"/>
              <a:ext cx="658686" cy="271998"/>
            </a:xfrm>
            <a:custGeom>
              <a:rect b="b" l="l" r="r" t="t"/>
              <a:pathLst>
                <a:path extrusionOk="0" h="6918" w="16753">
                  <a:moveTo>
                    <a:pt x="11170" y="0"/>
                  </a:moveTo>
                  <a:cubicBezTo>
                    <a:pt x="7723" y="0"/>
                    <a:pt x="3110" y="938"/>
                    <a:pt x="1" y="2533"/>
                  </a:cubicBezTo>
                  <a:lnTo>
                    <a:pt x="211" y="3160"/>
                  </a:lnTo>
                  <a:lnTo>
                    <a:pt x="986" y="2889"/>
                  </a:lnTo>
                  <a:lnTo>
                    <a:pt x="1879" y="5868"/>
                  </a:lnTo>
                  <a:lnTo>
                    <a:pt x="898" y="6296"/>
                  </a:lnTo>
                  <a:lnTo>
                    <a:pt x="1044" y="6918"/>
                  </a:lnTo>
                  <a:cubicBezTo>
                    <a:pt x="5200" y="5028"/>
                    <a:pt x="9666" y="3941"/>
                    <a:pt x="12808" y="3941"/>
                  </a:cubicBezTo>
                  <a:cubicBezTo>
                    <a:pt x="14774" y="3941"/>
                    <a:pt x="16222" y="4367"/>
                    <a:pt x="16753" y="5287"/>
                  </a:cubicBezTo>
                  <a:lnTo>
                    <a:pt x="15802" y="1552"/>
                  </a:lnTo>
                  <a:cubicBezTo>
                    <a:pt x="15516" y="483"/>
                    <a:pt x="13643" y="0"/>
                    <a:pt x="111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4" name="Google Shape;1724;p1"/>
            <p:cNvSpPr/>
            <p:nvPr/>
          </p:nvSpPr>
          <p:spPr>
            <a:xfrm>
              <a:off x="6892688" y="2305974"/>
              <a:ext cx="565189" cy="192695"/>
            </a:xfrm>
            <a:custGeom>
              <a:rect b="b" l="l" r="r" t="t"/>
              <a:pathLst>
                <a:path extrusionOk="0" h="4901" w="14375">
                  <a:moveTo>
                    <a:pt x="9117" y="1"/>
                  </a:moveTo>
                  <a:cubicBezTo>
                    <a:pt x="4427" y="1"/>
                    <a:pt x="1" y="1925"/>
                    <a:pt x="1" y="1925"/>
                  </a:cubicBezTo>
                  <a:lnTo>
                    <a:pt x="838" y="4900"/>
                  </a:lnTo>
                  <a:cubicBezTo>
                    <a:pt x="5396" y="3120"/>
                    <a:pt x="8603" y="2633"/>
                    <a:pt x="10747" y="2633"/>
                  </a:cubicBezTo>
                  <a:cubicBezTo>
                    <a:pt x="13335" y="2633"/>
                    <a:pt x="14375" y="3343"/>
                    <a:pt x="14375" y="3343"/>
                  </a:cubicBezTo>
                  <a:lnTo>
                    <a:pt x="13718" y="776"/>
                  </a:lnTo>
                  <a:cubicBezTo>
                    <a:pt x="12256" y="212"/>
                    <a:pt x="10672" y="1"/>
                    <a:pt x="91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5" name="Google Shape;1725;p1"/>
            <p:cNvSpPr/>
            <p:nvPr/>
          </p:nvSpPr>
          <p:spPr>
            <a:xfrm>
              <a:off x="7024792" y="2325160"/>
              <a:ext cx="57246" cy="135370"/>
            </a:xfrm>
            <a:custGeom>
              <a:rect b="b" l="l" r="r" t="t"/>
              <a:pathLst>
                <a:path extrusionOk="0" h="3443" w="1456">
                  <a:moveTo>
                    <a:pt x="381" y="0"/>
                  </a:moveTo>
                  <a:lnTo>
                    <a:pt x="1" y="132"/>
                  </a:lnTo>
                  <a:lnTo>
                    <a:pt x="981" y="3442"/>
                  </a:lnTo>
                  <a:lnTo>
                    <a:pt x="1455" y="3443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6" name="Google Shape;1726;p1"/>
            <p:cNvSpPr/>
            <p:nvPr/>
          </p:nvSpPr>
          <p:spPr>
            <a:xfrm>
              <a:off x="7163265" y="2293471"/>
              <a:ext cx="57207" cy="135409"/>
            </a:xfrm>
            <a:custGeom>
              <a:rect b="b" l="l" r="r" t="t"/>
              <a:pathLst>
                <a:path extrusionOk="0" h="3444" w="1455">
                  <a:moveTo>
                    <a:pt x="381" y="0"/>
                  </a:moveTo>
                  <a:lnTo>
                    <a:pt x="0" y="135"/>
                  </a:lnTo>
                  <a:lnTo>
                    <a:pt x="981" y="3443"/>
                  </a:lnTo>
                  <a:lnTo>
                    <a:pt x="1455" y="3443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7" name="Google Shape;1727;p1"/>
            <p:cNvSpPr/>
            <p:nvPr/>
          </p:nvSpPr>
          <p:spPr>
            <a:xfrm>
              <a:off x="7303743" y="2290601"/>
              <a:ext cx="57286" cy="135370"/>
            </a:xfrm>
            <a:custGeom>
              <a:rect b="b" l="l" r="r" t="t"/>
              <a:pathLst>
                <a:path extrusionOk="0" h="3443" w="1457">
                  <a:moveTo>
                    <a:pt x="383" y="0"/>
                  </a:moveTo>
                  <a:lnTo>
                    <a:pt x="0" y="133"/>
                  </a:lnTo>
                  <a:lnTo>
                    <a:pt x="984" y="3442"/>
                  </a:lnTo>
                  <a:lnTo>
                    <a:pt x="1456" y="3443"/>
                  </a:lnTo>
                  <a:lnTo>
                    <a:pt x="3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8" name="Google Shape;1728;p1"/>
            <p:cNvSpPr/>
            <p:nvPr/>
          </p:nvSpPr>
          <p:spPr>
            <a:xfrm>
              <a:off x="6826125" y="2320010"/>
              <a:ext cx="161005" cy="232563"/>
            </a:xfrm>
            <a:custGeom>
              <a:rect b="b" l="l" r="r" t="t"/>
              <a:pathLst>
                <a:path extrusionOk="0" h="5915" w="4095">
                  <a:moveTo>
                    <a:pt x="4094" y="1"/>
                  </a:moveTo>
                  <a:cubicBezTo>
                    <a:pt x="2610" y="403"/>
                    <a:pt x="1194" y="918"/>
                    <a:pt x="0" y="1530"/>
                  </a:cubicBezTo>
                  <a:lnTo>
                    <a:pt x="209" y="2157"/>
                  </a:lnTo>
                  <a:lnTo>
                    <a:pt x="985" y="1886"/>
                  </a:lnTo>
                  <a:lnTo>
                    <a:pt x="1877" y="4865"/>
                  </a:lnTo>
                  <a:lnTo>
                    <a:pt x="896" y="5293"/>
                  </a:lnTo>
                  <a:lnTo>
                    <a:pt x="1045" y="5915"/>
                  </a:lnTo>
                  <a:cubicBezTo>
                    <a:pt x="1990" y="5485"/>
                    <a:pt x="2951" y="5099"/>
                    <a:pt x="3908" y="4755"/>
                  </a:cubicBezTo>
                  <a:lnTo>
                    <a:pt x="4094" y="1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9" name="Google Shape;1729;p1"/>
            <p:cNvSpPr/>
            <p:nvPr/>
          </p:nvSpPr>
          <p:spPr>
            <a:xfrm>
              <a:off x="6892688" y="2375249"/>
              <a:ext cx="20602" cy="72069"/>
            </a:xfrm>
            <a:custGeom>
              <a:rect b="b" l="l" r="r" t="t"/>
              <a:pathLst>
                <a:path extrusionOk="0" h="1833" w="524">
                  <a:moveTo>
                    <a:pt x="523" y="0"/>
                  </a:moveTo>
                  <a:lnTo>
                    <a:pt x="1" y="161"/>
                  </a:lnTo>
                  <a:lnTo>
                    <a:pt x="473" y="1833"/>
                  </a:lnTo>
                  <a:lnTo>
                    <a:pt x="523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30" name="Google Shape;1730;p1"/>
          <p:cNvGrpSpPr/>
          <p:nvPr/>
        </p:nvGrpSpPr>
        <p:grpSpPr>
          <a:xfrm>
            <a:off x="680610" y="3381000"/>
            <a:ext cx="618203" cy="941501"/>
            <a:chOff x="680610" y="3381000"/>
            <a:chExt cx="618203" cy="941501"/>
          </a:xfrm>
        </p:grpSpPr>
        <p:sp>
          <p:nvSpPr>
            <p:cNvPr id="1731" name="Google Shape;1731;p1"/>
            <p:cNvSpPr/>
            <p:nvPr/>
          </p:nvSpPr>
          <p:spPr>
            <a:xfrm>
              <a:off x="680610" y="3381000"/>
              <a:ext cx="618203" cy="939266"/>
            </a:xfrm>
            <a:custGeom>
              <a:rect b="b" l="l" r="r" t="t"/>
              <a:pathLst>
                <a:path extrusionOk="0" h="20572" w="13540">
                  <a:moveTo>
                    <a:pt x="5904" y="1"/>
                  </a:moveTo>
                  <a:lnTo>
                    <a:pt x="5904" y="1"/>
                  </a:lnTo>
                  <a:cubicBezTo>
                    <a:pt x="1" y="3129"/>
                    <a:pt x="7091" y="17099"/>
                    <a:pt x="6106" y="20038"/>
                  </a:cubicBezTo>
                  <a:lnTo>
                    <a:pt x="10216" y="20572"/>
                  </a:lnTo>
                  <a:cubicBezTo>
                    <a:pt x="13540" y="19974"/>
                    <a:pt x="3211" y="4280"/>
                    <a:pt x="8846" y="386"/>
                  </a:cubicBezTo>
                  <a:lnTo>
                    <a:pt x="590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2" name="Google Shape;1732;p1"/>
            <p:cNvSpPr/>
            <p:nvPr/>
          </p:nvSpPr>
          <p:spPr>
            <a:xfrm>
              <a:off x="849908" y="3953360"/>
              <a:ext cx="298417" cy="369141"/>
            </a:xfrm>
            <a:custGeom>
              <a:rect b="b" l="l" r="r" t="t"/>
              <a:pathLst>
                <a:path extrusionOk="0" h="8085" w="6536">
                  <a:moveTo>
                    <a:pt x="4948" y="1"/>
                  </a:moveTo>
                  <a:lnTo>
                    <a:pt x="4331" y="85"/>
                  </a:lnTo>
                  <a:lnTo>
                    <a:pt x="4197" y="863"/>
                  </a:lnTo>
                  <a:lnTo>
                    <a:pt x="1173" y="1149"/>
                  </a:lnTo>
                  <a:lnTo>
                    <a:pt x="1214" y="553"/>
                  </a:lnTo>
                  <a:lnTo>
                    <a:pt x="1214" y="553"/>
                  </a:lnTo>
                  <a:lnTo>
                    <a:pt x="571" y="599"/>
                  </a:lnTo>
                  <a:cubicBezTo>
                    <a:pt x="0" y="4436"/>
                    <a:pt x="782" y="7227"/>
                    <a:pt x="2392" y="7724"/>
                  </a:cubicBezTo>
                  <a:lnTo>
                    <a:pt x="6535" y="8085"/>
                  </a:lnTo>
                  <a:cubicBezTo>
                    <a:pt x="5267" y="7665"/>
                    <a:pt x="4628" y="5458"/>
                    <a:pt x="494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3" name="Google Shape;1733;p1"/>
            <p:cNvSpPr/>
            <p:nvPr/>
          </p:nvSpPr>
          <p:spPr>
            <a:xfrm>
              <a:off x="861413" y="4034220"/>
              <a:ext cx="228744" cy="266731"/>
            </a:xfrm>
            <a:custGeom>
              <a:rect b="b" l="l" r="r" t="t"/>
              <a:pathLst>
                <a:path extrusionOk="0" h="5842" w="5010">
                  <a:moveTo>
                    <a:pt x="3868" y="1"/>
                  </a:moveTo>
                  <a:lnTo>
                    <a:pt x="802" y="152"/>
                  </a:lnTo>
                  <a:cubicBezTo>
                    <a:pt x="802" y="152"/>
                    <a:pt x="0" y="3350"/>
                    <a:pt x="2146" y="5732"/>
                  </a:cubicBezTo>
                  <a:lnTo>
                    <a:pt x="5009" y="5841"/>
                  </a:lnTo>
                  <a:cubicBezTo>
                    <a:pt x="5009" y="5841"/>
                    <a:pt x="3306" y="4467"/>
                    <a:pt x="38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4" name="Google Shape;1734;p1"/>
            <p:cNvSpPr/>
            <p:nvPr/>
          </p:nvSpPr>
          <p:spPr>
            <a:xfrm>
              <a:off x="892324" y="4179958"/>
              <a:ext cx="163545" cy="21642"/>
            </a:xfrm>
            <a:custGeom>
              <a:rect b="b" l="l" r="r" t="t"/>
              <a:pathLst>
                <a:path extrusionOk="0" h="474" w="3582">
                  <a:moveTo>
                    <a:pt x="0" y="1"/>
                  </a:moveTo>
                  <a:lnTo>
                    <a:pt x="158" y="415"/>
                  </a:lnTo>
                  <a:lnTo>
                    <a:pt x="3582" y="473"/>
                  </a:lnTo>
                  <a:lnTo>
                    <a:pt x="3582" y="473"/>
                  </a:lnTo>
                  <a:lnTo>
                    <a:pt x="3443" y="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5" name="Google Shape;1735;p1"/>
            <p:cNvSpPr/>
            <p:nvPr/>
          </p:nvSpPr>
          <p:spPr>
            <a:xfrm>
              <a:off x="884927" y="4216758"/>
              <a:ext cx="263307" cy="105743"/>
            </a:xfrm>
            <a:custGeom>
              <a:rect b="b" l="l" r="r" t="t"/>
              <a:pathLst>
                <a:path extrusionOk="0" h="2316" w="5767">
                  <a:moveTo>
                    <a:pt x="0" y="1"/>
                  </a:moveTo>
                  <a:lnTo>
                    <a:pt x="0" y="1"/>
                  </a:lnTo>
                  <a:cubicBezTo>
                    <a:pt x="343" y="1042"/>
                    <a:pt x="899" y="1732"/>
                    <a:pt x="1624" y="1955"/>
                  </a:cubicBezTo>
                  <a:lnTo>
                    <a:pt x="5767" y="2316"/>
                  </a:lnTo>
                  <a:cubicBezTo>
                    <a:pt x="5374" y="2185"/>
                    <a:pt x="5044" y="1885"/>
                    <a:pt x="4782" y="1371"/>
                  </a:cubicBezTo>
                  <a:cubicBezTo>
                    <a:pt x="3541" y="963"/>
                    <a:pt x="1454" y="533"/>
                    <a:pt x="0" y="1"/>
                  </a:cubicBez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36" name="Google Shape;1736;p1"/>
          <p:cNvGrpSpPr/>
          <p:nvPr/>
        </p:nvGrpSpPr>
        <p:grpSpPr>
          <a:xfrm>
            <a:off x="7978975" y="2229150"/>
            <a:ext cx="338497" cy="262948"/>
            <a:chOff x="7978975" y="2229150"/>
            <a:chExt cx="338497" cy="262948"/>
          </a:xfrm>
        </p:grpSpPr>
        <p:sp>
          <p:nvSpPr>
            <p:cNvPr id="1737" name="Google Shape;1737;p1"/>
            <p:cNvSpPr/>
            <p:nvPr/>
          </p:nvSpPr>
          <p:spPr>
            <a:xfrm>
              <a:off x="7978975" y="2229150"/>
              <a:ext cx="335419" cy="261455"/>
            </a:xfrm>
            <a:custGeom>
              <a:rect b="b" l="l" r="r" t="t"/>
              <a:pathLst>
                <a:path extrusionOk="0" h="8413" w="10793">
                  <a:moveTo>
                    <a:pt x="7145" y="0"/>
                  </a:moveTo>
                  <a:lnTo>
                    <a:pt x="503" y="4664"/>
                  </a:lnTo>
                  <a:cubicBezTo>
                    <a:pt x="533" y="4712"/>
                    <a:pt x="562" y="4762"/>
                    <a:pt x="584" y="4813"/>
                  </a:cubicBezTo>
                  <a:cubicBezTo>
                    <a:pt x="842" y="5392"/>
                    <a:pt x="583" y="6087"/>
                    <a:pt x="0" y="6503"/>
                  </a:cubicBezTo>
                  <a:lnTo>
                    <a:pt x="88" y="6640"/>
                  </a:lnTo>
                  <a:cubicBezTo>
                    <a:pt x="125" y="6619"/>
                    <a:pt x="168" y="6607"/>
                    <a:pt x="212" y="6607"/>
                  </a:cubicBezTo>
                  <a:cubicBezTo>
                    <a:pt x="233" y="6607"/>
                    <a:pt x="255" y="6610"/>
                    <a:pt x="277" y="6616"/>
                  </a:cubicBezTo>
                  <a:cubicBezTo>
                    <a:pt x="413" y="6651"/>
                    <a:pt x="496" y="6790"/>
                    <a:pt x="460" y="6926"/>
                  </a:cubicBezTo>
                  <a:cubicBezTo>
                    <a:pt x="444" y="6986"/>
                    <a:pt x="408" y="7031"/>
                    <a:pt x="363" y="7062"/>
                  </a:cubicBezTo>
                  <a:lnTo>
                    <a:pt x="441" y="7184"/>
                  </a:lnTo>
                  <a:cubicBezTo>
                    <a:pt x="488" y="7154"/>
                    <a:pt x="542" y="7137"/>
                    <a:pt x="597" y="7137"/>
                  </a:cubicBezTo>
                  <a:cubicBezTo>
                    <a:pt x="621" y="7137"/>
                    <a:pt x="645" y="7140"/>
                    <a:pt x="669" y="7147"/>
                  </a:cubicBezTo>
                  <a:cubicBezTo>
                    <a:pt x="825" y="7188"/>
                    <a:pt x="918" y="7351"/>
                    <a:pt x="875" y="7510"/>
                  </a:cubicBezTo>
                  <a:cubicBezTo>
                    <a:pt x="856" y="7582"/>
                    <a:pt x="812" y="7636"/>
                    <a:pt x="759" y="7675"/>
                  </a:cubicBezTo>
                  <a:lnTo>
                    <a:pt x="832" y="7789"/>
                  </a:lnTo>
                  <a:cubicBezTo>
                    <a:pt x="880" y="7750"/>
                    <a:pt x="940" y="7725"/>
                    <a:pt x="1005" y="7725"/>
                  </a:cubicBezTo>
                  <a:cubicBezTo>
                    <a:pt x="1026" y="7725"/>
                    <a:pt x="1047" y="7728"/>
                    <a:pt x="1068" y="7734"/>
                  </a:cubicBezTo>
                  <a:cubicBezTo>
                    <a:pt x="1213" y="7772"/>
                    <a:pt x="1299" y="7920"/>
                    <a:pt x="1262" y="8066"/>
                  </a:cubicBezTo>
                  <a:cubicBezTo>
                    <a:pt x="1240" y="8144"/>
                    <a:pt x="1186" y="8203"/>
                    <a:pt x="1118" y="8238"/>
                  </a:cubicBezTo>
                  <a:lnTo>
                    <a:pt x="1199" y="8362"/>
                  </a:lnTo>
                  <a:cubicBezTo>
                    <a:pt x="1568" y="8039"/>
                    <a:pt x="1904" y="7910"/>
                    <a:pt x="2197" y="7910"/>
                  </a:cubicBezTo>
                  <a:cubicBezTo>
                    <a:pt x="2573" y="7910"/>
                    <a:pt x="2879" y="8123"/>
                    <a:pt x="3093" y="8412"/>
                  </a:cubicBezTo>
                  <a:lnTo>
                    <a:pt x="10202" y="4394"/>
                  </a:lnTo>
                  <a:cubicBezTo>
                    <a:pt x="10169" y="4344"/>
                    <a:pt x="10137" y="4291"/>
                    <a:pt x="10113" y="4234"/>
                  </a:cubicBezTo>
                  <a:cubicBezTo>
                    <a:pt x="9861" y="3671"/>
                    <a:pt x="10237" y="3151"/>
                    <a:pt x="10793" y="2735"/>
                  </a:cubicBezTo>
                  <a:lnTo>
                    <a:pt x="10718" y="2622"/>
                  </a:lnTo>
                  <a:cubicBezTo>
                    <a:pt x="10682" y="2633"/>
                    <a:pt x="10645" y="2639"/>
                    <a:pt x="10606" y="2639"/>
                  </a:cubicBezTo>
                  <a:cubicBezTo>
                    <a:pt x="10576" y="2639"/>
                    <a:pt x="10545" y="2635"/>
                    <a:pt x="10515" y="2627"/>
                  </a:cubicBezTo>
                  <a:cubicBezTo>
                    <a:pt x="10320" y="2576"/>
                    <a:pt x="10207" y="2380"/>
                    <a:pt x="10256" y="2191"/>
                  </a:cubicBezTo>
                  <a:cubicBezTo>
                    <a:pt x="10272" y="2136"/>
                    <a:pt x="10297" y="2089"/>
                    <a:pt x="10333" y="2049"/>
                  </a:cubicBezTo>
                  <a:lnTo>
                    <a:pt x="10239" y="1907"/>
                  </a:lnTo>
                  <a:cubicBezTo>
                    <a:pt x="10177" y="1940"/>
                    <a:pt x="10109" y="1957"/>
                    <a:pt x="10039" y="1957"/>
                  </a:cubicBezTo>
                  <a:cubicBezTo>
                    <a:pt x="10003" y="1957"/>
                    <a:pt x="9967" y="1953"/>
                    <a:pt x="9931" y="1943"/>
                  </a:cubicBezTo>
                  <a:cubicBezTo>
                    <a:pt x="9695" y="1883"/>
                    <a:pt x="9557" y="1631"/>
                    <a:pt x="9623" y="1383"/>
                  </a:cubicBezTo>
                  <a:cubicBezTo>
                    <a:pt x="9649" y="1290"/>
                    <a:pt x="9696" y="1213"/>
                    <a:pt x="9761" y="1154"/>
                  </a:cubicBezTo>
                  <a:lnTo>
                    <a:pt x="9686" y="1035"/>
                  </a:lnTo>
                  <a:cubicBezTo>
                    <a:pt x="9612" y="1107"/>
                    <a:pt x="9519" y="1149"/>
                    <a:pt x="9423" y="1149"/>
                  </a:cubicBezTo>
                  <a:cubicBezTo>
                    <a:pt x="9396" y="1149"/>
                    <a:pt x="9369" y="1145"/>
                    <a:pt x="9343" y="1139"/>
                  </a:cubicBezTo>
                  <a:cubicBezTo>
                    <a:pt x="9141" y="1084"/>
                    <a:pt x="9028" y="848"/>
                    <a:pt x="9092" y="609"/>
                  </a:cubicBezTo>
                  <a:cubicBezTo>
                    <a:pt x="9121" y="502"/>
                    <a:pt x="9179" y="416"/>
                    <a:pt x="9252" y="353"/>
                  </a:cubicBezTo>
                  <a:lnTo>
                    <a:pt x="9178" y="232"/>
                  </a:lnTo>
                  <a:cubicBezTo>
                    <a:pt x="9121" y="265"/>
                    <a:pt x="9062" y="297"/>
                    <a:pt x="8999" y="325"/>
                  </a:cubicBezTo>
                  <a:cubicBezTo>
                    <a:pt x="8751" y="437"/>
                    <a:pt x="8495" y="489"/>
                    <a:pt x="8250" y="489"/>
                  </a:cubicBezTo>
                  <a:cubicBezTo>
                    <a:pt x="7804" y="489"/>
                    <a:pt x="7396" y="315"/>
                    <a:pt x="71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8" name="Google Shape;1738;p1"/>
            <p:cNvSpPr/>
            <p:nvPr/>
          </p:nvSpPr>
          <p:spPr>
            <a:xfrm>
              <a:off x="7981990" y="2230766"/>
              <a:ext cx="335482" cy="261331"/>
            </a:xfrm>
            <a:custGeom>
              <a:rect b="b" l="l" r="r" t="t"/>
              <a:pathLst>
                <a:path extrusionOk="0" h="8409" w="10795">
                  <a:moveTo>
                    <a:pt x="7147" y="0"/>
                  </a:moveTo>
                  <a:lnTo>
                    <a:pt x="505" y="4665"/>
                  </a:lnTo>
                  <a:cubicBezTo>
                    <a:pt x="535" y="4711"/>
                    <a:pt x="563" y="4761"/>
                    <a:pt x="586" y="4813"/>
                  </a:cubicBezTo>
                  <a:cubicBezTo>
                    <a:pt x="844" y="5391"/>
                    <a:pt x="583" y="6085"/>
                    <a:pt x="1" y="6502"/>
                  </a:cubicBezTo>
                  <a:lnTo>
                    <a:pt x="89" y="6638"/>
                  </a:lnTo>
                  <a:cubicBezTo>
                    <a:pt x="129" y="6618"/>
                    <a:pt x="172" y="6605"/>
                    <a:pt x="216" y="6605"/>
                  </a:cubicBezTo>
                  <a:cubicBezTo>
                    <a:pt x="237" y="6605"/>
                    <a:pt x="257" y="6608"/>
                    <a:pt x="278" y="6614"/>
                  </a:cubicBezTo>
                  <a:cubicBezTo>
                    <a:pt x="414" y="6649"/>
                    <a:pt x="497" y="6788"/>
                    <a:pt x="462" y="6927"/>
                  </a:cubicBezTo>
                  <a:cubicBezTo>
                    <a:pt x="447" y="6986"/>
                    <a:pt x="409" y="7030"/>
                    <a:pt x="364" y="7063"/>
                  </a:cubicBezTo>
                  <a:lnTo>
                    <a:pt x="443" y="7185"/>
                  </a:lnTo>
                  <a:cubicBezTo>
                    <a:pt x="490" y="7154"/>
                    <a:pt x="544" y="7137"/>
                    <a:pt x="601" y="7137"/>
                  </a:cubicBezTo>
                  <a:cubicBezTo>
                    <a:pt x="624" y="7137"/>
                    <a:pt x="647" y="7140"/>
                    <a:pt x="671" y="7146"/>
                  </a:cubicBezTo>
                  <a:cubicBezTo>
                    <a:pt x="827" y="7188"/>
                    <a:pt x="917" y="7351"/>
                    <a:pt x="877" y="7510"/>
                  </a:cubicBezTo>
                  <a:cubicBezTo>
                    <a:pt x="858" y="7580"/>
                    <a:pt x="814" y="7636"/>
                    <a:pt x="759" y="7674"/>
                  </a:cubicBezTo>
                  <a:lnTo>
                    <a:pt x="834" y="7789"/>
                  </a:lnTo>
                  <a:cubicBezTo>
                    <a:pt x="879" y="7748"/>
                    <a:pt x="940" y="7722"/>
                    <a:pt x="1004" y="7722"/>
                  </a:cubicBezTo>
                  <a:cubicBezTo>
                    <a:pt x="1025" y="7722"/>
                    <a:pt x="1046" y="7725"/>
                    <a:pt x="1067" y="7730"/>
                  </a:cubicBezTo>
                  <a:cubicBezTo>
                    <a:pt x="1212" y="7768"/>
                    <a:pt x="1299" y="7916"/>
                    <a:pt x="1260" y="8061"/>
                  </a:cubicBezTo>
                  <a:cubicBezTo>
                    <a:pt x="1239" y="8140"/>
                    <a:pt x="1186" y="8200"/>
                    <a:pt x="1117" y="8233"/>
                  </a:cubicBezTo>
                  <a:lnTo>
                    <a:pt x="1200" y="8359"/>
                  </a:lnTo>
                  <a:cubicBezTo>
                    <a:pt x="1569" y="8036"/>
                    <a:pt x="1904" y="7906"/>
                    <a:pt x="2197" y="7906"/>
                  </a:cubicBezTo>
                  <a:cubicBezTo>
                    <a:pt x="2574" y="7906"/>
                    <a:pt x="2879" y="8120"/>
                    <a:pt x="3093" y="8409"/>
                  </a:cubicBezTo>
                  <a:lnTo>
                    <a:pt x="10203" y="4388"/>
                  </a:lnTo>
                  <a:cubicBezTo>
                    <a:pt x="10170" y="4338"/>
                    <a:pt x="10140" y="4286"/>
                    <a:pt x="10115" y="4230"/>
                  </a:cubicBezTo>
                  <a:cubicBezTo>
                    <a:pt x="9863" y="3665"/>
                    <a:pt x="10239" y="3148"/>
                    <a:pt x="10795" y="2731"/>
                  </a:cubicBezTo>
                  <a:lnTo>
                    <a:pt x="10720" y="2618"/>
                  </a:lnTo>
                  <a:cubicBezTo>
                    <a:pt x="10683" y="2629"/>
                    <a:pt x="10645" y="2635"/>
                    <a:pt x="10606" y="2635"/>
                  </a:cubicBezTo>
                  <a:cubicBezTo>
                    <a:pt x="10576" y="2635"/>
                    <a:pt x="10546" y="2631"/>
                    <a:pt x="10515" y="2624"/>
                  </a:cubicBezTo>
                  <a:cubicBezTo>
                    <a:pt x="10322" y="2574"/>
                    <a:pt x="10206" y="2376"/>
                    <a:pt x="10258" y="2187"/>
                  </a:cubicBezTo>
                  <a:cubicBezTo>
                    <a:pt x="10272" y="2133"/>
                    <a:pt x="10299" y="2084"/>
                    <a:pt x="10335" y="2046"/>
                  </a:cubicBezTo>
                  <a:lnTo>
                    <a:pt x="10241" y="1904"/>
                  </a:lnTo>
                  <a:cubicBezTo>
                    <a:pt x="10178" y="1937"/>
                    <a:pt x="10109" y="1954"/>
                    <a:pt x="10038" y="1954"/>
                  </a:cubicBezTo>
                  <a:cubicBezTo>
                    <a:pt x="10003" y="1954"/>
                    <a:pt x="9968" y="1950"/>
                    <a:pt x="9933" y="1941"/>
                  </a:cubicBezTo>
                  <a:cubicBezTo>
                    <a:pt x="9697" y="1878"/>
                    <a:pt x="9559" y="1628"/>
                    <a:pt x="9625" y="1381"/>
                  </a:cubicBezTo>
                  <a:cubicBezTo>
                    <a:pt x="9649" y="1290"/>
                    <a:pt x="9698" y="1211"/>
                    <a:pt x="9762" y="1152"/>
                  </a:cubicBezTo>
                  <a:lnTo>
                    <a:pt x="9688" y="1034"/>
                  </a:lnTo>
                  <a:cubicBezTo>
                    <a:pt x="9613" y="1105"/>
                    <a:pt x="9520" y="1147"/>
                    <a:pt x="9425" y="1147"/>
                  </a:cubicBezTo>
                  <a:cubicBezTo>
                    <a:pt x="9398" y="1147"/>
                    <a:pt x="9371" y="1144"/>
                    <a:pt x="9344" y="1137"/>
                  </a:cubicBezTo>
                  <a:cubicBezTo>
                    <a:pt x="9141" y="1082"/>
                    <a:pt x="9029" y="846"/>
                    <a:pt x="9094" y="608"/>
                  </a:cubicBezTo>
                  <a:cubicBezTo>
                    <a:pt x="9122" y="501"/>
                    <a:pt x="9181" y="415"/>
                    <a:pt x="9254" y="352"/>
                  </a:cubicBezTo>
                  <a:lnTo>
                    <a:pt x="9180" y="232"/>
                  </a:lnTo>
                  <a:cubicBezTo>
                    <a:pt x="9122" y="266"/>
                    <a:pt x="9062" y="296"/>
                    <a:pt x="9001" y="325"/>
                  </a:cubicBezTo>
                  <a:cubicBezTo>
                    <a:pt x="8753" y="436"/>
                    <a:pt x="8497" y="488"/>
                    <a:pt x="8252" y="488"/>
                  </a:cubicBezTo>
                  <a:cubicBezTo>
                    <a:pt x="7806" y="488"/>
                    <a:pt x="7397" y="314"/>
                    <a:pt x="714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9" name="Google Shape;1739;p1"/>
            <p:cNvSpPr/>
            <p:nvPr/>
          </p:nvSpPr>
          <p:spPr>
            <a:xfrm>
              <a:off x="8007504" y="2251495"/>
              <a:ext cx="278610" cy="219656"/>
            </a:xfrm>
            <a:custGeom>
              <a:rect b="b" l="l" r="r" t="t"/>
              <a:pathLst>
                <a:path extrusionOk="0" h="7068" w="8965">
                  <a:moveTo>
                    <a:pt x="5879" y="265"/>
                  </a:moveTo>
                  <a:cubicBezTo>
                    <a:pt x="6075" y="509"/>
                    <a:pt x="6394" y="645"/>
                    <a:pt x="6740" y="645"/>
                  </a:cubicBezTo>
                  <a:cubicBezTo>
                    <a:pt x="6930" y="645"/>
                    <a:pt x="7129" y="604"/>
                    <a:pt x="7321" y="518"/>
                  </a:cubicBezTo>
                  <a:cubicBezTo>
                    <a:pt x="7368" y="497"/>
                    <a:pt x="7415" y="471"/>
                    <a:pt x="7460" y="447"/>
                  </a:cubicBezTo>
                  <a:lnTo>
                    <a:pt x="8614" y="2262"/>
                  </a:lnTo>
                  <a:cubicBezTo>
                    <a:pt x="8183" y="2588"/>
                    <a:pt x="7994" y="3114"/>
                    <a:pt x="8188" y="3553"/>
                  </a:cubicBezTo>
                  <a:cubicBezTo>
                    <a:pt x="8208" y="3596"/>
                    <a:pt x="8231" y="3636"/>
                    <a:pt x="8259" y="3676"/>
                  </a:cubicBezTo>
                  <a:lnTo>
                    <a:pt x="2737" y="6797"/>
                  </a:lnTo>
                  <a:cubicBezTo>
                    <a:pt x="2544" y="6536"/>
                    <a:pt x="2217" y="6391"/>
                    <a:pt x="1860" y="6391"/>
                  </a:cubicBezTo>
                  <a:cubicBezTo>
                    <a:pt x="1670" y="6391"/>
                    <a:pt x="1471" y="6432"/>
                    <a:pt x="1280" y="6518"/>
                  </a:cubicBezTo>
                  <a:cubicBezTo>
                    <a:pt x="1233" y="6539"/>
                    <a:pt x="1187" y="6562"/>
                    <a:pt x="1144" y="6589"/>
                  </a:cubicBezTo>
                  <a:lnTo>
                    <a:pt x="332" y="5315"/>
                  </a:lnTo>
                  <a:cubicBezTo>
                    <a:pt x="786" y="4993"/>
                    <a:pt x="988" y="4452"/>
                    <a:pt x="787" y="4004"/>
                  </a:cubicBezTo>
                  <a:cubicBezTo>
                    <a:pt x="769" y="3963"/>
                    <a:pt x="747" y="3925"/>
                    <a:pt x="723" y="3887"/>
                  </a:cubicBezTo>
                  <a:lnTo>
                    <a:pt x="5879" y="265"/>
                  </a:lnTo>
                  <a:close/>
                  <a:moveTo>
                    <a:pt x="6007" y="0"/>
                  </a:moveTo>
                  <a:lnTo>
                    <a:pt x="424" y="3921"/>
                  </a:lnTo>
                  <a:cubicBezTo>
                    <a:pt x="448" y="3960"/>
                    <a:pt x="472" y="4001"/>
                    <a:pt x="491" y="4046"/>
                  </a:cubicBezTo>
                  <a:cubicBezTo>
                    <a:pt x="709" y="4531"/>
                    <a:pt x="490" y="5116"/>
                    <a:pt x="0" y="5466"/>
                  </a:cubicBezTo>
                  <a:lnTo>
                    <a:pt x="876" y="6843"/>
                  </a:lnTo>
                  <a:cubicBezTo>
                    <a:pt x="923" y="6813"/>
                    <a:pt x="973" y="6788"/>
                    <a:pt x="1024" y="6764"/>
                  </a:cubicBezTo>
                  <a:cubicBezTo>
                    <a:pt x="1231" y="6672"/>
                    <a:pt x="1446" y="6628"/>
                    <a:pt x="1651" y="6628"/>
                  </a:cubicBezTo>
                  <a:cubicBezTo>
                    <a:pt x="2039" y="6628"/>
                    <a:pt x="2394" y="6785"/>
                    <a:pt x="2604" y="7068"/>
                  </a:cubicBezTo>
                  <a:lnTo>
                    <a:pt x="8578" y="3689"/>
                  </a:lnTo>
                  <a:cubicBezTo>
                    <a:pt x="8551" y="3646"/>
                    <a:pt x="8525" y="3603"/>
                    <a:pt x="8505" y="3556"/>
                  </a:cubicBezTo>
                  <a:cubicBezTo>
                    <a:pt x="8291" y="3082"/>
                    <a:pt x="8498" y="2511"/>
                    <a:pt x="8964" y="2160"/>
                  </a:cubicBezTo>
                  <a:lnTo>
                    <a:pt x="7716" y="196"/>
                  </a:lnTo>
                  <a:cubicBezTo>
                    <a:pt x="7667" y="225"/>
                    <a:pt x="7617" y="251"/>
                    <a:pt x="7566" y="275"/>
                  </a:cubicBezTo>
                  <a:cubicBezTo>
                    <a:pt x="7358" y="368"/>
                    <a:pt x="7143" y="412"/>
                    <a:pt x="6937" y="412"/>
                  </a:cubicBezTo>
                  <a:cubicBezTo>
                    <a:pt x="6562" y="412"/>
                    <a:pt x="6218" y="265"/>
                    <a:pt x="60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0" name="Google Shape;1740;p1"/>
            <p:cNvSpPr/>
            <p:nvPr/>
          </p:nvSpPr>
          <p:spPr>
            <a:xfrm>
              <a:off x="8061860" y="2301437"/>
              <a:ext cx="144977" cy="98236"/>
            </a:xfrm>
            <a:custGeom>
              <a:rect b="b" l="l" r="r" t="t"/>
              <a:pathLst>
                <a:path extrusionOk="0" h="3161" w="4665">
                  <a:moveTo>
                    <a:pt x="4616" y="1"/>
                  </a:moveTo>
                  <a:lnTo>
                    <a:pt x="0" y="3089"/>
                  </a:lnTo>
                  <a:lnTo>
                    <a:pt x="48" y="3160"/>
                  </a:lnTo>
                  <a:lnTo>
                    <a:pt x="4664" y="72"/>
                  </a:lnTo>
                  <a:lnTo>
                    <a:pt x="461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1" name="Google Shape;1741;p1"/>
            <p:cNvSpPr/>
            <p:nvPr/>
          </p:nvSpPr>
          <p:spPr>
            <a:xfrm>
              <a:off x="8071276" y="2354612"/>
              <a:ext cx="16813" cy="15228"/>
            </a:xfrm>
            <a:custGeom>
              <a:rect b="b" l="l" r="r" t="t"/>
              <a:pathLst>
                <a:path extrusionOk="0" h="490" w="541">
                  <a:moveTo>
                    <a:pt x="270" y="1"/>
                  </a:moveTo>
                  <a:cubicBezTo>
                    <a:pt x="162" y="1"/>
                    <a:pt x="63" y="73"/>
                    <a:pt x="34" y="182"/>
                  </a:cubicBezTo>
                  <a:cubicBezTo>
                    <a:pt x="1" y="314"/>
                    <a:pt x="77" y="446"/>
                    <a:pt x="208" y="481"/>
                  </a:cubicBezTo>
                  <a:cubicBezTo>
                    <a:pt x="229" y="487"/>
                    <a:pt x="250" y="490"/>
                    <a:pt x="271" y="490"/>
                  </a:cubicBezTo>
                  <a:cubicBezTo>
                    <a:pt x="379" y="490"/>
                    <a:pt x="479" y="418"/>
                    <a:pt x="506" y="308"/>
                  </a:cubicBezTo>
                  <a:cubicBezTo>
                    <a:pt x="541" y="178"/>
                    <a:pt x="463" y="43"/>
                    <a:pt x="333" y="9"/>
                  </a:cubicBezTo>
                  <a:cubicBezTo>
                    <a:pt x="312" y="3"/>
                    <a:pt x="291" y="1"/>
                    <a:pt x="2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2" name="Google Shape;1742;p1"/>
            <p:cNvSpPr/>
            <p:nvPr/>
          </p:nvSpPr>
          <p:spPr>
            <a:xfrm>
              <a:off x="8113635" y="2325088"/>
              <a:ext cx="16844" cy="15228"/>
            </a:xfrm>
            <a:custGeom>
              <a:rect b="b" l="l" r="r" t="t"/>
              <a:pathLst>
                <a:path extrusionOk="0" h="490" w="542">
                  <a:moveTo>
                    <a:pt x="272" y="1"/>
                  </a:moveTo>
                  <a:cubicBezTo>
                    <a:pt x="163" y="1"/>
                    <a:pt x="64" y="72"/>
                    <a:pt x="35" y="183"/>
                  </a:cubicBezTo>
                  <a:cubicBezTo>
                    <a:pt x="1" y="313"/>
                    <a:pt x="78" y="448"/>
                    <a:pt x="208" y="481"/>
                  </a:cubicBezTo>
                  <a:cubicBezTo>
                    <a:pt x="229" y="486"/>
                    <a:pt x="250" y="489"/>
                    <a:pt x="271" y="489"/>
                  </a:cubicBezTo>
                  <a:cubicBezTo>
                    <a:pt x="379" y="489"/>
                    <a:pt x="479" y="417"/>
                    <a:pt x="507" y="308"/>
                  </a:cubicBezTo>
                  <a:cubicBezTo>
                    <a:pt x="542" y="177"/>
                    <a:pt x="464" y="43"/>
                    <a:pt x="334" y="8"/>
                  </a:cubicBezTo>
                  <a:cubicBezTo>
                    <a:pt x="313" y="3"/>
                    <a:pt x="293" y="1"/>
                    <a:pt x="2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3" name="Google Shape;1743;p1"/>
            <p:cNvSpPr/>
            <p:nvPr/>
          </p:nvSpPr>
          <p:spPr>
            <a:xfrm>
              <a:off x="8145583" y="2300039"/>
              <a:ext cx="16813" cy="15197"/>
            </a:xfrm>
            <a:custGeom>
              <a:rect b="b" l="l" r="r" t="t"/>
              <a:pathLst>
                <a:path extrusionOk="0" h="489" w="541">
                  <a:moveTo>
                    <a:pt x="270" y="0"/>
                  </a:moveTo>
                  <a:cubicBezTo>
                    <a:pt x="162" y="0"/>
                    <a:pt x="62" y="72"/>
                    <a:pt x="33" y="182"/>
                  </a:cubicBezTo>
                  <a:cubicBezTo>
                    <a:pt x="0" y="312"/>
                    <a:pt x="79" y="447"/>
                    <a:pt x="208" y="481"/>
                  </a:cubicBezTo>
                  <a:cubicBezTo>
                    <a:pt x="229" y="486"/>
                    <a:pt x="249" y="489"/>
                    <a:pt x="269" y="489"/>
                  </a:cubicBezTo>
                  <a:cubicBezTo>
                    <a:pt x="378" y="489"/>
                    <a:pt x="478" y="417"/>
                    <a:pt x="506" y="306"/>
                  </a:cubicBezTo>
                  <a:cubicBezTo>
                    <a:pt x="540" y="176"/>
                    <a:pt x="463" y="41"/>
                    <a:pt x="333" y="9"/>
                  </a:cubicBezTo>
                  <a:cubicBezTo>
                    <a:pt x="312" y="3"/>
                    <a:pt x="291" y="0"/>
                    <a:pt x="2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4" name="Google Shape;1744;p1"/>
            <p:cNvSpPr/>
            <p:nvPr/>
          </p:nvSpPr>
          <p:spPr>
            <a:xfrm>
              <a:off x="7981958" y="2341652"/>
              <a:ext cx="267235" cy="150446"/>
            </a:xfrm>
            <a:custGeom>
              <a:rect b="b" l="l" r="r" t="t"/>
              <a:pathLst>
                <a:path extrusionOk="0" h="4841" w="8599">
                  <a:moveTo>
                    <a:pt x="2062" y="1"/>
                  </a:moveTo>
                  <a:lnTo>
                    <a:pt x="503" y="1096"/>
                  </a:lnTo>
                  <a:cubicBezTo>
                    <a:pt x="534" y="1142"/>
                    <a:pt x="563" y="1192"/>
                    <a:pt x="586" y="1243"/>
                  </a:cubicBezTo>
                  <a:cubicBezTo>
                    <a:pt x="843" y="1822"/>
                    <a:pt x="582" y="2516"/>
                    <a:pt x="0" y="2933"/>
                  </a:cubicBezTo>
                  <a:lnTo>
                    <a:pt x="88" y="3069"/>
                  </a:lnTo>
                  <a:cubicBezTo>
                    <a:pt x="127" y="3048"/>
                    <a:pt x="170" y="3036"/>
                    <a:pt x="215" y="3036"/>
                  </a:cubicBezTo>
                  <a:cubicBezTo>
                    <a:pt x="236" y="3036"/>
                    <a:pt x="257" y="3038"/>
                    <a:pt x="278" y="3044"/>
                  </a:cubicBezTo>
                  <a:cubicBezTo>
                    <a:pt x="414" y="3080"/>
                    <a:pt x="496" y="3219"/>
                    <a:pt x="460" y="3358"/>
                  </a:cubicBezTo>
                  <a:cubicBezTo>
                    <a:pt x="446" y="3416"/>
                    <a:pt x="408" y="3461"/>
                    <a:pt x="364" y="3494"/>
                  </a:cubicBezTo>
                  <a:lnTo>
                    <a:pt x="443" y="3615"/>
                  </a:lnTo>
                  <a:cubicBezTo>
                    <a:pt x="489" y="3585"/>
                    <a:pt x="543" y="3568"/>
                    <a:pt x="599" y="3568"/>
                  </a:cubicBezTo>
                  <a:cubicBezTo>
                    <a:pt x="623" y="3568"/>
                    <a:pt x="646" y="3571"/>
                    <a:pt x="670" y="3577"/>
                  </a:cubicBezTo>
                  <a:cubicBezTo>
                    <a:pt x="825" y="3618"/>
                    <a:pt x="916" y="3782"/>
                    <a:pt x="875" y="3940"/>
                  </a:cubicBezTo>
                  <a:cubicBezTo>
                    <a:pt x="858" y="4011"/>
                    <a:pt x="813" y="4066"/>
                    <a:pt x="759" y="4105"/>
                  </a:cubicBezTo>
                  <a:lnTo>
                    <a:pt x="832" y="4220"/>
                  </a:lnTo>
                  <a:cubicBezTo>
                    <a:pt x="881" y="4179"/>
                    <a:pt x="944" y="4154"/>
                    <a:pt x="1009" y="4154"/>
                  </a:cubicBezTo>
                  <a:cubicBezTo>
                    <a:pt x="1030" y="4154"/>
                    <a:pt x="1051" y="4157"/>
                    <a:pt x="1073" y="4162"/>
                  </a:cubicBezTo>
                  <a:cubicBezTo>
                    <a:pt x="1217" y="4200"/>
                    <a:pt x="1303" y="4348"/>
                    <a:pt x="1266" y="4493"/>
                  </a:cubicBezTo>
                  <a:cubicBezTo>
                    <a:pt x="1244" y="4572"/>
                    <a:pt x="1190" y="4632"/>
                    <a:pt x="1123" y="4665"/>
                  </a:cubicBezTo>
                  <a:lnTo>
                    <a:pt x="1204" y="4791"/>
                  </a:lnTo>
                  <a:cubicBezTo>
                    <a:pt x="1572" y="4468"/>
                    <a:pt x="1906" y="4339"/>
                    <a:pt x="2199" y="4339"/>
                  </a:cubicBezTo>
                  <a:cubicBezTo>
                    <a:pt x="2575" y="4339"/>
                    <a:pt x="2880" y="4552"/>
                    <a:pt x="3094" y="4841"/>
                  </a:cubicBezTo>
                  <a:lnTo>
                    <a:pt x="8598" y="1729"/>
                  </a:lnTo>
                  <a:lnTo>
                    <a:pt x="2062" y="1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45" name="Google Shape;1745;p1"/>
          <p:cNvGrpSpPr/>
          <p:nvPr/>
        </p:nvGrpSpPr>
        <p:grpSpPr>
          <a:xfrm>
            <a:off x="6630755" y="948704"/>
            <a:ext cx="725613" cy="598673"/>
            <a:chOff x="6630755" y="948704"/>
            <a:chExt cx="725613" cy="598673"/>
          </a:xfrm>
        </p:grpSpPr>
        <p:sp>
          <p:nvSpPr>
            <p:cNvPr id="1746" name="Google Shape;1746;p1"/>
            <p:cNvSpPr/>
            <p:nvPr/>
          </p:nvSpPr>
          <p:spPr>
            <a:xfrm>
              <a:off x="7153348" y="1153907"/>
              <a:ext cx="192211" cy="298935"/>
            </a:xfrm>
            <a:custGeom>
              <a:rect b="b" l="l" r="r" t="t"/>
              <a:pathLst>
                <a:path extrusionOk="0" h="8263" w="5313">
                  <a:moveTo>
                    <a:pt x="225" y="0"/>
                  </a:moveTo>
                  <a:lnTo>
                    <a:pt x="0" y="408"/>
                  </a:lnTo>
                  <a:lnTo>
                    <a:pt x="3957" y="8263"/>
                  </a:lnTo>
                  <a:lnTo>
                    <a:pt x="5313" y="7078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7" name="Google Shape;1747;p1"/>
            <p:cNvSpPr/>
            <p:nvPr/>
          </p:nvSpPr>
          <p:spPr>
            <a:xfrm>
              <a:off x="7105991" y="1147431"/>
              <a:ext cx="56292" cy="39651"/>
            </a:xfrm>
            <a:custGeom>
              <a:rect b="b" l="l" r="r" t="t"/>
              <a:pathLst>
                <a:path extrusionOk="0" h="1096" w="1556">
                  <a:moveTo>
                    <a:pt x="174" y="0"/>
                  </a:moveTo>
                  <a:lnTo>
                    <a:pt x="1" y="1095"/>
                  </a:lnTo>
                  <a:lnTo>
                    <a:pt x="1494" y="717"/>
                  </a:lnTo>
                  <a:lnTo>
                    <a:pt x="1555" y="202"/>
                  </a:lnTo>
                  <a:lnTo>
                    <a:pt x="1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8" name="Google Shape;1748;p1"/>
            <p:cNvSpPr/>
            <p:nvPr/>
          </p:nvSpPr>
          <p:spPr>
            <a:xfrm>
              <a:off x="6739651" y="959775"/>
              <a:ext cx="213085" cy="49491"/>
            </a:xfrm>
            <a:custGeom>
              <a:rect b="b" l="l" r="r" t="t"/>
              <a:pathLst>
                <a:path extrusionOk="0" h="1368" w="5890">
                  <a:moveTo>
                    <a:pt x="1371" y="1"/>
                  </a:moveTo>
                  <a:lnTo>
                    <a:pt x="0" y="1368"/>
                  </a:lnTo>
                  <a:lnTo>
                    <a:pt x="5673" y="931"/>
                  </a:lnTo>
                  <a:lnTo>
                    <a:pt x="5889" y="676"/>
                  </a:lnTo>
                  <a:lnTo>
                    <a:pt x="13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9" name="Google Shape;1749;p1"/>
            <p:cNvSpPr/>
            <p:nvPr/>
          </p:nvSpPr>
          <p:spPr>
            <a:xfrm>
              <a:off x="6934977" y="984231"/>
              <a:ext cx="56545" cy="57558"/>
            </a:xfrm>
            <a:custGeom>
              <a:rect b="b" l="l" r="r" t="t"/>
              <a:pathLst>
                <a:path extrusionOk="0" h="1591" w="1563">
                  <a:moveTo>
                    <a:pt x="490" y="0"/>
                  </a:moveTo>
                  <a:lnTo>
                    <a:pt x="1" y="231"/>
                  </a:lnTo>
                  <a:lnTo>
                    <a:pt x="462" y="1591"/>
                  </a:lnTo>
                  <a:lnTo>
                    <a:pt x="1563" y="1057"/>
                  </a:lnTo>
                  <a:lnTo>
                    <a:pt x="49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0" name="Google Shape;1750;p1"/>
            <p:cNvSpPr/>
            <p:nvPr/>
          </p:nvSpPr>
          <p:spPr>
            <a:xfrm>
              <a:off x="6640415" y="950405"/>
              <a:ext cx="715953" cy="594288"/>
            </a:xfrm>
            <a:custGeom>
              <a:rect b="b" l="l" r="r" t="t"/>
              <a:pathLst>
                <a:path extrusionOk="0" h="16427" w="19790">
                  <a:moveTo>
                    <a:pt x="4289" y="1"/>
                  </a:moveTo>
                  <a:lnTo>
                    <a:pt x="0" y="5574"/>
                  </a:lnTo>
                  <a:lnTo>
                    <a:pt x="7343" y="9207"/>
                  </a:lnTo>
                  <a:lnTo>
                    <a:pt x="10456" y="6745"/>
                  </a:lnTo>
                  <a:lnTo>
                    <a:pt x="12764" y="8667"/>
                  </a:lnTo>
                  <a:lnTo>
                    <a:pt x="10843" y="11945"/>
                  </a:lnTo>
                  <a:lnTo>
                    <a:pt x="16124" y="16426"/>
                  </a:lnTo>
                  <a:lnTo>
                    <a:pt x="19790" y="12597"/>
                  </a:lnTo>
                  <a:cubicBezTo>
                    <a:pt x="13757" y="8079"/>
                    <a:pt x="10147" y="5209"/>
                    <a:pt x="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1" name="Google Shape;1751;p1"/>
            <p:cNvSpPr/>
            <p:nvPr/>
          </p:nvSpPr>
          <p:spPr>
            <a:xfrm>
              <a:off x="6976582" y="1147177"/>
              <a:ext cx="175859" cy="142178"/>
            </a:xfrm>
            <a:custGeom>
              <a:rect b="b" l="l" r="r" t="t"/>
              <a:pathLst>
                <a:path extrusionOk="0" h="3930" w="4861">
                  <a:moveTo>
                    <a:pt x="962" y="0"/>
                  </a:moveTo>
                  <a:lnTo>
                    <a:pt x="0" y="1162"/>
                  </a:lnTo>
                  <a:lnTo>
                    <a:pt x="4115" y="3930"/>
                  </a:lnTo>
                  <a:lnTo>
                    <a:pt x="4860" y="3212"/>
                  </a:lnTo>
                  <a:lnTo>
                    <a:pt x="96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2" name="Google Shape;1752;p1"/>
            <p:cNvSpPr/>
            <p:nvPr/>
          </p:nvSpPr>
          <p:spPr>
            <a:xfrm>
              <a:off x="6630755" y="948704"/>
              <a:ext cx="396071" cy="336198"/>
            </a:xfrm>
            <a:custGeom>
              <a:rect b="b" l="l" r="r" t="t"/>
              <a:pathLst>
                <a:path extrusionOk="0" h="9293" w="10948">
                  <a:moveTo>
                    <a:pt x="4290" y="0"/>
                  </a:moveTo>
                  <a:lnTo>
                    <a:pt x="1" y="5573"/>
                  </a:lnTo>
                  <a:lnTo>
                    <a:pt x="7519" y="9292"/>
                  </a:lnTo>
                  <a:lnTo>
                    <a:pt x="10948" y="5847"/>
                  </a:lnTo>
                  <a:lnTo>
                    <a:pt x="429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3" name="Google Shape;1753;p1"/>
            <p:cNvSpPr/>
            <p:nvPr/>
          </p:nvSpPr>
          <p:spPr>
            <a:xfrm>
              <a:off x="6632383" y="1152821"/>
              <a:ext cx="441076" cy="131831"/>
            </a:xfrm>
            <a:custGeom>
              <a:rect b="b" l="l" r="r" t="t"/>
              <a:pathLst>
                <a:path extrusionOk="0" h="3644" w="12192">
                  <a:moveTo>
                    <a:pt x="0" y="0"/>
                  </a:moveTo>
                  <a:lnTo>
                    <a:pt x="7500" y="3643"/>
                  </a:lnTo>
                  <a:lnTo>
                    <a:pt x="10154" y="916"/>
                  </a:lnTo>
                  <a:lnTo>
                    <a:pt x="11189" y="1739"/>
                  </a:lnTo>
                  <a:lnTo>
                    <a:pt x="12191" y="1297"/>
                  </a:lnTo>
                  <a:lnTo>
                    <a:pt x="10891" y="1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4" name="Google Shape;1754;p1"/>
            <p:cNvSpPr/>
            <p:nvPr/>
          </p:nvSpPr>
          <p:spPr>
            <a:xfrm>
              <a:off x="6682598" y="1003406"/>
              <a:ext cx="306134" cy="247309"/>
            </a:xfrm>
            <a:custGeom>
              <a:rect b="b" l="l" r="r" t="t"/>
              <a:pathLst>
                <a:path extrusionOk="0" h="6836" w="8462">
                  <a:moveTo>
                    <a:pt x="2891" y="0"/>
                  </a:moveTo>
                  <a:lnTo>
                    <a:pt x="1" y="3811"/>
                  </a:lnTo>
                  <a:lnTo>
                    <a:pt x="6091" y="6836"/>
                  </a:lnTo>
                  <a:lnTo>
                    <a:pt x="8461" y="4438"/>
                  </a:lnTo>
                  <a:lnTo>
                    <a:pt x="2891" y="0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5" name="Google Shape;1755;p1"/>
            <p:cNvSpPr/>
            <p:nvPr/>
          </p:nvSpPr>
          <p:spPr>
            <a:xfrm>
              <a:off x="7023035" y="1230785"/>
              <a:ext cx="325887" cy="316589"/>
            </a:xfrm>
            <a:custGeom>
              <a:rect b="b" l="l" r="r" t="t"/>
              <a:pathLst>
                <a:path extrusionOk="0" h="8751" w="9008">
                  <a:moveTo>
                    <a:pt x="2434" y="1"/>
                  </a:moveTo>
                  <a:lnTo>
                    <a:pt x="0" y="4151"/>
                  </a:lnTo>
                  <a:lnTo>
                    <a:pt x="5436" y="8750"/>
                  </a:lnTo>
                  <a:lnTo>
                    <a:pt x="9008" y="4941"/>
                  </a:lnTo>
                  <a:lnTo>
                    <a:pt x="243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6" name="Google Shape;1756;p1"/>
            <p:cNvSpPr/>
            <p:nvPr/>
          </p:nvSpPr>
          <p:spPr>
            <a:xfrm>
              <a:off x="7023035" y="1380924"/>
              <a:ext cx="325561" cy="166453"/>
            </a:xfrm>
            <a:custGeom>
              <a:rect b="b" l="l" r="r" t="t"/>
              <a:pathLst>
                <a:path extrusionOk="0" h="4601" w="8999">
                  <a:moveTo>
                    <a:pt x="0" y="1"/>
                  </a:moveTo>
                  <a:lnTo>
                    <a:pt x="5436" y="4600"/>
                  </a:lnTo>
                  <a:lnTo>
                    <a:pt x="8999" y="78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7" name="Google Shape;1757;p1"/>
            <p:cNvSpPr/>
            <p:nvPr/>
          </p:nvSpPr>
          <p:spPr>
            <a:xfrm>
              <a:off x="7060370" y="1282954"/>
              <a:ext cx="253387" cy="229474"/>
            </a:xfrm>
            <a:custGeom>
              <a:rect b="b" l="l" r="r" t="t"/>
              <a:pathLst>
                <a:path extrusionOk="0" h="6343" w="7004">
                  <a:moveTo>
                    <a:pt x="1824" y="0"/>
                  </a:moveTo>
                  <a:lnTo>
                    <a:pt x="1" y="2440"/>
                  </a:lnTo>
                  <a:lnTo>
                    <a:pt x="4674" y="6342"/>
                  </a:lnTo>
                  <a:lnTo>
                    <a:pt x="7004" y="3828"/>
                  </a:lnTo>
                  <a:lnTo>
                    <a:pt x="1824" y="0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8" name="Google Shape;1758;p1"/>
            <p:cNvSpPr/>
            <p:nvPr/>
          </p:nvSpPr>
          <p:spPr>
            <a:xfrm>
              <a:off x="6692149" y="1012342"/>
              <a:ext cx="282582" cy="229112"/>
            </a:xfrm>
            <a:custGeom>
              <a:rect b="b" l="l" r="r" t="t"/>
              <a:pathLst>
                <a:path extrusionOk="0" h="6333" w="7811">
                  <a:moveTo>
                    <a:pt x="2656" y="1"/>
                  </a:moveTo>
                  <a:lnTo>
                    <a:pt x="0" y="3548"/>
                  </a:lnTo>
                  <a:lnTo>
                    <a:pt x="5642" y="6332"/>
                  </a:lnTo>
                  <a:lnTo>
                    <a:pt x="7811" y="4142"/>
                  </a:lnTo>
                  <a:lnTo>
                    <a:pt x="26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9" name="Google Shape;1759;p1"/>
            <p:cNvSpPr/>
            <p:nvPr/>
          </p:nvSpPr>
          <p:spPr>
            <a:xfrm>
              <a:off x="6691173" y="1010677"/>
              <a:ext cx="208636" cy="128322"/>
            </a:xfrm>
            <a:custGeom>
              <a:rect b="b" l="l" r="r" t="t"/>
              <a:pathLst>
                <a:path extrusionOk="0" h="3547" w="5767">
                  <a:moveTo>
                    <a:pt x="2657" y="1"/>
                  </a:moveTo>
                  <a:lnTo>
                    <a:pt x="0" y="3547"/>
                  </a:lnTo>
                  <a:lnTo>
                    <a:pt x="5766" y="2549"/>
                  </a:lnTo>
                  <a:lnTo>
                    <a:pt x="2657" y="1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0" name="Google Shape;1760;p1"/>
            <p:cNvSpPr/>
            <p:nvPr/>
          </p:nvSpPr>
          <p:spPr>
            <a:xfrm>
              <a:off x="7068511" y="1290660"/>
              <a:ext cx="232296" cy="210770"/>
            </a:xfrm>
            <a:custGeom>
              <a:rect b="b" l="l" r="r" t="t"/>
              <a:pathLst>
                <a:path extrusionOk="0" h="5826" w="6421">
                  <a:moveTo>
                    <a:pt x="1585" y="1"/>
                  </a:moveTo>
                  <a:lnTo>
                    <a:pt x="0" y="2162"/>
                  </a:lnTo>
                  <a:lnTo>
                    <a:pt x="4319" y="5826"/>
                  </a:lnTo>
                  <a:lnTo>
                    <a:pt x="6421" y="3557"/>
                  </a:lnTo>
                  <a:lnTo>
                    <a:pt x="158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1" name="Google Shape;1761;p1"/>
            <p:cNvSpPr/>
            <p:nvPr/>
          </p:nvSpPr>
          <p:spPr>
            <a:xfrm>
              <a:off x="7067968" y="1292433"/>
              <a:ext cx="160013" cy="78288"/>
            </a:xfrm>
            <a:custGeom>
              <a:rect b="b" l="l" r="r" t="t"/>
              <a:pathLst>
                <a:path extrusionOk="0" h="2164" w="4423">
                  <a:moveTo>
                    <a:pt x="1586" y="0"/>
                  </a:moveTo>
                  <a:lnTo>
                    <a:pt x="1" y="2164"/>
                  </a:lnTo>
                  <a:lnTo>
                    <a:pt x="4423" y="2040"/>
                  </a:lnTo>
                  <a:lnTo>
                    <a:pt x="1586" y="0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2" name="Google Shape;1762;p1"/>
            <p:cNvSpPr/>
            <p:nvPr/>
          </p:nvSpPr>
          <p:spPr>
            <a:xfrm>
              <a:off x="6741822" y="1106260"/>
              <a:ext cx="187761" cy="50251"/>
            </a:xfrm>
            <a:custGeom>
              <a:rect b="b" l="l" r="r" t="t"/>
              <a:pathLst>
                <a:path extrusionOk="0" h="1389" w="5190">
                  <a:moveTo>
                    <a:pt x="3772" y="0"/>
                  </a:moveTo>
                  <a:lnTo>
                    <a:pt x="460" y="566"/>
                  </a:lnTo>
                  <a:lnTo>
                    <a:pt x="0" y="1261"/>
                  </a:lnTo>
                  <a:lnTo>
                    <a:pt x="5189" y="1389"/>
                  </a:lnTo>
                  <a:lnTo>
                    <a:pt x="3772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3" name="Google Shape;1763;p1"/>
            <p:cNvSpPr/>
            <p:nvPr/>
          </p:nvSpPr>
          <p:spPr>
            <a:xfrm>
              <a:off x="7093980" y="1366960"/>
              <a:ext cx="153393" cy="77601"/>
            </a:xfrm>
            <a:custGeom>
              <a:rect b="b" l="l" r="r" t="t"/>
              <a:pathLst>
                <a:path extrusionOk="0" h="2145" w="4240">
                  <a:moveTo>
                    <a:pt x="3326" y="0"/>
                  </a:moveTo>
                  <a:lnTo>
                    <a:pt x="1" y="112"/>
                  </a:lnTo>
                  <a:lnTo>
                    <a:pt x="2443" y="2145"/>
                  </a:lnTo>
                  <a:lnTo>
                    <a:pt x="4239" y="932"/>
                  </a:lnTo>
                  <a:lnTo>
                    <a:pt x="3326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4" name="Google Shape;1764;p1"/>
            <p:cNvSpPr/>
            <p:nvPr/>
          </p:nvSpPr>
          <p:spPr>
            <a:xfrm>
              <a:off x="6753001" y="960824"/>
              <a:ext cx="24384" cy="25035"/>
            </a:xfrm>
            <a:custGeom>
              <a:rect b="b" l="l" r="r" t="t"/>
              <a:pathLst>
                <a:path extrusionOk="0" h="692" w="674">
                  <a:moveTo>
                    <a:pt x="332" y="0"/>
                  </a:moveTo>
                  <a:lnTo>
                    <a:pt x="0" y="428"/>
                  </a:lnTo>
                  <a:lnTo>
                    <a:pt x="340" y="692"/>
                  </a:lnTo>
                  <a:lnTo>
                    <a:pt x="673" y="264"/>
                  </a:lnTo>
                  <a:lnTo>
                    <a:pt x="33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5" name="Google Shape;1765;p1"/>
            <p:cNvSpPr/>
            <p:nvPr/>
          </p:nvSpPr>
          <p:spPr>
            <a:xfrm>
              <a:off x="7323205" y="1412001"/>
              <a:ext cx="24745" cy="24999"/>
            </a:xfrm>
            <a:custGeom>
              <a:rect b="b" l="l" r="r" t="t"/>
              <a:pathLst>
                <a:path extrusionOk="0" h="691" w="684">
                  <a:moveTo>
                    <a:pt x="368" y="1"/>
                  </a:moveTo>
                  <a:lnTo>
                    <a:pt x="1" y="397"/>
                  </a:lnTo>
                  <a:lnTo>
                    <a:pt x="315" y="691"/>
                  </a:lnTo>
                  <a:lnTo>
                    <a:pt x="683" y="294"/>
                  </a:lnTo>
                  <a:lnTo>
                    <a:pt x="3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66" name="Google Shape;1766;p1"/>
          <p:cNvGrpSpPr/>
          <p:nvPr/>
        </p:nvGrpSpPr>
        <p:grpSpPr>
          <a:xfrm>
            <a:off x="7711080" y="1325775"/>
            <a:ext cx="278628" cy="413707"/>
            <a:chOff x="7711080" y="1325775"/>
            <a:chExt cx="278628" cy="413707"/>
          </a:xfrm>
        </p:grpSpPr>
        <p:sp>
          <p:nvSpPr>
            <p:cNvPr id="1767" name="Google Shape;1767;p1"/>
            <p:cNvSpPr/>
            <p:nvPr/>
          </p:nvSpPr>
          <p:spPr>
            <a:xfrm>
              <a:off x="7711080" y="1326615"/>
              <a:ext cx="274758" cy="412867"/>
            </a:xfrm>
            <a:custGeom>
              <a:rect b="b" l="l" r="r" t="t"/>
              <a:pathLst>
                <a:path extrusionOk="0" h="11306" w="7524">
                  <a:moveTo>
                    <a:pt x="4177" y="0"/>
                  </a:moveTo>
                  <a:cubicBezTo>
                    <a:pt x="4152" y="62"/>
                    <a:pt x="4124" y="123"/>
                    <a:pt x="4091" y="184"/>
                  </a:cubicBezTo>
                  <a:cubicBezTo>
                    <a:pt x="3783" y="753"/>
                    <a:pt x="3236" y="1088"/>
                    <a:pt x="2708" y="1088"/>
                  </a:cubicBezTo>
                  <a:cubicBezTo>
                    <a:pt x="2612" y="1088"/>
                    <a:pt x="2516" y="1077"/>
                    <a:pt x="2423" y="1054"/>
                  </a:cubicBezTo>
                  <a:lnTo>
                    <a:pt x="1" y="8801"/>
                  </a:lnTo>
                  <a:cubicBezTo>
                    <a:pt x="52" y="8820"/>
                    <a:pt x="105" y="8842"/>
                    <a:pt x="155" y="8869"/>
                  </a:cubicBezTo>
                  <a:cubicBezTo>
                    <a:pt x="712" y="9169"/>
                    <a:pt x="931" y="9879"/>
                    <a:pt x="721" y="10564"/>
                  </a:cubicBezTo>
                  <a:lnTo>
                    <a:pt x="875" y="10619"/>
                  </a:lnTo>
                  <a:cubicBezTo>
                    <a:pt x="900" y="10559"/>
                    <a:pt x="947" y="10509"/>
                    <a:pt x="1011" y="10483"/>
                  </a:cubicBezTo>
                  <a:cubicBezTo>
                    <a:pt x="1044" y="10470"/>
                    <a:pt x="1077" y="10463"/>
                    <a:pt x="1110" y="10463"/>
                  </a:cubicBezTo>
                  <a:cubicBezTo>
                    <a:pt x="1210" y="10463"/>
                    <a:pt x="1304" y="10523"/>
                    <a:pt x="1346" y="10619"/>
                  </a:cubicBezTo>
                  <a:cubicBezTo>
                    <a:pt x="1369" y="10674"/>
                    <a:pt x="1368" y="10734"/>
                    <a:pt x="1354" y="10786"/>
                  </a:cubicBezTo>
                  <a:lnTo>
                    <a:pt x="1491" y="10834"/>
                  </a:lnTo>
                  <a:cubicBezTo>
                    <a:pt x="1518" y="10760"/>
                    <a:pt x="1571" y="10698"/>
                    <a:pt x="1648" y="10665"/>
                  </a:cubicBezTo>
                  <a:cubicBezTo>
                    <a:pt x="1684" y="10650"/>
                    <a:pt x="1722" y="10643"/>
                    <a:pt x="1759" y="10643"/>
                  </a:cubicBezTo>
                  <a:cubicBezTo>
                    <a:pt x="1874" y="10643"/>
                    <a:pt x="1985" y="10713"/>
                    <a:pt x="2034" y="10828"/>
                  </a:cubicBezTo>
                  <a:cubicBezTo>
                    <a:pt x="2062" y="10896"/>
                    <a:pt x="2059" y="10966"/>
                    <a:pt x="2041" y="11029"/>
                  </a:cubicBezTo>
                  <a:lnTo>
                    <a:pt x="2170" y="11073"/>
                  </a:lnTo>
                  <a:cubicBezTo>
                    <a:pt x="2184" y="10993"/>
                    <a:pt x="2235" y="10920"/>
                    <a:pt x="2320" y="10886"/>
                  </a:cubicBezTo>
                  <a:cubicBezTo>
                    <a:pt x="2354" y="10872"/>
                    <a:pt x="2389" y="10865"/>
                    <a:pt x="2424" y="10865"/>
                  </a:cubicBezTo>
                  <a:cubicBezTo>
                    <a:pt x="2530" y="10865"/>
                    <a:pt x="2630" y="10927"/>
                    <a:pt x="2673" y="11030"/>
                  </a:cubicBezTo>
                  <a:cubicBezTo>
                    <a:pt x="2706" y="11106"/>
                    <a:pt x="2699" y="11186"/>
                    <a:pt x="2665" y="11255"/>
                  </a:cubicBezTo>
                  <a:lnTo>
                    <a:pt x="2807" y="11305"/>
                  </a:lnTo>
                  <a:cubicBezTo>
                    <a:pt x="2979" y="10433"/>
                    <a:pt x="3454" y="10133"/>
                    <a:pt x="3949" y="10133"/>
                  </a:cubicBezTo>
                  <a:cubicBezTo>
                    <a:pt x="4079" y="10133"/>
                    <a:pt x="4211" y="10153"/>
                    <a:pt x="4338" y="10190"/>
                  </a:cubicBezTo>
                  <a:lnTo>
                    <a:pt x="7523" y="2670"/>
                  </a:lnTo>
                  <a:cubicBezTo>
                    <a:pt x="7466" y="2652"/>
                    <a:pt x="7410" y="2627"/>
                    <a:pt x="7357" y="2599"/>
                  </a:cubicBezTo>
                  <a:cubicBezTo>
                    <a:pt x="6813" y="2305"/>
                    <a:pt x="6796" y="1665"/>
                    <a:pt x="6981" y="994"/>
                  </a:cubicBezTo>
                  <a:lnTo>
                    <a:pt x="6852" y="951"/>
                  </a:lnTo>
                  <a:cubicBezTo>
                    <a:pt x="6815" y="1007"/>
                    <a:pt x="6759" y="1051"/>
                    <a:pt x="6693" y="1080"/>
                  </a:cubicBezTo>
                  <a:cubicBezTo>
                    <a:pt x="6647" y="1099"/>
                    <a:pt x="6599" y="1108"/>
                    <a:pt x="6551" y="1108"/>
                  </a:cubicBezTo>
                  <a:cubicBezTo>
                    <a:pt x="6411" y="1108"/>
                    <a:pt x="6279" y="1027"/>
                    <a:pt x="6222" y="891"/>
                  </a:cubicBezTo>
                  <a:cubicBezTo>
                    <a:pt x="6201" y="838"/>
                    <a:pt x="6194" y="785"/>
                    <a:pt x="6196" y="730"/>
                  </a:cubicBezTo>
                  <a:lnTo>
                    <a:pt x="6036" y="677"/>
                  </a:lnTo>
                  <a:cubicBezTo>
                    <a:pt x="5992" y="772"/>
                    <a:pt x="5916" y="851"/>
                    <a:pt x="5814" y="894"/>
                  </a:cubicBezTo>
                  <a:cubicBezTo>
                    <a:pt x="5760" y="916"/>
                    <a:pt x="5705" y="927"/>
                    <a:pt x="5650" y="927"/>
                  </a:cubicBezTo>
                  <a:cubicBezTo>
                    <a:pt x="5473" y="927"/>
                    <a:pt x="5304" y="817"/>
                    <a:pt x="5229" y="637"/>
                  </a:cubicBezTo>
                  <a:cubicBezTo>
                    <a:pt x="5192" y="550"/>
                    <a:pt x="5183" y="458"/>
                    <a:pt x="5199" y="373"/>
                  </a:cubicBezTo>
                  <a:lnTo>
                    <a:pt x="5066" y="324"/>
                  </a:lnTo>
                  <a:cubicBezTo>
                    <a:pt x="5047" y="456"/>
                    <a:pt x="4972" y="566"/>
                    <a:pt x="4857" y="616"/>
                  </a:cubicBezTo>
                  <a:cubicBezTo>
                    <a:pt x="4816" y="633"/>
                    <a:pt x="4773" y="641"/>
                    <a:pt x="4730" y="641"/>
                  </a:cubicBezTo>
                  <a:cubicBezTo>
                    <a:pt x="4571" y="641"/>
                    <a:pt x="4411" y="529"/>
                    <a:pt x="4335" y="350"/>
                  </a:cubicBezTo>
                  <a:cubicBezTo>
                    <a:pt x="4293" y="248"/>
                    <a:pt x="4288" y="142"/>
                    <a:pt x="4310" y="49"/>
                  </a:cubicBezTo>
                  <a:lnTo>
                    <a:pt x="417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8" name="Google Shape;1768;p1"/>
            <p:cNvSpPr/>
            <p:nvPr/>
          </p:nvSpPr>
          <p:spPr>
            <a:xfrm>
              <a:off x="7714841" y="1325775"/>
              <a:ext cx="274867" cy="412794"/>
            </a:xfrm>
            <a:custGeom>
              <a:rect b="b" l="l" r="r" t="t"/>
              <a:pathLst>
                <a:path extrusionOk="0" h="11304" w="7527">
                  <a:moveTo>
                    <a:pt x="4179" y="0"/>
                  </a:moveTo>
                  <a:cubicBezTo>
                    <a:pt x="4154" y="62"/>
                    <a:pt x="4125" y="124"/>
                    <a:pt x="4094" y="182"/>
                  </a:cubicBezTo>
                  <a:cubicBezTo>
                    <a:pt x="3786" y="752"/>
                    <a:pt x="3238" y="1088"/>
                    <a:pt x="2709" y="1088"/>
                  </a:cubicBezTo>
                  <a:cubicBezTo>
                    <a:pt x="2613" y="1088"/>
                    <a:pt x="2518" y="1077"/>
                    <a:pt x="2424" y="1054"/>
                  </a:cubicBezTo>
                  <a:lnTo>
                    <a:pt x="1" y="8800"/>
                  </a:lnTo>
                  <a:cubicBezTo>
                    <a:pt x="55" y="8820"/>
                    <a:pt x="107" y="8842"/>
                    <a:pt x="157" y="8869"/>
                  </a:cubicBezTo>
                  <a:cubicBezTo>
                    <a:pt x="714" y="9169"/>
                    <a:pt x="931" y="9879"/>
                    <a:pt x="722" y="10565"/>
                  </a:cubicBezTo>
                  <a:lnTo>
                    <a:pt x="874" y="10621"/>
                  </a:lnTo>
                  <a:cubicBezTo>
                    <a:pt x="900" y="10562"/>
                    <a:pt x="946" y="10512"/>
                    <a:pt x="1010" y="10485"/>
                  </a:cubicBezTo>
                  <a:cubicBezTo>
                    <a:pt x="1042" y="10471"/>
                    <a:pt x="1075" y="10465"/>
                    <a:pt x="1108" y="10465"/>
                  </a:cubicBezTo>
                  <a:cubicBezTo>
                    <a:pt x="1208" y="10465"/>
                    <a:pt x="1303" y="10524"/>
                    <a:pt x="1345" y="10621"/>
                  </a:cubicBezTo>
                  <a:cubicBezTo>
                    <a:pt x="1368" y="10677"/>
                    <a:pt x="1367" y="10734"/>
                    <a:pt x="1352" y="10787"/>
                  </a:cubicBezTo>
                  <a:lnTo>
                    <a:pt x="1490" y="10836"/>
                  </a:lnTo>
                  <a:cubicBezTo>
                    <a:pt x="1517" y="10763"/>
                    <a:pt x="1570" y="10700"/>
                    <a:pt x="1647" y="10667"/>
                  </a:cubicBezTo>
                  <a:cubicBezTo>
                    <a:pt x="1683" y="10652"/>
                    <a:pt x="1720" y="10645"/>
                    <a:pt x="1757" y="10645"/>
                  </a:cubicBezTo>
                  <a:cubicBezTo>
                    <a:pt x="1872" y="10645"/>
                    <a:pt x="1983" y="10715"/>
                    <a:pt x="2032" y="10830"/>
                  </a:cubicBezTo>
                  <a:cubicBezTo>
                    <a:pt x="2061" y="10899"/>
                    <a:pt x="2059" y="10967"/>
                    <a:pt x="2039" y="11032"/>
                  </a:cubicBezTo>
                  <a:lnTo>
                    <a:pt x="2168" y="11078"/>
                  </a:lnTo>
                  <a:cubicBezTo>
                    <a:pt x="2187" y="10995"/>
                    <a:pt x="2238" y="10922"/>
                    <a:pt x="2323" y="10886"/>
                  </a:cubicBezTo>
                  <a:cubicBezTo>
                    <a:pt x="2357" y="10872"/>
                    <a:pt x="2392" y="10865"/>
                    <a:pt x="2427" y="10865"/>
                  </a:cubicBezTo>
                  <a:cubicBezTo>
                    <a:pt x="2533" y="10865"/>
                    <a:pt x="2633" y="10927"/>
                    <a:pt x="2676" y="11030"/>
                  </a:cubicBezTo>
                  <a:cubicBezTo>
                    <a:pt x="2709" y="11106"/>
                    <a:pt x="2699" y="11186"/>
                    <a:pt x="2668" y="11254"/>
                  </a:cubicBezTo>
                  <a:lnTo>
                    <a:pt x="2810" y="11304"/>
                  </a:lnTo>
                  <a:cubicBezTo>
                    <a:pt x="2982" y="10433"/>
                    <a:pt x="3457" y="10133"/>
                    <a:pt x="3952" y="10133"/>
                  </a:cubicBezTo>
                  <a:cubicBezTo>
                    <a:pt x="4082" y="10133"/>
                    <a:pt x="4213" y="10153"/>
                    <a:pt x="4341" y="10190"/>
                  </a:cubicBezTo>
                  <a:lnTo>
                    <a:pt x="7526" y="2670"/>
                  </a:lnTo>
                  <a:cubicBezTo>
                    <a:pt x="7469" y="2650"/>
                    <a:pt x="7413" y="2627"/>
                    <a:pt x="7359" y="2599"/>
                  </a:cubicBezTo>
                  <a:cubicBezTo>
                    <a:pt x="6815" y="2305"/>
                    <a:pt x="6798" y="1665"/>
                    <a:pt x="6984" y="994"/>
                  </a:cubicBezTo>
                  <a:lnTo>
                    <a:pt x="6855" y="951"/>
                  </a:lnTo>
                  <a:cubicBezTo>
                    <a:pt x="6818" y="1007"/>
                    <a:pt x="6763" y="1051"/>
                    <a:pt x="6696" y="1080"/>
                  </a:cubicBezTo>
                  <a:cubicBezTo>
                    <a:pt x="6650" y="1099"/>
                    <a:pt x="6602" y="1108"/>
                    <a:pt x="6554" y="1108"/>
                  </a:cubicBezTo>
                  <a:cubicBezTo>
                    <a:pt x="6414" y="1108"/>
                    <a:pt x="6281" y="1027"/>
                    <a:pt x="6225" y="889"/>
                  </a:cubicBezTo>
                  <a:cubicBezTo>
                    <a:pt x="6204" y="838"/>
                    <a:pt x="6197" y="785"/>
                    <a:pt x="6199" y="731"/>
                  </a:cubicBezTo>
                  <a:lnTo>
                    <a:pt x="6039" y="678"/>
                  </a:lnTo>
                  <a:cubicBezTo>
                    <a:pt x="5995" y="772"/>
                    <a:pt x="5919" y="851"/>
                    <a:pt x="5819" y="894"/>
                  </a:cubicBezTo>
                  <a:cubicBezTo>
                    <a:pt x="5765" y="916"/>
                    <a:pt x="5710" y="927"/>
                    <a:pt x="5655" y="927"/>
                  </a:cubicBezTo>
                  <a:cubicBezTo>
                    <a:pt x="5478" y="927"/>
                    <a:pt x="5308" y="818"/>
                    <a:pt x="5232" y="637"/>
                  </a:cubicBezTo>
                  <a:cubicBezTo>
                    <a:pt x="5194" y="550"/>
                    <a:pt x="5187" y="459"/>
                    <a:pt x="5202" y="373"/>
                  </a:cubicBezTo>
                  <a:lnTo>
                    <a:pt x="5068" y="324"/>
                  </a:lnTo>
                  <a:cubicBezTo>
                    <a:pt x="5050" y="456"/>
                    <a:pt x="4975" y="566"/>
                    <a:pt x="4859" y="616"/>
                  </a:cubicBezTo>
                  <a:cubicBezTo>
                    <a:pt x="4818" y="633"/>
                    <a:pt x="4775" y="641"/>
                    <a:pt x="4732" y="641"/>
                  </a:cubicBezTo>
                  <a:cubicBezTo>
                    <a:pt x="4573" y="641"/>
                    <a:pt x="4413" y="530"/>
                    <a:pt x="4338" y="350"/>
                  </a:cubicBezTo>
                  <a:cubicBezTo>
                    <a:pt x="4295" y="248"/>
                    <a:pt x="4290" y="142"/>
                    <a:pt x="4313" y="49"/>
                  </a:cubicBezTo>
                  <a:lnTo>
                    <a:pt x="417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9" name="Google Shape;1769;p1"/>
            <p:cNvSpPr/>
            <p:nvPr/>
          </p:nvSpPr>
          <p:spPr>
            <a:xfrm>
              <a:off x="7734816" y="1358239"/>
              <a:ext cx="230900" cy="344579"/>
            </a:xfrm>
            <a:custGeom>
              <a:rect b="b" l="l" r="r" t="t"/>
              <a:pathLst>
                <a:path extrusionOk="0" h="9436" w="6323">
                  <a:moveTo>
                    <a:pt x="3459" y="357"/>
                  </a:moveTo>
                  <a:lnTo>
                    <a:pt x="5481" y="1093"/>
                  </a:lnTo>
                  <a:cubicBezTo>
                    <a:pt x="5336" y="1612"/>
                    <a:pt x="5508" y="2146"/>
                    <a:pt x="5930" y="2374"/>
                  </a:cubicBezTo>
                  <a:cubicBezTo>
                    <a:pt x="5973" y="2397"/>
                    <a:pt x="6016" y="2413"/>
                    <a:pt x="6059" y="2428"/>
                  </a:cubicBezTo>
                  <a:lnTo>
                    <a:pt x="3584" y="8268"/>
                  </a:lnTo>
                  <a:cubicBezTo>
                    <a:pt x="3502" y="8244"/>
                    <a:pt x="3417" y="8233"/>
                    <a:pt x="3332" y="8233"/>
                  </a:cubicBezTo>
                  <a:cubicBezTo>
                    <a:pt x="2922" y="8233"/>
                    <a:pt x="2495" y="8494"/>
                    <a:pt x="2258" y="8936"/>
                  </a:cubicBezTo>
                  <a:cubicBezTo>
                    <a:pt x="2234" y="8982"/>
                    <a:pt x="2212" y="9029"/>
                    <a:pt x="2194" y="9075"/>
                  </a:cubicBezTo>
                  <a:lnTo>
                    <a:pt x="777" y="8560"/>
                  </a:lnTo>
                  <a:cubicBezTo>
                    <a:pt x="938" y="8028"/>
                    <a:pt x="769" y="7477"/>
                    <a:pt x="337" y="7243"/>
                  </a:cubicBezTo>
                  <a:cubicBezTo>
                    <a:pt x="297" y="7221"/>
                    <a:pt x="258" y="7205"/>
                    <a:pt x="217" y="7190"/>
                  </a:cubicBezTo>
                  <a:lnTo>
                    <a:pt x="2098" y="1174"/>
                  </a:lnTo>
                  <a:cubicBezTo>
                    <a:pt x="2171" y="1193"/>
                    <a:pt x="2245" y="1201"/>
                    <a:pt x="2321" y="1201"/>
                  </a:cubicBezTo>
                  <a:cubicBezTo>
                    <a:pt x="2729" y="1201"/>
                    <a:pt x="3155" y="940"/>
                    <a:pt x="3393" y="499"/>
                  </a:cubicBezTo>
                  <a:cubicBezTo>
                    <a:pt x="3418" y="451"/>
                    <a:pt x="3439" y="406"/>
                    <a:pt x="3459" y="357"/>
                  </a:cubicBezTo>
                  <a:close/>
                  <a:moveTo>
                    <a:pt x="3508" y="0"/>
                  </a:moveTo>
                  <a:cubicBezTo>
                    <a:pt x="3486" y="53"/>
                    <a:pt x="3462" y="104"/>
                    <a:pt x="3436" y="155"/>
                  </a:cubicBezTo>
                  <a:cubicBezTo>
                    <a:pt x="3179" y="633"/>
                    <a:pt x="2717" y="916"/>
                    <a:pt x="2274" y="916"/>
                  </a:cubicBezTo>
                  <a:cubicBezTo>
                    <a:pt x="2193" y="916"/>
                    <a:pt x="2112" y="906"/>
                    <a:pt x="2033" y="887"/>
                  </a:cubicBezTo>
                  <a:lnTo>
                    <a:pt x="1" y="7397"/>
                  </a:lnTo>
                  <a:cubicBezTo>
                    <a:pt x="45" y="7413"/>
                    <a:pt x="88" y="7430"/>
                    <a:pt x="131" y="7454"/>
                  </a:cubicBezTo>
                  <a:cubicBezTo>
                    <a:pt x="598" y="7706"/>
                    <a:pt x="782" y="8303"/>
                    <a:pt x="605" y="8877"/>
                  </a:cubicBezTo>
                  <a:lnTo>
                    <a:pt x="2141" y="9436"/>
                  </a:lnTo>
                  <a:cubicBezTo>
                    <a:pt x="2159" y="9387"/>
                    <a:pt x="2184" y="9337"/>
                    <a:pt x="2210" y="9288"/>
                  </a:cubicBezTo>
                  <a:cubicBezTo>
                    <a:pt x="2468" y="8810"/>
                    <a:pt x="2928" y="8527"/>
                    <a:pt x="3372" y="8527"/>
                  </a:cubicBezTo>
                  <a:cubicBezTo>
                    <a:pt x="3464" y="8527"/>
                    <a:pt x="3556" y="8540"/>
                    <a:pt x="3645" y="8565"/>
                  </a:cubicBezTo>
                  <a:lnTo>
                    <a:pt x="6322" y="2245"/>
                  </a:lnTo>
                  <a:cubicBezTo>
                    <a:pt x="6274" y="2229"/>
                    <a:pt x="6228" y="2209"/>
                    <a:pt x="6182" y="2184"/>
                  </a:cubicBezTo>
                  <a:cubicBezTo>
                    <a:pt x="5724" y="1937"/>
                    <a:pt x="5541" y="1360"/>
                    <a:pt x="5695" y="798"/>
                  </a:cubicBezTo>
                  <a:lnTo>
                    <a:pt x="350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0" name="Google Shape;1770;p1"/>
            <p:cNvSpPr/>
            <p:nvPr/>
          </p:nvSpPr>
          <p:spPr>
            <a:xfrm>
              <a:off x="7790504" y="1429227"/>
              <a:ext cx="67813" cy="193178"/>
            </a:xfrm>
            <a:custGeom>
              <a:rect b="b" l="l" r="r" t="t"/>
              <a:pathLst>
                <a:path extrusionOk="0" h="5290" w="1857">
                  <a:moveTo>
                    <a:pt x="1777" y="0"/>
                  </a:moveTo>
                  <a:lnTo>
                    <a:pt x="0" y="5261"/>
                  </a:lnTo>
                  <a:lnTo>
                    <a:pt x="80" y="5290"/>
                  </a:lnTo>
                  <a:lnTo>
                    <a:pt x="1857" y="28"/>
                  </a:lnTo>
                  <a:lnTo>
                    <a:pt x="17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1" name="Google Shape;1771;p1"/>
            <p:cNvSpPr/>
            <p:nvPr/>
          </p:nvSpPr>
          <p:spPr>
            <a:xfrm>
              <a:off x="7771661" y="1566750"/>
              <a:ext cx="20267" cy="17967"/>
            </a:xfrm>
            <a:custGeom>
              <a:rect b="b" l="l" r="r" t="t"/>
              <a:pathLst>
                <a:path extrusionOk="0" h="492" w="555">
                  <a:moveTo>
                    <a:pt x="279" y="1"/>
                  </a:moveTo>
                  <a:cubicBezTo>
                    <a:pt x="247" y="1"/>
                    <a:pt x="214" y="7"/>
                    <a:pt x="183" y="21"/>
                  </a:cubicBezTo>
                  <a:cubicBezTo>
                    <a:pt x="58" y="72"/>
                    <a:pt x="1" y="216"/>
                    <a:pt x="52" y="340"/>
                  </a:cubicBezTo>
                  <a:cubicBezTo>
                    <a:pt x="92" y="435"/>
                    <a:pt x="183" y="491"/>
                    <a:pt x="278" y="491"/>
                  </a:cubicBezTo>
                  <a:cubicBezTo>
                    <a:pt x="310" y="491"/>
                    <a:pt x="342" y="485"/>
                    <a:pt x="373" y="472"/>
                  </a:cubicBezTo>
                  <a:cubicBezTo>
                    <a:pt x="496" y="420"/>
                    <a:pt x="555" y="277"/>
                    <a:pt x="503" y="151"/>
                  </a:cubicBezTo>
                  <a:cubicBezTo>
                    <a:pt x="465" y="58"/>
                    <a:pt x="375" y="1"/>
                    <a:pt x="2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2" name="Google Shape;1772;p1"/>
            <p:cNvSpPr/>
            <p:nvPr/>
          </p:nvSpPr>
          <p:spPr>
            <a:xfrm>
              <a:off x="7790029" y="1508907"/>
              <a:ext cx="20377" cy="17967"/>
            </a:xfrm>
            <a:custGeom>
              <a:rect b="b" l="l" r="r" t="t"/>
              <a:pathLst>
                <a:path extrusionOk="0" h="492" w="558">
                  <a:moveTo>
                    <a:pt x="278" y="1"/>
                  </a:moveTo>
                  <a:cubicBezTo>
                    <a:pt x="246" y="1"/>
                    <a:pt x="214" y="7"/>
                    <a:pt x="182" y="20"/>
                  </a:cubicBezTo>
                  <a:cubicBezTo>
                    <a:pt x="58" y="73"/>
                    <a:pt x="0" y="216"/>
                    <a:pt x="52" y="341"/>
                  </a:cubicBezTo>
                  <a:cubicBezTo>
                    <a:pt x="91" y="435"/>
                    <a:pt x="181" y="492"/>
                    <a:pt x="277" y="492"/>
                  </a:cubicBezTo>
                  <a:cubicBezTo>
                    <a:pt x="309" y="492"/>
                    <a:pt x="341" y="486"/>
                    <a:pt x="373" y="473"/>
                  </a:cubicBezTo>
                  <a:cubicBezTo>
                    <a:pt x="497" y="420"/>
                    <a:pt x="557" y="276"/>
                    <a:pt x="503" y="152"/>
                  </a:cubicBezTo>
                  <a:cubicBezTo>
                    <a:pt x="464" y="57"/>
                    <a:pt x="374" y="1"/>
                    <a:pt x="2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3" name="Google Shape;1773;p1"/>
            <p:cNvSpPr/>
            <p:nvPr/>
          </p:nvSpPr>
          <p:spPr>
            <a:xfrm>
              <a:off x="7801788" y="1462786"/>
              <a:ext cx="20267" cy="17857"/>
            </a:xfrm>
            <a:custGeom>
              <a:rect b="b" l="l" r="r" t="t"/>
              <a:pathLst>
                <a:path extrusionOk="0" h="489" w="555">
                  <a:moveTo>
                    <a:pt x="278" y="0"/>
                  </a:moveTo>
                  <a:cubicBezTo>
                    <a:pt x="246" y="0"/>
                    <a:pt x="214" y="6"/>
                    <a:pt x="182" y="19"/>
                  </a:cubicBezTo>
                  <a:cubicBezTo>
                    <a:pt x="58" y="71"/>
                    <a:pt x="0" y="214"/>
                    <a:pt x="52" y="338"/>
                  </a:cubicBezTo>
                  <a:cubicBezTo>
                    <a:pt x="93" y="432"/>
                    <a:pt x="185" y="489"/>
                    <a:pt x="280" y="489"/>
                  </a:cubicBezTo>
                  <a:cubicBezTo>
                    <a:pt x="311" y="489"/>
                    <a:pt x="342" y="483"/>
                    <a:pt x="373" y="470"/>
                  </a:cubicBezTo>
                  <a:cubicBezTo>
                    <a:pt x="497" y="419"/>
                    <a:pt x="554" y="275"/>
                    <a:pt x="503" y="149"/>
                  </a:cubicBezTo>
                  <a:cubicBezTo>
                    <a:pt x="464" y="56"/>
                    <a:pt x="374" y="0"/>
                    <a:pt x="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4" name="Google Shape;1774;p1"/>
            <p:cNvSpPr/>
            <p:nvPr/>
          </p:nvSpPr>
          <p:spPr>
            <a:xfrm>
              <a:off x="7714951" y="1485281"/>
              <a:ext cx="248502" cy="253285"/>
            </a:xfrm>
            <a:custGeom>
              <a:rect b="b" l="l" r="r" t="t"/>
              <a:pathLst>
                <a:path extrusionOk="0" h="6936" w="6805">
                  <a:moveTo>
                    <a:pt x="6805" y="0"/>
                  </a:moveTo>
                  <a:lnTo>
                    <a:pt x="569" y="2615"/>
                  </a:lnTo>
                  <a:lnTo>
                    <a:pt x="1" y="4432"/>
                  </a:lnTo>
                  <a:cubicBezTo>
                    <a:pt x="54" y="4452"/>
                    <a:pt x="105" y="4474"/>
                    <a:pt x="155" y="4501"/>
                  </a:cubicBezTo>
                  <a:cubicBezTo>
                    <a:pt x="712" y="4801"/>
                    <a:pt x="931" y="5511"/>
                    <a:pt x="721" y="6197"/>
                  </a:cubicBezTo>
                  <a:lnTo>
                    <a:pt x="874" y="6253"/>
                  </a:lnTo>
                  <a:cubicBezTo>
                    <a:pt x="898" y="6194"/>
                    <a:pt x="946" y="6144"/>
                    <a:pt x="1009" y="6117"/>
                  </a:cubicBezTo>
                  <a:cubicBezTo>
                    <a:pt x="1041" y="6103"/>
                    <a:pt x="1074" y="6097"/>
                    <a:pt x="1107" y="6097"/>
                  </a:cubicBezTo>
                  <a:cubicBezTo>
                    <a:pt x="1206" y="6097"/>
                    <a:pt x="1302" y="6156"/>
                    <a:pt x="1343" y="6253"/>
                  </a:cubicBezTo>
                  <a:cubicBezTo>
                    <a:pt x="1366" y="6309"/>
                    <a:pt x="1365" y="6366"/>
                    <a:pt x="1351" y="6419"/>
                  </a:cubicBezTo>
                  <a:lnTo>
                    <a:pt x="1489" y="6468"/>
                  </a:lnTo>
                  <a:cubicBezTo>
                    <a:pt x="1515" y="6395"/>
                    <a:pt x="1570" y="6332"/>
                    <a:pt x="1647" y="6299"/>
                  </a:cubicBezTo>
                  <a:cubicBezTo>
                    <a:pt x="1682" y="6284"/>
                    <a:pt x="1719" y="6277"/>
                    <a:pt x="1756" y="6277"/>
                  </a:cubicBezTo>
                  <a:cubicBezTo>
                    <a:pt x="1871" y="6277"/>
                    <a:pt x="1982" y="6347"/>
                    <a:pt x="2031" y="6462"/>
                  </a:cubicBezTo>
                  <a:cubicBezTo>
                    <a:pt x="2059" y="6531"/>
                    <a:pt x="2058" y="6599"/>
                    <a:pt x="2038" y="6664"/>
                  </a:cubicBezTo>
                  <a:lnTo>
                    <a:pt x="2167" y="6710"/>
                  </a:lnTo>
                  <a:cubicBezTo>
                    <a:pt x="2187" y="6627"/>
                    <a:pt x="2238" y="6554"/>
                    <a:pt x="2323" y="6518"/>
                  </a:cubicBezTo>
                  <a:cubicBezTo>
                    <a:pt x="2357" y="6504"/>
                    <a:pt x="2392" y="6497"/>
                    <a:pt x="2427" y="6497"/>
                  </a:cubicBezTo>
                  <a:cubicBezTo>
                    <a:pt x="2533" y="6497"/>
                    <a:pt x="2635" y="6559"/>
                    <a:pt x="2678" y="6662"/>
                  </a:cubicBezTo>
                  <a:cubicBezTo>
                    <a:pt x="2709" y="6738"/>
                    <a:pt x="2701" y="6818"/>
                    <a:pt x="2668" y="6886"/>
                  </a:cubicBezTo>
                  <a:lnTo>
                    <a:pt x="2809" y="6936"/>
                  </a:lnTo>
                  <a:cubicBezTo>
                    <a:pt x="2980" y="6065"/>
                    <a:pt x="3455" y="5765"/>
                    <a:pt x="3951" y="5765"/>
                  </a:cubicBezTo>
                  <a:cubicBezTo>
                    <a:pt x="4081" y="5765"/>
                    <a:pt x="4212" y="5786"/>
                    <a:pt x="4340" y="5822"/>
                  </a:cubicBezTo>
                  <a:lnTo>
                    <a:pt x="6805" y="0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5" name="Google Shape;1775;p1"/>
            <p:cNvSpPr/>
            <p:nvPr/>
          </p:nvSpPr>
          <p:spPr>
            <a:xfrm>
              <a:off x="7837282" y="1437553"/>
              <a:ext cx="146581" cy="261757"/>
            </a:xfrm>
            <a:custGeom>
              <a:rect b="b" l="l" r="r" t="t"/>
              <a:pathLst>
                <a:path extrusionOk="0" h="7168" w="4014">
                  <a:moveTo>
                    <a:pt x="4013" y="0"/>
                  </a:moveTo>
                  <a:lnTo>
                    <a:pt x="75" y="3486"/>
                  </a:lnTo>
                  <a:cubicBezTo>
                    <a:pt x="646" y="4076"/>
                    <a:pt x="619" y="5534"/>
                    <a:pt x="0" y="6113"/>
                  </a:cubicBezTo>
                  <a:lnTo>
                    <a:pt x="950" y="7168"/>
                  </a:lnTo>
                  <a:lnTo>
                    <a:pt x="4013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76" name="Google Shape;1776;p1"/>
          <p:cNvGrpSpPr/>
          <p:nvPr/>
        </p:nvGrpSpPr>
        <p:grpSpPr>
          <a:xfrm>
            <a:off x="1475861" y="3021199"/>
            <a:ext cx="947479" cy="683703"/>
            <a:chOff x="1361013" y="2938286"/>
            <a:chExt cx="1176992" cy="849321"/>
          </a:xfrm>
        </p:grpSpPr>
        <p:sp>
          <p:nvSpPr>
            <p:cNvPr id="1777" name="Google Shape;1777;p1"/>
            <p:cNvSpPr/>
            <p:nvPr/>
          </p:nvSpPr>
          <p:spPr>
            <a:xfrm>
              <a:off x="1874067" y="2964118"/>
              <a:ext cx="663885" cy="651517"/>
            </a:xfrm>
            <a:custGeom>
              <a:rect b="b" l="l" r="r" t="t"/>
              <a:pathLst>
                <a:path extrusionOk="0" h="16067" w="16372">
                  <a:moveTo>
                    <a:pt x="14404" y="1"/>
                  </a:moveTo>
                  <a:cubicBezTo>
                    <a:pt x="6319" y="1156"/>
                    <a:pt x="12139" y="10697"/>
                    <a:pt x="0" y="16067"/>
                  </a:cubicBezTo>
                  <a:cubicBezTo>
                    <a:pt x="0" y="16067"/>
                    <a:pt x="7594" y="14058"/>
                    <a:pt x="9487" y="8402"/>
                  </a:cubicBezTo>
                  <a:cubicBezTo>
                    <a:pt x="11260" y="3107"/>
                    <a:pt x="12518" y="1193"/>
                    <a:pt x="15528" y="1193"/>
                  </a:cubicBezTo>
                  <a:cubicBezTo>
                    <a:pt x="15795" y="1193"/>
                    <a:pt x="16075" y="1208"/>
                    <a:pt x="16371" y="1237"/>
                  </a:cubicBezTo>
                  <a:lnTo>
                    <a:pt x="1440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8" name="Google Shape;1778;p1"/>
            <p:cNvSpPr/>
            <p:nvPr/>
          </p:nvSpPr>
          <p:spPr>
            <a:xfrm>
              <a:off x="1844870" y="2946599"/>
              <a:ext cx="663885" cy="654193"/>
            </a:xfrm>
            <a:custGeom>
              <a:rect b="b" l="l" r="r" t="t"/>
              <a:pathLst>
                <a:path extrusionOk="0" h="16133" w="16372">
                  <a:moveTo>
                    <a:pt x="14666" y="0"/>
                  </a:moveTo>
                  <a:cubicBezTo>
                    <a:pt x="6582" y="1158"/>
                    <a:pt x="12139" y="10764"/>
                    <a:pt x="0" y="16132"/>
                  </a:cubicBezTo>
                  <a:cubicBezTo>
                    <a:pt x="0" y="16132"/>
                    <a:pt x="7594" y="14121"/>
                    <a:pt x="9488" y="8465"/>
                  </a:cubicBezTo>
                  <a:cubicBezTo>
                    <a:pt x="11260" y="3170"/>
                    <a:pt x="12519" y="1256"/>
                    <a:pt x="15529" y="1256"/>
                  </a:cubicBezTo>
                  <a:cubicBezTo>
                    <a:pt x="15795" y="1256"/>
                    <a:pt x="16076" y="1271"/>
                    <a:pt x="16371" y="1300"/>
                  </a:cubicBezTo>
                  <a:lnTo>
                    <a:pt x="1466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9" name="Google Shape;1779;p1"/>
            <p:cNvSpPr/>
            <p:nvPr/>
          </p:nvSpPr>
          <p:spPr>
            <a:xfrm>
              <a:off x="1861050" y="2956859"/>
              <a:ext cx="657194" cy="664939"/>
            </a:xfrm>
            <a:custGeom>
              <a:rect b="b" l="l" r="r" t="t"/>
              <a:pathLst>
                <a:path extrusionOk="0" h="16398" w="16207">
                  <a:moveTo>
                    <a:pt x="14251" y="1"/>
                  </a:moveTo>
                  <a:cubicBezTo>
                    <a:pt x="6229" y="1295"/>
                    <a:pt x="12032" y="10800"/>
                    <a:pt x="0" y="16397"/>
                  </a:cubicBezTo>
                  <a:cubicBezTo>
                    <a:pt x="0" y="16397"/>
                    <a:pt x="7530" y="14253"/>
                    <a:pt x="9396" y="8531"/>
                  </a:cubicBezTo>
                  <a:cubicBezTo>
                    <a:pt x="11162" y="3105"/>
                    <a:pt x="12414" y="1180"/>
                    <a:pt x="15488" y="1180"/>
                  </a:cubicBezTo>
                  <a:cubicBezTo>
                    <a:pt x="15717" y="1180"/>
                    <a:pt x="15956" y="1191"/>
                    <a:pt x="16207" y="1212"/>
                  </a:cubicBezTo>
                  <a:lnTo>
                    <a:pt x="1425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0" name="Google Shape;1780;p1"/>
            <p:cNvSpPr/>
            <p:nvPr/>
          </p:nvSpPr>
          <p:spPr>
            <a:xfrm>
              <a:off x="2152978" y="3344407"/>
              <a:ext cx="42253" cy="72260"/>
            </a:xfrm>
            <a:custGeom>
              <a:rect b="b" l="l" r="r" t="t"/>
              <a:pathLst>
                <a:path extrusionOk="0" h="1782" w="1042">
                  <a:moveTo>
                    <a:pt x="172" y="1"/>
                  </a:moveTo>
                  <a:lnTo>
                    <a:pt x="1" y="134"/>
                  </a:lnTo>
                  <a:lnTo>
                    <a:pt x="877" y="1781"/>
                  </a:lnTo>
                  <a:lnTo>
                    <a:pt x="1041" y="1522"/>
                  </a:lnTo>
                  <a:lnTo>
                    <a:pt x="17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1" name="Google Shape;1781;p1"/>
            <p:cNvSpPr/>
            <p:nvPr/>
          </p:nvSpPr>
          <p:spPr>
            <a:xfrm>
              <a:off x="1451685" y="3095220"/>
              <a:ext cx="624105" cy="558333"/>
            </a:xfrm>
            <a:custGeom>
              <a:rect b="b" l="l" r="r" t="t"/>
              <a:pathLst>
                <a:path extrusionOk="0" h="13769" w="15391">
                  <a:moveTo>
                    <a:pt x="7520" y="1"/>
                  </a:moveTo>
                  <a:cubicBezTo>
                    <a:pt x="6574" y="1"/>
                    <a:pt x="5619" y="205"/>
                    <a:pt x="4714" y="636"/>
                  </a:cubicBezTo>
                  <a:cubicBezTo>
                    <a:pt x="1374" y="2229"/>
                    <a:pt x="0" y="6317"/>
                    <a:pt x="1644" y="9769"/>
                  </a:cubicBezTo>
                  <a:cubicBezTo>
                    <a:pt x="2844" y="12286"/>
                    <a:pt x="5320" y="13768"/>
                    <a:pt x="7868" y="13768"/>
                  </a:cubicBezTo>
                  <a:cubicBezTo>
                    <a:pt x="8814" y="13768"/>
                    <a:pt x="9769" y="13564"/>
                    <a:pt x="10674" y="13133"/>
                  </a:cubicBezTo>
                  <a:cubicBezTo>
                    <a:pt x="14016" y="11541"/>
                    <a:pt x="15391" y="7450"/>
                    <a:pt x="13744" y="4000"/>
                  </a:cubicBezTo>
                  <a:cubicBezTo>
                    <a:pt x="12544" y="1482"/>
                    <a:pt x="10068" y="1"/>
                    <a:pt x="75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2" name="Google Shape;1782;p1"/>
            <p:cNvSpPr/>
            <p:nvPr/>
          </p:nvSpPr>
          <p:spPr>
            <a:xfrm>
              <a:off x="1468960" y="3087110"/>
              <a:ext cx="624186" cy="558292"/>
            </a:xfrm>
            <a:custGeom>
              <a:rect b="b" l="l" r="r" t="t"/>
              <a:pathLst>
                <a:path extrusionOk="0" h="13768" w="15393">
                  <a:moveTo>
                    <a:pt x="7522" y="0"/>
                  </a:moveTo>
                  <a:cubicBezTo>
                    <a:pt x="6576" y="0"/>
                    <a:pt x="5621" y="204"/>
                    <a:pt x="4716" y="635"/>
                  </a:cubicBezTo>
                  <a:cubicBezTo>
                    <a:pt x="1375" y="2228"/>
                    <a:pt x="1" y="6317"/>
                    <a:pt x="1646" y="9768"/>
                  </a:cubicBezTo>
                  <a:cubicBezTo>
                    <a:pt x="2846" y="12285"/>
                    <a:pt x="5322" y="13768"/>
                    <a:pt x="7870" y="13768"/>
                  </a:cubicBezTo>
                  <a:cubicBezTo>
                    <a:pt x="8816" y="13768"/>
                    <a:pt x="9771" y="13564"/>
                    <a:pt x="10676" y="13132"/>
                  </a:cubicBezTo>
                  <a:cubicBezTo>
                    <a:pt x="14016" y="11541"/>
                    <a:pt x="15393" y="7449"/>
                    <a:pt x="13746" y="3999"/>
                  </a:cubicBezTo>
                  <a:cubicBezTo>
                    <a:pt x="12546" y="1482"/>
                    <a:pt x="10070" y="0"/>
                    <a:pt x="7522" y="0"/>
                  </a:cubicBez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3" name="Google Shape;1783;p1"/>
            <p:cNvSpPr/>
            <p:nvPr/>
          </p:nvSpPr>
          <p:spPr>
            <a:xfrm>
              <a:off x="1539681" y="3177579"/>
              <a:ext cx="461297" cy="412718"/>
            </a:xfrm>
            <a:custGeom>
              <a:rect b="b" l="l" r="r" t="t"/>
              <a:pathLst>
                <a:path extrusionOk="0" h="10178" w="11376">
                  <a:moveTo>
                    <a:pt x="5559" y="0"/>
                  </a:moveTo>
                  <a:cubicBezTo>
                    <a:pt x="4860" y="0"/>
                    <a:pt x="4154" y="151"/>
                    <a:pt x="3486" y="470"/>
                  </a:cubicBezTo>
                  <a:cubicBezTo>
                    <a:pt x="1017" y="1647"/>
                    <a:pt x="0" y="4669"/>
                    <a:pt x="1217" y="7221"/>
                  </a:cubicBezTo>
                  <a:cubicBezTo>
                    <a:pt x="2105" y="9081"/>
                    <a:pt x="3935" y="10178"/>
                    <a:pt x="5818" y="10178"/>
                  </a:cubicBezTo>
                  <a:cubicBezTo>
                    <a:pt x="6516" y="10178"/>
                    <a:pt x="7222" y="10027"/>
                    <a:pt x="7890" y="9709"/>
                  </a:cubicBezTo>
                  <a:cubicBezTo>
                    <a:pt x="10359" y="8531"/>
                    <a:pt x="11375" y="5509"/>
                    <a:pt x="10159" y="2956"/>
                  </a:cubicBezTo>
                  <a:cubicBezTo>
                    <a:pt x="9271" y="1097"/>
                    <a:pt x="7442" y="0"/>
                    <a:pt x="5559" y="0"/>
                  </a:cubicBez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4" name="Google Shape;1784;p1"/>
            <p:cNvSpPr/>
            <p:nvPr/>
          </p:nvSpPr>
          <p:spPr>
            <a:xfrm>
              <a:off x="1479017" y="3148261"/>
              <a:ext cx="174487" cy="461418"/>
            </a:xfrm>
            <a:custGeom>
              <a:rect b="b" l="l" r="r" t="t"/>
              <a:pathLst>
                <a:path extrusionOk="0" h="11379" w="4303">
                  <a:moveTo>
                    <a:pt x="3105" y="0"/>
                  </a:moveTo>
                  <a:cubicBezTo>
                    <a:pt x="786" y="1932"/>
                    <a:pt x="0" y="5326"/>
                    <a:pt x="1399" y="8259"/>
                  </a:cubicBezTo>
                  <a:cubicBezTo>
                    <a:pt x="2053" y="9630"/>
                    <a:pt x="3087" y="10692"/>
                    <a:pt x="4302" y="11378"/>
                  </a:cubicBezTo>
                  <a:lnTo>
                    <a:pt x="3105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5" name="Google Shape;1785;p1"/>
            <p:cNvSpPr/>
            <p:nvPr/>
          </p:nvSpPr>
          <p:spPr>
            <a:xfrm>
              <a:off x="1483031" y="3165657"/>
              <a:ext cx="580068" cy="479869"/>
            </a:xfrm>
            <a:custGeom>
              <a:rect b="b" l="l" r="r" t="t"/>
              <a:pathLst>
                <a:path extrusionOk="0" h="11834" w="14305">
                  <a:moveTo>
                    <a:pt x="2541" y="1"/>
                  </a:moveTo>
                  <a:cubicBezTo>
                    <a:pt x="587" y="1978"/>
                    <a:pt x="0" y="5104"/>
                    <a:pt x="1300" y="7834"/>
                  </a:cubicBezTo>
                  <a:cubicBezTo>
                    <a:pt x="2501" y="10351"/>
                    <a:pt x="4976" y="11833"/>
                    <a:pt x="7525" y="11833"/>
                  </a:cubicBezTo>
                  <a:cubicBezTo>
                    <a:pt x="8470" y="11833"/>
                    <a:pt x="9426" y="11629"/>
                    <a:pt x="10330" y="11198"/>
                  </a:cubicBezTo>
                  <a:cubicBezTo>
                    <a:pt x="12901" y="9971"/>
                    <a:pt x="14304" y="7267"/>
                    <a:pt x="14068" y="4514"/>
                  </a:cubicBezTo>
                  <a:lnTo>
                    <a:pt x="14068" y="4514"/>
                  </a:lnTo>
                  <a:cubicBezTo>
                    <a:pt x="13550" y="5037"/>
                    <a:pt x="12937" y="5481"/>
                    <a:pt x="12237" y="5816"/>
                  </a:cubicBezTo>
                  <a:cubicBezTo>
                    <a:pt x="11333" y="6246"/>
                    <a:pt x="10378" y="6450"/>
                    <a:pt x="9433" y="6450"/>
                  </a:cubicBezTo>
                  <a:cubicBezTo>
                    <a:pt x="6885" y="6450"/>
                    <a:pt x="4409" y="4968"/>
                    <a:pt x="3208" y="2452"/>
                  </a:cubicBezTo>
                  <a:cubicBezTo>
                    <a:pt x="2829" y="1654"/>
                    <a:pt x="2613" y="825"/>
                    <a:pt x="2541" y="1"/>
                  </a:cubicBez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6" name="Google Shape;1786;p1"/>
            <p:cNvSpPr/>
            <p:nvPr/>
          </p:nvSpPr>
          <p:spPr>
            <a:xfrm>
              <a:off x="1756428" y="3087191"/>
              <a:ext cx="336606" cy="557644"/>
            </a:xfrm>
            <a:custGeom>
              <a:rect b="b" l="l" r="r" t="t"/>
              <a:pathLst>
                <a:path extrusionOk="0" h="13752" w="8301">
                  <a:moveTo>
                    <a:pt x="434" y="0"/>
                  </a:moveTo>
                  <a:cubicBezTo>
                    <a:pt x="290" y="0"/>
                    <a:pt x="145" y="5"/>
                    <a:pt x="1" y="15"/>
                  </a:cubicBezTo>
                  <a:lnTo>
                    <a:pt x="1205" y="13752"/>
                  </a:lnTo>
                  <a:cubicBezTo>
                    <a:pt x="2009" y="13700"/>
                    <a:pt x="2817" y="13500"/>
                    <a:pt x="3587" y="13133"/>
                  </a:cubicBezTo>
                  <a:cubicBezTo>
                    <a:pt x="6927" y="11540"/>
                    <a:pt x="8301" y="7452"/>
                    <a:pt x="6657" y="4000"/>
                  </a:cubicBezTo>
                  <a:cubicBezTo>
                    <a:pt x="5456" y="1482"/>
                    <a:pt x="2981" y="0"/>
                    <a:pt x="434" y="0"/>
                  </a:cubicBez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7" name="Google Shape;1787;p1"/>
            <p:cNvSpPr/>
            <p:nvPr/>
          </p:nvSpPr>
          <p:spPr>
            <a:xfrm>
              <a:off x="1656469" y="3284716"/>
              <a:ext cx="197235" cy="211630"/>
            </a:xfrm>
            <a:custGeom>
              <a:rect b="b" l="l" r="r" t="t"/>
              <a:pathLst>
                <a:path extrusionOk="0" h="5219" w="4864">
                  <a:moveTo>
                    <a:pt x="1272" y="1"/>
                  </a:moveTo>
                  <a:lnTo>
                    <a:pt x="1272" y="1"/>
                  </a:lnTo>
                  <a:cubicBezTo>
                    <a:pt x="497" y="538"/>
                    <a:pt x="1" y="1424"/>
                    <a:pt x="26" y="2414"/>
                  </a:cubicBezTo>
                  <a:cubicBezTo>
                    <a:pt x="64" y="3979"/>
                    <a:pt x="1383" y="5218"/>
                    <a:pt x="2991" y="5218"/>
                  </a:cubicBezTo>
                  <a:cubicBezTo>
                    <a:pt x="3016" y="5218"/>
                    <a:pt x="3041" y="5218"/>
                    <a:pt x="3067" y="5217"/>
                  </a:cubicBezTo>
                  <a:cubicBezTo>
                    <a:pt x="3748" y="5203"/>
                    <a:pt x="4370" y="4965"/>
                    <a:pt x="4864" y="4579"/>
                  </a:cubicBezTo>
                  <a:lnTo>
                    <a:pt x="4864" y="4579"/>
                  </a:lnTo>
                  <a:cubicBezTo>
                    <a:pt x="4395" y="4902"/>
                    <a:pt x="3827" y="5100"/>
                    <a:pt x="3207" y="5114"/>
                  </a:cubicBezTo>
                  <a:cubicBezTo>
                    <a:pt x="3183" y="5115"/>
                    <a:pt x="3158" y="5115"/>
                    <a:pt x="3134" y="5115"/>
                  </a:cubicBezTo>
                  <a:cubicBezTo>
                    <a:pt x="1526" y="5115"/>
                    <a:pt x="205" y="3875"/>
                    <a:pt x="168" y="2310"/>
                  </a:cubicBezTo>
                  <a:cubicBezTo>
                    <a:pt x="144" y="1381"/>
                    <a:pt x="579" y="545"/>
                    <a:pt x="1272" y="1"/>
                  </a:cubicBezTo>
                  <a:close/>
                </a:path>
              </a:pathLst>
            </a:custGeom>
            <a:solidFill>
              <a:srgbClr val="9950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8" name="Google Shape;1788;p1"/>
            <p:cNvSpPr/>
            <p:nvPr/>
          </p:nvSpPr>
          <p:spPr>
            <a:xfrm>
              <a:off x="1494507" y="3165617"/>
              <a:ext cx="431330" cy="456958"/>
            </a:xfrm>
            <a:custGeom>
              <a:rect b="b" l="l" r="r" t="t"/>
              <a:pathLst>
                <a:path extrusionOk="0" h="11269" w="10637">
                  <a:moveTo>
                    <a:pt x="3547" y="0"/>
                  </a:moveTo>
                  <a:lnTo>
                    <a:pt x="3547" y="0"/>
                  </a:lnTo>
                  <a:cubicBezTo>
                    <a:pt x="2449" y="642"/>
                    <a:pt x="1574" y="1641"/>
                    <a:pt x="1113" y="2919"/>
                  </a:cubicBezTo>
                  <a:cubicBezTo>
                    <a:pt x="1" y="5999"/>
                    <a:pt x="1710" y="9532"/>
                    <a:pt x="4929" y="10807"/>
                  </a:cubicBezTo>
                  <a:cubicBezTo>
                    <a:pt x="5719" y="11120"/>
                    <a:pt x="6525" y="11268"/>
                    <a:pt x="7309" y="11268"/>
                  </a:cubicBezTo>
                  <a:cubicBezTo>
                    <a:pt x="8520" y="11268"/>
                    <a:pt x="9677" y="10915"/>
                    <a:pt x="10637" y="10272"/>
                  </a:cubicBezTo>
                  <a:lnTo>
                    <a:pt x="10637" y="10272"/>
                  </a:lnTo>
                  <a:cubicBezTo>
                    <a:pt x="9740" y="10796"/>
                    <a:pt x="8696" y="11080"/>
                    <a:pt x="7610" y="11080"/>
                  </a:cubicBezTo>
                  <a:cubicBezTo>
                    <a:pt x="6826" y="11080"/>
                    <a:pt x="6020" y="10932"/>
                    <a:pt x="5232" y="10619"/>
                  </a:cubicBezTo>
                  <a:cubicBezTo>
                    <a:pt x="2015" y="9343"/>
                    <a:pt x="304" y="5811"/>
                    <a:pt x="1415" y="2732"/>
                  </a:cubicBezTo>
                  <a:cubicBezTo>
                    <a:pt x="1832" y="1572"/>
                    <a:pt x="2590" y="642"/>
                    <a:pt x="3547" y="0"/>
                  </a:cubicBez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9" name="Google Shape;1789;p1"/>
            <p:cNvSpPr/>
            <p:nvPr/>
          </p:nvSpPr>
          <p:spPr>
            <a:xfrm>
              <a:off x="1680272" y="3136177"/>
              <a:ext cx="381089" cy="403878"/>
            </a:xfrm>
            <a:custGeom>
              <a:rect b="b" l="l" r="r" t="t"/>
              <a:pathLst>
                <a:path extrusionOk="0" h="9960" w="9398">
                  <a:moveTo>
                    <a:pt x="2958" y="1"/>
                  </a:moveTo>
                  <a:cubicBezTo>
                    <a:pt x="1882" y="1"/>
                    <a:pt x="852" y="317"/>
                    <a:pt x="1" y="894"/>
                  </a:cubicBezTo>
                  <a:cubicBezTo>
                    <a:pt x="796" y="424"/>
                    <a:pt x="1724" y="170"/>
                    <a:pt x="2691" y="170"/>
                  </a:cubicBezTo>
                  <a:cubicBezTo>
                    <a:pt x="3377" y="170"/>
                    <a:pt x="4082" y="298"/>
                    <a:pt x="4772" y="569"/>
                  </a:cubicBezTo>
                  <a:cubicBezTo>
                    <a:pt x="7615" y="1687"/>
                    <a:pt x="9130" y="4806"/>
                    <a:pt x="8153" y="7535"/>
                  </a:cubicBezTo>
                  <a:cubicBezTo>
                    <a:pt x="7787" y="8564"/>
                    <a:pt x="7120" y="9389"/>
                    <a:pt x="6276" y="9960"/>
                  </a:cubicBezTo>
                  <a:cubicBezTo>
                    <a:pt x="7244" y="9389"/>
                    <a:pt x="8016" y="8504"/>
                    <a:pt x="8421" y="7367"/>
                  </a:cubicBezTo>
                  <a:cubicBezTo>
                    <a:pt x="9397" y="4637"/>
                    <a:pt x="7881" y="1519"/>
                    <a:pt x="5038" y="400"/>
                  </a:cubicBezTo>
                  <a:cubicBezTo>
                    <a:pt x="4349" y="129"/>
                    <a:pt x="3644" y="1"/>
                    <a:pt x="2958" y="1"/>
                  </a:cubicBez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0" name="Google Shape;1790;p1"/>
            <p:cNvSpPr/>
            <p:nvPr/>
          </p:nvSpPr>
          <p:spPr>
            <a:xfrm>
              <a:off x="1648926" y="3192867"/>
              <a:ext cx="313614" cy="332388"/>
            </a:xfrm>
            <a:custGeom>
              <a:rect b="b" l="l" r="r" t="t"/>
              <a:pathLst>
                <a:path extrusionOk="0" h="8197" w="7734">
                  <a:moveTo>
                    <a:pt x="2436" y="1"/>
                  </a:moveTo>
                  <a:cubicBezTo>
                    <a:pt x="1550" y="1"/>
                    <a:pt x="702" y="261"/>
                    <a:pt x="1" y="736"/>
                  </a:cubicBezTo>
                  <a:cubicBezTo>
                    <a:pt x="656" y="349"/>
                    <a:pt x="1421" y="139"/>
                    <a:pt x="2216" y="139"/>
                  </a:cubicBezTo>
                  <a:cubicBezTo>
                    <a:pt x="2780" y="139"/>
                    <a:pt x="3360" y="244"/>
                    <a:pt x="3927" y="468"/>
                  </a:cubicBezTo>
                  <a:cubicBezTo>
                    <a:pt x="6268" y="1388"/>
                    <a:pt x="7515" y="3957"/>
                    <a:pt x="6712" y="6201"/>
                  </a:cubicBezTo>
                  <a:cubicBezTo>
                    <a:pt x="6411" y="7049"/>
                    <a:pt x="5860" y="7729"/>
                    <a:pt x="5167" y="8197"/>
                  </a:cubicBezTo>
                  <a:cubicBezTo>
                    <a:pt x="5963" y="7726"/>
                    <a:pt x="6599" y="6996"/>
                    <a:pt x="6932" y="6062"/>
                  </a:cubicBezTo>
                  <a:cubicBezTo>
                    <a:pt x="7734" y="3816"/>
                    <a:pt x="6488" y="1248"/>
                    <a:pt x="4148" y="329"/>
                  </a:cubicBezTo>
                  <a:cubicBezTo>
                    <a:pt x="3580" y="106"/>
                    <a:pt x="3000" y="1"/>
                    <a:pt x="2436" y="1"/>
                  </a:cubicBez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1" name="Google Shape;1791;p1"/>
            <p:cNvSpPr/>
            <p:nvPr/>
          </p:nvSpPr>
          <p:spPr>
            <a:xfrm>
              <a:off x="1363243" y="2938286"/>
              <a:ext cx="801430" cy="818664"/>
            </a:xfrm>
            <a:custGeom>
              <a:rect b="b" l="l" r="r" t="t"/>
              <a:pathLst>
                <a:path extrusionOk="0" h="20189" w="19764">
                  <a:moveTo>
                    <a:pt x="10116" y="0"/>
                  </a:moveTo>
                  <a:cubicBezTo>
                    <a:pt x="5086" y="0"/>
                    <a:pt x="472" y="4068"/>
                    <a:pt x="239" y="9449"/>
                  </a:cubicBezTo>
                  <a:cubicBezTo>
                    <a:pt x="1" y="14970"/>
                    <a:pt x="4523" y="19925"/>
                    <a:pt x="9707" y="20149"/>
                  </a:cubicBezTo>
                  <a:cubicBezTo>
                    <a:pt x="9836" y="20155"/>
                    <a:pt x="9965" y="20158"/>
                    <a:pt x="10093" y="20158"/>
                  </a:cubicBezTo>
                  <a:cubicBezTo>
                    <a:pt x="10158" y="20158"/>
                    <a:pt x="10222" y="20157"/>
                    <a:pt x="10287" y="20156"/>
                  </a:cubicBezTo>
                  <a:lnTo>
                    <a:pt x="10287" y="20156"/>
                  </a:lnTo>
                  <a:cubicBezTo>
                    <a:pt x="10466" y="20178"/>
                    <a:pt x="10645" y="20189"/>
                    <a:pt x="10824" y="20189"/>
                  </a:cubicBezTo>
                  <a:cubicBezTo>
                    <a:pt x="11599" y="20189"/>
                    <a:pt x="12373" y="19985"/>
                    <a:pt x="13119" y="19626"/>
                  </a:cubicBezTo>
                  <a:lnTo>
                    <a:pt x="13119" y="19626"/>
                  </a:lnTo>
                  <a:cubicBezTo>
                    <a:pt x="12225" y="19950"/>
                    <a:pt x="11273" y="20134"/>
                    <a:pt x="10287" y="20156"/>
                  </a:cubicBezTo>
                  <a:lnTo>
                    <a:pt x="10287" y="20156"/>
                  </a:lnTo>
                  <a:cubicBezTo>
                    <a:pt x="10198" y="20144"/>
                    <a:pt x="10108" y="20130"/>
                    <a:pt x="10019" y="20114"/>
                  </a:cubicBezTo>
                  <a:cubicBezTo>
                    <a:pt x="747" y="18361"/>
                    <a:pt x="1175" y="13092"/>
                    <a:pt x="1374" y="8471"/>
                  </a:cubicBezTo>
                  <a:cubicBezTo>
                    <a:pt x="1565" y="3994"/>
                    <a:pt x="6449" y="1186"/>
                    <a:pt x="10697" y="1186"/>
                  </a:cubicBezTo>
                  <a:cubicBezTo>
                    <a:pt x="10832" y="1186"/>
                    <a:pt x="10967" y="1189"/>
                    <a:pt x="11101" y="1194"/>
                  </a:cubicBezTo>
                  <a:cubicBezTo>
                    <a:pt x="15437" y="1382"/>
                    <a:pt x="19181" y="5813"/>
                    <a:pt x="18982" y="10431"/>
                  </a:cubicBezTo>
                  <a:cubicBezTo>
                    <a:pt x="18831" y="13923"/>
                    <a:pt x="16224" y="18129"/>
                    <a:pt x="13119" y="19626"/>
                  </a:cubicBezTo>
                  <a:lnTo>
                    <a:pt x="13119" y="19626"/>
                  </a:lnTo>
                  <a:cubicBezTo>
                    <a:pt x="16694" y="18331"/>
                    <a:pt x="19342" y="14806"/>
                    <a:pt x="19523" y="10552"/>
                  </a:cubicBezTo>
                  <a:cubicBezTo>
                    <a:pt x="19763" y="5028"/>
                    <a:pt x="15702" y="232"/>
                    <a:pt x="10517" y="9"/>
                  </a:cubicBezTo>
                  <a:cubicBezTo>
                    <a:pt x="10383" y="3"/>
                    <a:pt x="10250" y="0"/>
                    <a:pt x="1011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2" name="Google Shape;1792;p1"/>
            <p:cNvSpPr/>
            <p:nvPr/>
          </p:nvSpPr>
          <p:spPr>
            <a:xfrm>
              <a:off x="1361013" y="2975918"/>
              <a:ext cx="776086" cy="811689"/>
            </a:xfrm>
            <a:custGeom>
              <a:rect b="b" l="l" r="r" t="t"/>
              <a:pathLst>
                <a:path extrusionOk="0" h="20017" w="19139">
                  <a:moveTo>
                    <a:pt x="12625" y="505"/>
                  </a:moveTo>
                  <a:lnTo>
                    <a:pt x="12625" y="505"/>
                  </a:lnTo>
                  <a:cubicBezTo>
                    <a:pt x="13996" y="988"/>
                    <a:pt x="15220" y="1797"/>
                    <a:pt x="16222" y="2844"/>
                  </a:cubicBezTo>
                  <a:lnTo>
                    <a:pt x="16222" y="2844"/>
                  </a:lnTo>
                  <a:cubicBezTo>
                    <a:pt x="15213" y="1742"/>
                    <a:pt x="13980" y="906"/>
                    <a:pt x="12625" y="505"/>
                  </a:cubicBezTo>
                  <a:close/>
                  <a:moveTo>
                    <a:pt x="9667" y="0"/>
                  </a:moveTo>
                  <a:cubicBezTo>
                    <a:pt x="4654" y="0"/>
                    <a:pt x="471" y="4220"/>
                    <a:pt x="239" y="9604"/>
                  </a:cubicBezTo>
                  <a:cubicBezTo>
                    <a:pt x="0" y="15127"/>
                    <a:pt x="4011" y="19787"/>
                    <a:pt x="9195" y="20009"/>
                  </a:cubicBezTo>
                  <a:cubicBezTo>
                    <a:pt x="9324" y="20014"/>
                    <a:pt x="9453" y="20017"/>
                    <a:pt x="9581" y="20017"/>
                  </a:cubicBezTo>
                  <a:cubicBezTo>
                    <a:pt x="14595" y="20017"/>
                    <a:pt x="18781" y="15798"/>
                    <a:pt x="19011" y="10412"/>
                  </a:cubicBezTo>
                  <a:cubicBezTo>
                    <a:pt x="19139" y="7461"/>
                    <a:pt x="18052" y="4756"/>
                    <a:pt x="16222" y="2844"/>
                  </a:cubicBezTo>
                  <a:lnTo>
                    <a:pt x="16222" y="2844"/>
                  </a:lnTo>
                  <a:cubicBezTo>
                    <a:pt x="17945" y="4726"/>
                    <a:pt x="19011" y="7386"/>
                    <a:pt x="18899" y="9987"/>
                  </a:cubicBezTo>
                  <a:cubicBezTo>
                    <a:pt x="18707" y="14415"/>
                    <a:pt x="14749" y="19147"/>
                    <a:pt x="10634" y="19147"/>
                  </a:cubicBezTo>
                  <a:cubicBezTo>
                    <a:pt x="10399" y="19147"/>
                    <a:pt x="10163" y="19131"/>
                    <a:pt x="9928" y="19100"/>
                  </a:cubicBezTo>
                  <a:cubicBezTo>
                    <a:pt x="2076" y="18039"/>
                    <a:pt x="1137" y="12479"/>
                    <a:pt x="1337" y="7798"/>
                  </a:cubicBezTo>
                  <a:cubicBezTo>
                    <a:pt x="1533" y="3255"/>
                    <a:pt x="6398" y="238"/>
                    <a:pt x="10702" y="238"/>
                  </a:cubicBezTo>
                  <a:cubicBezTo>
                    <a:pt x="10833" y="238"/>
                    <a:pt x="10963" y="241"/>
                    <a:pt x="11093" y="246"/>
                  </a:cubicBezTo>
                  <a:cubicBezTo>
                    <a:pt x="11617" y="269"/>
                    <a:pt x="12129" y="358"/>
                    <a:pt x="12625" y="505"/>
                  </a:cubicBezTo>
                  <a:lnTo>
                    <a:pt x="12625" y="505"/>
                  </a:lnTo>
                  <a:cubicBezTo>
                    <a:pt x="11814" y="219"/>
                    <a:pt x="10952" y="47"/>
                    <a:pt x="10055" y="9"/>
                  </a:cubicBezTo>
                  <a:cubicBezTo>
                    <a:pt x="9925" y="3"/>
                    <a:pt x="9796" y="0"/>
                    <a:pt x="9667" y="0"/>
                  </a:cubicBezTo>
                  <a:close/>
                </a:path>
              </a:pathLst>
            </a:custGeom>
            <a:solidFill>
              <a:srgbClr val="9B87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3" name="Google Shape;1793;p1"/>
            <p:cNvSpPr/>
            <p:nvPr/>
          </p:nvSpPr>
          <p:spPr>
            <a:xfrm>
              <a:off x="1364987" y="2950249"/>
              <a:ext cx="800903" cy="832856"/>
            </a:xfrm>
            <a:custGeom>
              <a:rect b="b" l="l" r="r" t="t"/>
              <a:pathLst>
                <a:path extrusionOk="0" h="20539" w="19751">
                  <a:moveTo>
                    <a:pt x="12238" y="1207"/>
                  </a:moveTo>
                  <a:cubicBezTo>
                    <a:pt x="12588" y="1207"/>
                    <a:pt x="12930" y="1288"/>
                    <a:pt x="13244" y="1458"/>
                  </a:cubicBezTo>
                  <a:cubicBezTo>
                    <a:pt x="14471" y="2121"/>
                    <a:pt x="14793" y="3898"/>
                    <a:pt x="13964" y="5426"/>
                  </a:cubicBezTo>
                  <a:cubicBezTo>
                    <a:pt x="13348" y="6563"/>
                    <a:pt x="12268" y="7243"/>
                    <a:pt x="11252" y="7243"/>
                  </a:cubicBezTo>
                  <a:cubicBezTo>
                    <a:pt x="10902" y="7243"/>
                    <a:pt x="10559" y="7162"/>
                    <a:pt x="10245" y="6992"/>
                  </a:cubicBezTo>
                  <a:cubicBezTo>
                    <a:pt x="9020" y="6328"/>
                    <a:pt x="8698" y="4551"/>
                    <a:pt x="9526" y="3022"/>
                  </a:cubicBezTo>
                  <a:cubicBezTo>
                    <a:pt x="10143" y="1886"/>
                    <a:pt x="11221" y="1207"/>
                    <a:pt x="12238" y="1207"/>
                  </a:cubicBezTo>
                  <a:close/>
                  <a:moveTo>
                    <a:pt x="4492" y="3912"/>
                  </a:moveTo>
                  <a:cubicBezTo>
                    <a:pt x="5265" y="3912"/>
                    <a:pt x="6106" y="4229"/>
                    <a:pt x="6801" y="4850"/>
                  </a:cubicBezTo>
                  <a:cubicBezTo>
                    <a:pt x="8096" y="6010"/>
                    <a:pt x="8391" y="7792"/>
                    <a:pt x="7461" y="8830"/>
                  </a:cubicBezTo>
                  <a:cubicBezTo>
                    <a:pt x="7029" y="9311"/>
                    <a:pt x="6411" y="9548"/>
                    <a:pt x="5742" y="9548"/>
                  </a:cubicBezTo>
                  <a:cubicBezTo>
                    <a:pt x="4969" y="9548"/>
                    <a:pt x="4129" y="9231"/>
                    <a:pt x="3434" y="8608"/>
                  </a:cubicBezTo>
                  <a:cubicBezTo>
                    <a:pt x="2140" y="7450"/>
                    <a:pt x="1845" y="5668"/>
                    <a:pt x="2772" y="4630"/>
                  </a:cubicBezTo>
                  <a:cubicBezTo>
                    <a:pt x="3204" y="4149"/>
                    <a:pt x="3823" y="3912"/>
                    <a:pt x="4492" y="3912"/>
                  </a:cubicBezTo>
                  <a:close/>
                  <a:moveTo>
                    <a:pt x="15833" y="7526"/>
                  </a:moveTo>
                  <a:cubicBezTo>
                    <a:pt x="17376" y="7526"/>
                    <a:pt x="18653" y="8492"/>
                    <a:pt x="18738" y="9769"/>
                  </a:cubicBezTo>
                  <a:cubicBezTo>
                    <a:pt x="18827" y="11115"/>
                    <a:pt x="17560" y="12294"/>
                    <a:pt x="15907" y="12405"/>
                  </a:cubicBezTo>
                  <a:cubicBezTo>
                    <a:pt x="15822" y="12410"/>
                    <a:pt x="15739" y="12413"/>
                    <a:pt x="15656" y="12413"/>
                  </a:cubicBezTo>
                  <a:cubicBezTo>
                    <a:pt x="14113" y="12413"/>
                    <a:pt x="12836" y="11446"/>
                    <a:pt x="12750" y="10170"/>
                  </a:cubicBezTo>
                  <a:cubicBezTo>
                    <a:pt x="12661" y="8824"/>
                    <a:pt x="13928" y="7645"/>
                    <a:pt x="15582" y="7535"/>
                  </a:cubicBezTo>
                  <a:cubicBezTo>
                    <a:pt x="15666" y="7529"/>
                    <a:pt x="15750" y="7526"/>
                    <a:pt x="15833" y="7526"/>
                  </a:cubicBezTo>
                  <a:close/>
                  <a:moveTo>
                    <a:pt x="5774" y="11036"/>
                  </a:moveTo>
                  <a:cubicBezTo>
                    <a:pt x="6326" y="11036"/>
                    <a:pt x="6846" y="11211"/>
                    <a:pt x="7253" y="11573"/>
                  </a:cubicBezTo>
                  <a:cubicBezTo>
                    <a:pt x="8294" y="12496"/>
                    <a:pt x="8202" y="14301"/>
                    <a:pt x="7048" y="15601"/>
                  </a:cubicBezTo>
                  <a:cubicBezTo>
                    <a:pt x="6345" y="16392"/>
                    <a:pt x="5410" y="16814"/>
                    <a:pt x="4551" y="16814"/>
                  </a:cubicBezTo>
                  <a:cubicBezTo>
                    <a:pt x="3999" y="16814"/>
                    <a:pt x="3479" y="16640"/>
                    <a:pt x="3072" y="16277"/>
                  </a:cubicBezTo>
                  <a:cubicBezTo>
                    <a:pt x="2031" y="15352"/>
                    <a:pt x="2121" y="13548"/>
                    <a:pt x="3278" y="12249"/>
                  </a:cubicBezTo>
                  <a:cubicBezTo>
                    <a:pt x="3980" y="11458"/>
                    <a:pt x="4915" y="11036"/>
                    <a:pt x="5774" y="11036"/>
                  </a:cubicBezTo>
                  <a:close/>
                  <a:moveTo>
                    <a:pt x="11715" y="12926"/>
                  </a:moveTo>
                  <a:cubicBezTo>
                    <a:pt x="12846" y="12926"/>
                    <a:pt x="13985" y="13828"/>
                    <a:pt x="14451" y="15203"/>
                  </a:cubicBezTo>
                  <a:cubicBezTo>
                    <a:pt x="15009" y="16850"/>
                    <a:pt x="14394" y="18547"/>
                    <a:pt x="13072" y="18995"/>
                  </a:cubicBezTo>
                  <a:cubicBezTo>
                    <a:pt x="12855" y="19069"/>
                    <a:pt x="12633" y="19104"/>
                    <a:pt x="12410" y="19104"/>
                  </a:cubicBezTo>
                  <a:cubicBezTo>
                    <a:pt x="11279" y="19104"/>
                    <a:pt x="10139" y="18200"/>
                    <a:pt x="9672" y="16827"/>
                  </a:cubicBezTo>
                  <a:cubicBezTo>
                    <a:pt x="9114" y="15180"/>
                    <a:pt x="9730" y="13483"/>
                    <a:pt x="11051" y="13035"/>
                  </a:cubicBezTo>
                  <a:cubicBezTo>
                    <a:pt x="11268" y="12961"/>
                    <a:pt x="11492" y="12926"/>
                    <a:pt x="11715" y="12926"/>
                  </a:cubicBezTo>
                  <a:close/>
                  <a:moveTo>
                    <a:pt x="9920" y="0"/>
                  </a:moveTo>
                  <a:cubicBezTo>
                    <a:pt x="4775" y="0"/>
                    <a:pt x="482" y="4330"/>
                    <a:pt x="244" y="9855"/>
                  </a:cubicBezTo>
                  <a:cubicBezTo>
                    <a:pt x="1" y="15523"/>
                    <a:pt x="4115" y="20301"/>
                    <a:pt x="9435" y="20530"/>
                  </a:cubicBezTo>
                  <a:cubicBezTo>
                    <a:pt x="9567" y="20536"/>
                    <a:pt x="9699" y="20539"/>
                    <a:pt x="9831" y="20539"/>
                  </a:cubicBezTo>
                  <a:cubicBezTo>
                    <a:pt x="14976" y="20539"/>
                    <a:pt x="19270" y="16209"/>
                    <a:pt x="19507" y="10685"/>
                  </a:cubicBezTo>
                  <a:cubicBezTo>
                    <a:pt x="19750" y="5018"/>
                    <a:pt x="15635" y="238"/>
                    <a:pt x="10317" y="9"/>
                  </a:cubicBezTo>
                  <a:cubicBezTo>
                    <a:pt x="10184" y="3"/>
                    <a:pt x="10052" y="0"/>
                    <a:pt x="99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4" name="Google Shape;1794;p1"/>
            <p:cNvSpPr/>
            <p:nvPr/>
          </p:nvSpPr>
          <p:spPr>
            <a:xfrm>
              <a:off x="1375124" y="2960874"/>
              <a:ext cx="780547" cy="811730"/>
            </a:xfrm>
            <a:custGeom>
              <a:rect b="b" l="l" r="r" t="t"/>
              <a:pathLst>
                <a:path extrusionOk="0" h="20018" w="19249">
                  <a:moveTo>
                    <a:pt x="11926" y="1174"/>
                  </a:moveTo>
                  <a:cubicBezTo>
                    <a:pt x="12268" y="1174"/>
                    <a:pt x="12602" y="1253"/>
                    <a:pt x="12908" y="1419"/>
                  </a:cubicBezTo>
                  <a:cubicBezTo>
                    <a:pt x="14102" y="2065"/>
                    <a:pt x="14417" y="3797"/>
                    <a:pt x="13610" y="5287"/>
                  </a:cubicBezTo>
                  <a:cubicBezTo>
                    <a:pt x="13010" y="6397"/>
                    <a:pt x="11959" y="7058"/>
                    <a:pt x="10968" y="7058"/>
                  </a:cubicBezTo>
                  <a:cubicBezTo>
                    <a:pt x="10626" y="7058"/>
                    <a:pt x="10292" y="6980"/>
                    <a:pt x="9986" y="6814"/>
                  </a:cubicBezTo>
                  <a:cubicBezTo>
                    <a:pt x="8791" y="6166"/>
                    <a:pt x="8478" y="4434"/>
                    <a:pt x="9285" y="2945"/>
                  </a:cubicBezTo>
                  <a:cubicBezTo>
                    <a:pt x="9885" y="1837"/>
                    <a:pt x="10936" y="1174"/>
                    <a:pt x="11926" y="1174"/>
                  </a:cubicBezTo>
                  <a:close/>
                  <a:moveTo>
                    <a:pt x="4379" y="3812"/>
                  </a:moveTo>
                  <a:cubicBezTo>
                    <a:pt x="5134" y="3812"/>
                    <a:pt x="5953" y="4120"/>
                    <a:pt x="6629" y="4726"/>
                  </a:cubicBezTo>
                  <a:cubicBezTo>
                    <a:pt x="7891" y="5857"/>
                    <a:pt x="8180" y="7592"/>
                    <a:pt x="7274" y="8604"/>
                  </a:cubicBezTo>
                  <a:cubicBezTo>
                    <a:pt x="6854" y="9072"/>
                    <a:pt x="6251" y="9303"/>
                    <a:pt x="5599" y="9303"/>
                  </a:cubicBezTo>
                  <a:cubicBezTo>
                    <a:pt x="4845" y="9303"/>
                    <a:pt x="4025" y="8994"/>
                    <a:pt x="3348" y="8389"/>
                  </a:cubicBezTo>
                  <a:cubicBezTo>
                    <a:pt x="2086" y="7260"/>
                    <a:pt x="1798" y="5522"/>
                    <a:pt x="2704" y="4511"/>
                  </a:cubicBezTo>
                  <a:cubicBezTo>
                    <a:pt x="3124" y="4042"/>
                    <a:pt x="3727" y="3812"/>
                    <a:pt x="4379" y="3812"/>
                  </a:cubicBezTo>
                  <a:close/>
                  <a:moveTo>
                    <a:pt x="15429" y="7332"/>
                  </a:moveTo>
                  <a:cubicBezTo>
                    <a:pt x="16935" y="7332"/>
                    <a:pt x="18179" y="8274"/>
                    <a:pt x="18262" y="9520"/>
                  </a:cubicBezTo>
                  <a:cubicBezTo>
                    <a:pt x="18351" y="10831"/>
                    <a:pt x="17115" y="11979"/>
                    <a:pt x="15504" y="12087"/>
                  </a:cubicBezTo>
                  <a:cubicBezTo>
                    <a:pt x="15422" y="12092"/>
                    <a:pt x="15342" y="12095"/>
                    <a:pt x="15262" y="12095"/>
                  </a:cubicBezTo>
                  <a:cubicBezTo>
                    <a:pt x="13757" y="12095"/>
                    <a:pt x="12510" y="11153"/>
                    <a:pt x="12427" y="9908"/>
                  </a:cubicBezTo>
                  <a:cubicBezTo>
                    <a:pt x="12340" y="8595"/>
                    <a:pt x="13574" y="7447"/>
                    <a:pt x="15187" y="7340"/>
                  </a:cubicBezTo>
                  <a:cubicBezTo>
                    <a:pt x="15269" y="7334"/>
                    <a:pt x="15349" y="7332"/>
                    <a:pt x="15429" y="7332"/>
                  </a:cubicBezTo>
                  <a:close/>
                  <a:moveTo>
                    <a:pt x="5628" y="10754"/>
                  </a:moveTo>
                  <a:cubicBezTo>
                    <a:pt x="6165" y="10754"/>
                    <a:pt x="6672" y="10924"/>
                    <a:pt x="7069" y="11277"/>
                  </a:cubicBezTo>
                  <a:cubicBezTo>
                    <a:pt x="8084" y="12178"/>
                    <a:pt x="7995" y="13936"/>
                    <a:pt x="6870" y="15203"/>
                  </a:cubicBezTo>
                  <a:cubicBezTo>
                    <a:pt x="6184" y="15975"/>
                    <a:pt x="5273" y="16386"/>
                    <a:pt x="4435" y="16386"/>
                  </a:cubicBezTo>
                  <a:cubicBezTo>
                    <a:pt x="3898" y="16386"/>
                    <a:pt x="3390" y="16216"/>
                    <a:pt x="2993" y="15863"/>
                  </a:cubicBezTo>
                  <a:cubicBezTo>
                    <a:pt x="1978" y="14961"/>
                    <a:pt x="2069" y="13202"/>
                    <a:pt x="3194" y="11936"/>
                  </a:cubicBezTo>
                  <a:cubicBezTo>
                    <a:pt x="3879" y="11165"/>
                    <a:pt x="4790" y="10754"/>
                    <a:pt x="5628" y="10754"/>
                  </a:cubicBezTo>
                  <a:close/>
                  <a:moveTo>
                    <a:pt x="11418" y="12595"/>
                  </a:moveTo>
                  <a:cubicBezTo>
                    <a:pt x="12521" y="12595"/>
                    <a:pt x="13631" y="13476"/>
                    <a:pt x="14085" y="14817"/>
                  </a:cubicBezTo>
                  <a:cubicBezTo>
                    <a:pt x="14629" y="16421"/>
                    <a:pt x="14028" y="18075"/>
                    <a:pt x="12742" y="18512"/>
                  </a:cubicBezTo>
                  <a:cubicBezTo>
                    <a:pt x="12530" y="18584"/>
                    <a:pt x="12312" y="18618"/>
                    <a:pt x="12094" y="18618"/>
                  </a:cubicBezTo>
                  <a:cubicBezTo>
                    <a:pt x="10991" y="18618"/>
                    <a:pt x="9882" y="17737"/>
                    <a:pt x="9428" y="16396"/>
                  </a:cubicBezTo>
                  <a:cubicBezTo>
                    <a:pt x="8884" y="14791"/>
                    <a:pt x="9485" y="13138"/>
                    <a:pt x="10771" y="12701"/>
                  </a:cubicBezTo>
                  <a:cubicBezTo>
                    <a:pt x="10983" y="12629"/>
                    <a:pt x="11200" y="12595"/>
                    <a:pt x="11418" y="12595"/>
                  </a:cubicBezTo>
                  <a:close/>
                  <a:moveTo>
                    <a:pt x="9669" y="1"/>
                  </a:moveTo>
                  <a:cubicBezTo>
                    <a:pt x="4653" y="1"/>
                    <a:pt x="468" y="4219"/>
                    <a:pt x="238" y="9606"/>
                  </a:cubicBezTo>
                  <a:cubicBezTo>
                    <a:pt x="0" y="15127"/>
                    <a:pt x="4010" y="19787"/>
                    <a:pt x="9193" y="20009"/>
                  </a:cubicBezTo>
                  <a:cubicBezTo>
                    <a:pt x="9323" y="20014"/>
                    <a:pt x="9451" y="20017"/>
                    <a:pt x="9580" y="20017"/>
                  </a:cubicBezTo>
                  <a:cubicBezTo>
                    <a:pt x="14595" y="20017"/>
                    <a:pt x="18780" y="15798"/>
                    <a:pt x="19011" y="10412"/>
                  </a:cubicBezTo>
                  <a:cubicBezTo>
                    <a:pt x="19248" y="4889"/>
                    <a:pt x="15239" y="231"/>
                    <a:pt x="10055" y="9"/>
                  </a:cubicBezTo>
                  <a:cubicBezTo>
                    <a:pt x="9926" y="3"/>
                    <a:pt x="9797" y="1"/>
                    <a:pt x="966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5" name="Google Shape;1795;p1"/>
            <p:cNvSpPr/>
            <p:nvPr/>
          </p:nvSpPr>
          <p:spPr>
            <a:xfrm>
              <a:off x="1666526" y="3264440"/>
              <a:ext cx="216091" cy="189612"/>
            </a:xfrm>
            <a:custGeom>
              <a:rect b="b" l="l" r="r" t="t"/>
              <a:pathLst>
                <a:path extrusionOk="0" h="4676" w="5329">
                  <a:moveTo>
                    <a:pt x="2661" y="138"/>
                  </a:moveTo>
                  <a:cubicBezTo>
                    <a:pt x="3487" y="138"/>
                    <a:pt x="4279" y="605"/>
                    <a:pt x="4653" y="1401"/>
                  </a:cubicBezTo>
                  <a:cubicBezTo>
                    <a:pt x="5171" y="2502"/>
                    <a:pt x="4699" y="3812"/>
                    <a:pt x="3599" y="4327"/>
                  </a:cubicBezTo>
                  <a:cubicBezTo>
                    <a:pt x="3297" y="4469"/>
                    <a:pt x="2979" y="4536"/>
                    <a:pt x="2666" y="4536"/>
                  </a:cubicBezTo>
                  <a:cubicBezTo>
                    <a:pt x="1840" y="4536"/>
                    <a:pt x="1048" y="4069"/>
                    <a:pt x="673" y="3272"/>
                  </a:cubicBezTo>
                  <a:cubicBezTo>
                    <a:pt x="158" y="2173"/>
                    <a:pt x="630" y="863"/>
                    <a:pt x="1728" y="346"/>
                  </a:cubicBezTo>
                  <a:cubicBezTo>
                    <a:pt x="2030" y="205"/>
                    <a:pt x="2348" y="138"/>
                    <a:pt x="2661" y="138"/>
                  </a:cubicBezTo>
                  <a:close/>
                  <a:moveTo>
                    <a:pt x="2664" y="0"/>
                  </a:moveTo>
                  <a:cubicBezTo>
                    <a:pt x="2331" y="0"/>
                    <a:pt x="1993" y="72"/>
                    <a:pt x="1671" y="223"/>
                  </a:cubicBezTo>
                  <a:cubicBezTo>
                    <a:pt x="503" y="770"/>
                    <a:pt x="0" y="2163"/>
                    <a:pt x="550" y="3331"/>
                  </a:cubicBezTo>
                  <a:cubicBezTo>
                    <a:pt x="947" y="4178"/>
                    <a:pt x="1788" y="4675"/>
                    <a:pt x="2666" y="4675"/>
                  </a:cubicBezTo>
                  <a:cubicBezTo>
                    <a:pt x="2999" y="4675"/>
                    <a:pt x="3337" y="4604"/>
                    <a:pt x="3658" y="4453"/>
                  </a:cubicBezTo>
                  <a:cubicBezTo>
                    <a:pt x="4826" y="3905"/>
                    <a:pt x="5329" y="2514"/>
                    <a:pt x="4780" y="1344"/>
                  </a:cubicBezTo>
                  <a:cubicBezTo>
                    <a:pt x="4383" y="497"/>
                    <a:pt x="3542" y="0"/>
                    <a:pt x="26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6" name="Google Shape;1796;p1"/>
            <p:cNvSpPr/>
            <p:nvPr/>
          </p:nvSpPr>
          <p:spPr>
            <a:xfrm>
              <a:off x="1688302" y="3283499"/>
              <a:ext cx="172662" cy="151535"/>
            </a:xfrm>
            <a:custGeom>
              <a:rect b="b" l="l" r="r" t="t"/>
              <a:pathLst>
                <a:path extrusionOk="0" h="3737" w="4258">
                  <a:moveTo>
                    <a:pt x="2128" y="1"/>
                  </a:moveTo>
                  <a:cubicBezTo>
                    <a:pt x="1862" y="1"/>
                    <a:pt x="1591" y="58"/>
                    <a:pt x="1334" y="178"/>
                  </a:cubicBezTo>
                  <a:cubicBezTo>
                    <a:pt x="401" y="616"/>
                    <a:pt x="0" y="1729"/>
                    <a:pt x="438" y="2662"/>
                  </a:cubicBezTo>
                  <a:cubicBezTo>
                    <a:pt x="756" y="3339"/>
                    <a:pt x="1428" y="3736"/>
                    <a:pt x="2129" y="3736"/>
                  </a:cubicBezTo>
                  <a:cubicBezTo>
                    <a:pt x="2395" y="3736"/>
                    <a:pt x="2665" y="3679"/>
                    <a:pt x="2922" y="3558"/>
                  </a:cubicBezTo>
                  <a:cubicBezTo>
                    <a:pt x="3854" y="3120"/>
                    <a:pt x="4258" y="2008"/>
                    <a:pt x="3818" y="1074"/>
                  </a:cubicBezTo>
                  <a:cubicBezTo>
                    <a:pt x="3500" y="398"/>
                    <a:pt x="2829" y="1"/>
                    <a:pt x="212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7" name="Google Shape;1797;p1"/>
            <p:cNvSpPr/>
            <p:nvPr/>
          </p:nvSpPr>
          <p:spPr>
            <a:xfrm>
              <a:off x="1706996" y="3299923"/>
              <a:ext cx="135153" cy="118649"/>
            </a:xfrm>
            <a:custGeom>
              <a:rect b="b" l="l" r="r" t="t"/>
              <a:pathLst>
                <a:path extrusionOk="0" h="2926" w="3333">
                  <a:moveTo>
                    <a:pt x="1667" y="1"/>
                  </a:moveTo>
                  <a:cubicBezTo>
                    <a:pt x="1458" y="1"/>
                    <a:pt x="1247" y="45"/>
                    <a:pt x="1045" y="140"/>
                  </a:cubicBezTo>
                  <a:cubicBezTo>
                    <a:pt x="315" y="483"/>
                    <a:pt x="0" y="1354"/>
                    <a:pt x="344" y="2085"/>
                  </a:cubicBezTo>
                  <a:cubicBezTo>
                    <a:pt x="593" y="2615"/>
                    <a:pt x="1119" y="2926"/>
                    <a:pt x="1668" y="2926"/>
                  </a:cubicBezTo>
                  <a:cubicBezTo>
                    <a:pt x="1877" y="2926"/>
                    <a:pt x="2088" y="2881"/>
                    <a:pt x="2289" y="2787"/>
                  </a:cubicBezTo>
                  <a:cubicBezTo>
                    <a:pt x="3019" y="2443"/>
                    <a:pt x="3333" y="1571"/>
                    <a:pt x="2991" y="841"/>
                  </a:cubicBezTo>
                  <a:cubicBezTo>
                    <a:pt x="2741" y="312"/>
                    <a:pt x="2216" y="1"/>
                    <a:pt x="16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8" name="Google Shape;1798;p1"/>
            <p:cNvSpPr/>
            <p:nvPr/>
          </p:nvSpPr>
          <p:spPr>
            <a:xfrm>
              <a:off x="1731894" y="3305316"/>
              <a:ext cx="98780" cy="77086"/>
            </a:xfrm>
            <a:custGeom>
              <a:rect b="b" l="l" r="r" t="t"/>
              <a:pathLst>
                <a:path extrusionOk="0" h="1901" w="2436">
                  <a:moveTo>
                    <a:pt x="1105" y="0"/>
                  </a:moveTo>
                  <a:cubicBezTo>
                    <a:pt x="924" y="0"/>
                    <a:pt x="740" y="39"/>
                    <a:pt x="566" y="121"/>
                  </a:cubicBezTo>
                  <a:cubicBezTo>
                    <a:pt x="319" y="237"/>
                    <a:pt x="126" y="423"/>
                    <a:pt x="0" y="645"/>
                  </a:cubicBezTo>
                  <a:lnTo>
                    <a:pt x="2206" y="1901"/>
                  </a:lnTo>
                  <a:cubicBezTo>
                    <a:pt x="2404" y="1553"/>
                    <a:pt x="2435" y="1121"/>
                    <a:pt x="2255" y="731"/>
                  </a:cubicBezTo>
                  <a:cubicBezTo>
                    <a:pt x="2038" y="271"/>
                    <a:pt x="1581" y="0"/>
                    <a:pt x="1105" y="0"/>
                  </a:cubicBez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9" name="Google Shape;1799;p1"/>
            <p:cNvSpPr/>
            <p:nvPr/>
          </p:nvSpPr>
          <p:spPr>
            <a:xfrm>
              <a:off x="1851926" y="2977297"/>
              <a:ext cx="302300" cy="784156"/>
            </a:xfrm>
            <a:custGeom>
              <a:rect b="b" l="l" r="r" t="t"/>
              <a:pathLst>
                <a:path extrusionOk="0" h="19338" w="7455">
                  <a:moveTo>
                    <a:pt x="3671" y="6927"/>
                  </a:moveTo>
                  <a:cubicBezTo>
                    <a:pt x="5177" y="6927"/>
                    <a:pt x="6421" y="7869"/>
                    <a:pt x="6504" y="9115"/>
                  </a:cubicBezTo>
                  <a:cubicBezTo>
                    <a:pt x="6593" y="10426"/>
                    <a:pt x="5357" y="11574"/>
                    <a:pt x="3746" y="11682"/>
                  </a:cubicBezTo>
                  <a:cubicBezTo>
                    <a:pt x="3664" y="11687"/>
                    <a:pt x="3584" y="11690"/>
                    <a:pt x="3504" y="11690"/>
                  </a:cubicBezTo>
                  <a:cubicBezTo>
                    <a:pt x="1999" y="11690"/>
                    <a:pt x="752" y="10748"/>
                    <a:pt x="669" y="9503"/>
                  </a:cubicBezTo>
                  <a:cubicBezTo>
                    <a:pt x="582" y="8190"/>
                    <a:pt x="1816" y="7042"/>
                    <a:pt x="3429" y="6935"/>
                  </a:cubicBezTo>
                  <a:cubicBezTo>
                    <a:pt x="3511" y="6929"/>
                    <a:pt x="3591" y="6927"/>
                    <a:pt x="3671" y="6927"/>
                  </a:cubicBezTo>
                  <a:close/>
                  <a:moveTo>
                    <a:pt x="568" y="1"/>
                  </a:moveTo>
                  <a:lnTo>
                    <a:pt x="545" y="806"/>
                  </a:lnTo>
                  <a:cubicBezTo>
                    <a:pt x="754" y="844"/>
                    <a:pt x="958" y="910"/>
                    <a:pt x="1150" y="1014"/>
                  </a:cubicBezTo>
                  <a:cubicBezTo>
                    <a:pt x="2344" y="1660"/>
                    <a:pt x="2659" y="3392"/>
                    <a:pt x="1852" y="4882"/>
                  </a:cubicBezTo>
                  <a:cubicBezTo>
                    <a:pt x="1488" y="5552"/>
                    <a:pt x="961" y="6057"/>
                    <a:pt x="381" y="6354"/>
                  </a:cubicBezTo>
                  <a:lnTo>
                    <a:pt x="208" y="12264"/>
                  </a:lnTo>
                  <a:cubicBezTo>
                    <a:pt x="1113" y="12498"/>
                    <a:pt x="1949" y="13295"/>
                    <a:pt x="2328" y="14412"/>
                  </a:cubicBezTo>
                  <a:cubicBezTo>
                    <a:pt x="2872" y="16016"/>
                    <a:pt x="2271" y="17670"/>
                    <a:pt x="986" y="18107"/>
                  </a:cubicBezTo>
                  <a:cubicBezTo>
                    <a:pt x="775" y="18177"/>
                    <a:pt x="560" y="18211"/>
                    <a:pt x="344" y="18211"/>
                  </a:cubicBezTo>
                  <a:cubicBezTo>
                    <a:pt x="241" y="18211"/>
                    <a:pt x="137" y="18203"/>
                    <a:pt x="34" y="18188"/>
                  </a:cubicBezTo>
                  <a:lnTo>
                    <a:pt x="1" y="19338"/>
                  </a:lnTo>
                  <a:cubicBezTo>
                    <a:pt x="3997" y="18324"/>
                    <a:pt x="7058" y="14591"/>
                    <a:pt x="7254" y="10007"/>
                  </a:cubicBezTo>
                  <a:cubicBezTo>
                    <a:pt x="7455" y="5323"/>
                    <a:pt x="4600" y="1263"/>
                    <a:pt x="568" y="1"/>
                  </a:cubicBez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0" name="Google Shape;1800;p1"/>
            <p:cNvSpPr/>
            <p:nvPr/>
          </p:nvSpPr>
          <p:spPr>
            <a:xfrm>
              <a:off x="1711456" y="3001141"/>
              <a:ext cx="255749" cy="253316"/>
            </a:xfrm>
            <a:custGeom>
              <a:rect b="b" l="l" r="r" t="t"/>
              <a:pathLst>
                <a:path extrusionOk="0" h="6247" w="6307">
                  <a:moveTo>
                    <a:pt x="3584" y="486"/>
                  </a:moveTo>
                  <a:cubicBezTo>
                    <a:pt x="3889" y="486"/>
                    <a:pt x="4188" y="557"/>
                    <a:pt x="4462" y="705"/>
                  </a:cubicBezTo>
                  <a:cubicBezTo>
                    <a:pt x="5530" y="1285"/>
                    <a:pt x="5814" y="2837"/>
                    <a:pt x="5091" y="4171"/>
                  </a:cubicBezTo>
                  <a:cubicBezTo>
                    <a:pt x="4553" y="5164"/>
                    <a:pt x="3612" y="5757"/>
                    <a:pt x="2724" y="5757"/>
                  </a:cubicBezTo>
                  <a:cubicBezTo>
                    <a:pt x="2418" y="5757"/>
                    <a:pt x="2119" y="5687"/>
                    <a:pt x="1844" y="5538"/>
                  </a:cubicBezTo>
                  <a:cubicBezTo>
                    <a:pt x="775" y="4958"/>
                    <a:pt x="494" y="3406"/>
                    <a:pt x="1217" y="2072"/>
                  </a:cubicBezTo>
                  <a:cubicBezTo>
                    <a:pt x="1755" y="1079"/>
                    <a:pt x="2696" y="486"/>
                    <a:pt x="3584" y="486"/>
                  </a:cubicBezTo>
                  <a:close/>
                  <a:moveTo>
                    <a:pt x="3663" y="1"/>
                  </a:moveTo>
                  <a:cubicBezTo>
                    <a:pt x="2611" y="1"/>
                    <a:pt x="1494" y="704"/>
                    <a:pt x="856" y="1880"/>
                  </a:cubicBezTo>
                  <a:cubicBezTo>
                    <a:pt x="0" y="3462"/>
                    <a:pt x="334" y="5302"/>
                    <a:pt x="1601" y="5988"/>
                  </a:cubicBezTo>
                  <a:cubicBezTo>
                    <a:pt x="1926" y="6163"/>
                    <a:pt x="2280" y="6247"/>
                    <a:pt x="2642" y="6247"/>
                  </a:cubicBezTo>
                  <a:cubicBezTo>
                    <a:pt x="3695" y="6247"/>
                    <a:pt x="4811" y="5543"/>
                    <a:pt x="5449" y="4366"/>
                  </a:cubicBezTo>
                  <a:cubicBezTo>
                    <a:pt x="6306" y="2784"/>
                    <a:pt x="5973" y="944"/>
                    <a:pt x="4704" y="260"/>
                  </a:cubicBezTo>
                  <a:cubicBezTo>
                    <a:pt x="4380" y="84"/>
                    <a:pt x="4025" y="1"/>
                    <a:pt x="366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1" name="Google Shape;1801;p1"/>
            <p:cNvSpPr/>
            <p:nvPr/>
          </p:nvSpPr>
          <p:spPr>
            <a:xfrm>
              <a:off x="1868349" y="3250815"/>
              <a:ext cx="264994" cy="203277"/>
            </a:xfrm>
            <a:custGeom>
              <a:rect b="b" l="l" r="r" t="t"/>
              <a:pathLst>
                <a:path extrusionOk="0" h="5013" w="6535">
                  <a:moveTo>
                    <a:pt x="3286" y="393"/>
                  </a:moveTo>
                  <a:cubicBezTo>
                    <a:pt x="3377" y="393"/>
                    <a:pt x="3469" y="397"/>
                    <a:pt x="3561" y="405"/>
                  </a:cubicBezTo>
                  <a:cubicBezTo>
                    <a:pt x="4994" y="526"/>
                    <a:pt x="6025" y="1564"/>
                    <a:pt x="5866" y="2725"/>
                  </a:cubicBezTo>
                  <a:cubicBezTo>
                    <a:pt x="5714" y="3812"/>
                    <a:pt x="4575" y="4619"/>
                    <a:pt x="3254" y="4619"/>
                  </a:cubicBezTo>
                  <a:cubicBezTo>
                    <a:pt x="3163" y="4619"/>
                    <a:pt x="3071" y="4615"/>
                    <a:pt x="2978" y="4608"/>
                  </a:cubicBezTo>
                  <a:cubicBezTo>
                    <a:pt x="1545" y="4486"/>
                    <a:pt x="513" y="3447"/>
                    <a:pt x="674" y="2287"/>
                  </a:cubicBezTo>
                  <a:cubicBezTo>
                    <a:pt x="825" y="1201"/>
                    <a:pt x="1965" y="393"/>
                    <a:pt x="3286" y="393"/>
                  </a:cubicBezTo>
                  <a:close/>
                  <a:moveTo>
                    <a:pt x="3290" y="0"/>
                  </a:moveTo>
                  <a:cubicBezTo>
                    <a:pt x="1726" y="0"/>
                    <a:pt x="372" y="958"/>
                    <a:pt x="193" y="2246"/>
                  </a:cubicBezTo>
                  <a:cubicBezTo>
                    <a:pt x="1" y="3621"/>
                    <a:pt x="1225" y="4852"/>
                    <a:pt x="2924" y="4998"/>
                  </a:cubicBezTo>
                  <a:cubicBezTo>
                    <a:pt x="3033" y="5008"/>
                    <a:pt x="3141" y="5012"/>
                    <a:pt x="3248" y="5012"/>
                  </a:cubicBezTo>
                  <a:cubicBezTo>
                    <a:pt x="4814" y="5012"/>
                    <a:pt x="6167" y="4054"/>
                    <a:pt x="6345" y="2767"/>
                  </a:cubicBezTo>
                  <a:cubicBezTo>
                    <a:pt x="6534" y="1391"/>
                    <a:pt x="5312" y="157"/>
                    <a:pt x="3614" y="14"/>
                  </a:cubicBezTo>
                  <a:cubicBezTo>
                    <a:pt x="3505" y="5"/>
                    <a:pt x="3397" y="0"/>
                    <a:pt x="32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2" name="Google Shape;1802;p1"/>
            <p:cNvSpPr/>
            <p:nvPr/>
          </p:nvSpPr>
          <p:spPr>
            <a:xfrm>
              <a:off x="1729623" y="3467440"/>
              <a:ext cx="242002" cy="255789"/>
            </a:xfrm>
            <a:custGeom>
              <a:rect b="b" l="l" r="r" t="t"/>
              <a:pathLst>
                <a:path extrusionOk="0" h="6308" w="5968">
                  <a:moveTo>
                    <a:pt x="2681" y="495"/>
                  </a:moveTo>
                  <a:cubicBezTo>
                    <a:pt x="3639" y="495"/>
                    <a:pt x="4614" y="1274"/>
                    <a:pt x="5035" y="2436"/>
                  </a:cubicBezTo>
                  <a:cubicBezTo>
                    <a:pt x="5530" y="3806"/>
                    <a:pt x="5095" y="5249"/>
                    <a:pt x="4037" y="5689"/>
                  </a:cubicBezTo>
                  <a:cubicBezTo>
                    <a:pt x="3828" y="5775"/>
                    <a:pt x="3610" y="5817"/>
                    <a:pt x="3389" y="5817"/>
                  </a:cubicBezTo>
                  <a:cubicBezTo>
                    <a:pt x="2461" y="5817"/>
                    <a:pt x="1497" y="5086"/>
                    <a:pt x="1055" y="3925"/>
                  </a:cubicBezTo>
                  <a:cubicBezTo>
                    <a:pt x="501" y="2472"/>
                    <a:pt x="1000" y="965"/>
                    <a:pt x="2141" y="583"/>
                  </a:cubicBezTo>
                  <a:cubicBezTo>
                    <a:pt x="2317" y="524"/>
                    <a:pt x="2499" y="495"/>
                    <a:pt x="2681" y="495"/>
                  </a:cubicBezTo>
                  <a:close/>
                  <a:moveTo>
                    <a:pt x="2591" y="1"/>
                  </a:moveTo>
                  <a:cubicBezTo>
                    <a:pt x="2379" y="1"/>
                    <a:pt x="2168" y="33"/>
                    <a:pt x="1962" y="100"/>
                  </a:cubicBezTo>
                  <a:cubicBezTo>
                    <a:pt x="600" y="545"/>
                    <a:pt x="0" y="2340"/>
                    <a:pt x="663" y="4073"/>
                  </a:cubicBezTo>
                  <a:cubicBezTo>
                    <a:pt x="1190" y="5448"/>
                    <a:pt x="2331" y="6308"/>
                    <a:pt x="3430" y="6308"/>
                  </a:cubicBezTo>
                  <a:cubicBezTo>
                    <a:pt x="3696" y="6308"/>
                    <a:pt x="3960" y="6257"/>
                    <a:pt x="4212" y="6151"/>
                  </a:cubicBezTo>
                  <a:cubicBezTo>
                    <a:pt x="5457" y="5627"/>
                    <a:pt x="5967" y="3922"/>
                    <a:pt x="5383" y="2308"/>
                  </a:cubicBezTo>
                  <a:cubicBezTo>
                    <a:pt x="4886" y="930"/>
                    <a:pt x="3730" y="1"/>
                    <a:pt x="259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3" name="Google Shape;1803;p1"/>
            <p:cNvSpPr/>
            <p:nvPr/>
          </p:nvSpPr>
          <p:spPr>
            <a:xfrm>
              <a:off x="1376341" y="2963712"/>
              <a:ext cx="345648" cy="796686"/>
            </a:xfrm>
            <a:custGeom>
              <a:rect b="b" l="l" r="r" t="t"/>
              <a:pathLst>
                <a:path extrusionOk="0" h="19647" w="8524">
                  <a:moveTo>
                    <a:pt x="4349" y="3742"/>
                  </a:moveTo>
                  <a:cubicBezTo>
                    <a:pt x="5104" y="3742"/>
                    <a:pt x="5923" y="4050"/>
                    <a:pt x="6599" y="4656"/>
                  </a:cubicBezTo>
                  <a:cubicBezTo>
                    <a:pt x="7861" y="5787"/>
                    <a:pt x="8150" y="7522"/>
                    <a:pt x="7244" y="8534"/>
                  </a:cubicBezTo>
                  <a:cubicBezTo>
                    <a:pt x="6824" y="9002"/>
                    <a:pt x="6221" y="9233"/>
                    <a:pt x="5569" y="9233"/>
                  </a:cubicBezTo>
                  <a:cubicBezTo>
                    <a:pt x="4815" y="9233"/>
                    <a:pt x="3995" y="8924"/>
                    <a:pt x="3318" y="8319"/>
                  </a:cubicBezTo>
                  <a:cubicBezTo>
                    <a:pt x="2056" y="7190"/>
                    <a:pt x="1768" y="5452"/>
                    <a:pt x="2674" y="4441"/>
                  </a:cubicBezTo>
                  <a:cubicBezTo>
                    <a:pt x="3094" y="3972"/>
                    <a:pt x="3697" y="3742"/>
                    <a:pt x="4349" y="3742"/>
                  </a:cubicBezTo>
                  <a:close/>
                  <a:moveTo>
                    <a:pt x="8523" y="1"/>
                  </a:moveTo>
                  <a:lnTo>
                    <a:pt x="8523" y="1"/>
                  </a:lnTo>
                  <a:cubicBezTo>
                    <a:pt x="4017" y="572"/>
                    <a:pt x="421" y="4553"/>
                    <a:pt x="206" y="9533"/>
                  </a:cubicBezTo>
                  <a:cubicBezTo>
                    <a:pt x="0" y="14357"/>
                    <a:pt x="3034" y="18522"/>
                    <a:pt x="7258" y="19647"/>
                  </a:cubicBezTo>
                  <a:lnTo>
                    <a:pt x="7644" y="13639"/>
                  </a:lnTo>
                  <a:lnTo>
                    <a:pt x="7644" y="13639"/>
                  </a:lnTo>
                  <a:cubicBezTo>
                    <a:pt x="7510" y="14160"/>
                    <a:pt x="7242" y="14678"/>
                    <a:pt x="6837" y="15132"/>
                  </a:cubicBezTo>
                  <a:cubicBezTo>
                    <a:pt x="6152" y="15904"/>
                    <a:pt x="5239" y="16315"/>
                    <a:pt x="4402" y="16315"/>
                  </a:cubicBezTo>
                  <a:cubicBezTo>
                    <a:pt x="3865" y="16315"/>
                    <a:pt x="3358" y="16146"/>
                    <a:pt x="2962" y="15793"/>
                  </a:cubicBezTo>
                  <a:cubicBezTo>
                    <a:pt x="1947" y="14891"/>
                    <a:pt x="2037" y="13132"/>
                    <a:pt x="3162" y="11866"/>
                  </a:cubicBezTo>
                  <a:cubicBezTo>
                    <a:pt x="3847" y="11095"/>
                    <a:pt x="4759" y="10684"/>
                    <a:pt x="5596" y="10684"/>
                  </a:cubicBezTo>
                  <a:cubicBezTo>
                    <a:pt x="6134" y="10684"/>
                    <a:pt x="6641" y="10854"/>
                    <a:pt x="7038" y="11207"/>
                  </a:cubicBezTo>
                  <a:cubicBezTo>
                    <a:pt x="7420" y="11544"/>
                    <a:pt x="7644" y="12002"/>
                    <a:pt x="7717" y="12511"/>
                  </a:cubicBezTo>
                  <a:lnTo>
                    <a:pt x="8523" y="1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4" name="Google Shape;1804;p1"/>
            <p:cNvSpPr/>
            <p:nvPr/>
          </p:nvSpPr>
          <p:spPr>
            <a:xfrm>
              <a:off x="1435181" y="3393636"/>
              <a:ext cx="272658" cy="237785"/>
            </a:xfrm>
            <a:custGeom>
              <a:rect b="b" l="l" r="r" t="t"/>
              <a:pathLst>
                <a:path extrusionOk="0" h="5864" w="6724">
                  <a:moveTo>
                    <a:pt x="3909" y="459"/>
                  </a:moveTo>
                  <a:cubicBezTo>
                    <a:pt x="4470" y="459"/>
                    <a:pt x="4992" y="653"/>
                    <a:pt x="5365" y="1050"/>
                  </a:cubicBezTo>
                  <a:cubicBezTo>
                    <a:pt x="6199" y="1936"/>
                    <a:pt x="5977" y="3498"/>
                    <a:pt x="4871" y="4538"/>
                  </a:cubicBezTo>
                  <a:cubicBezTo>
                    <a:pt x="4261" y="5112"/>
                    <a:pt x="3509" y="5406"/>
                    <a:pt x="2817" y="5406"/>
                  </a:cubicBezTo>
                  <a:cubicBezTo>
                    <a:pt x="2255" y="5406"/>
                    <a:pt x="1733" y="5212"/>
                    <a:pt x="1361" y="4815"/>
                  </a:cubicBezTo>
                  <a:cubicBezTo>
                    <a:pt x="526" y="3927"/>
                    <a:pt x="748" y="2367"/>
                    <a:pt x="1855" y="1327"/>
                  </a:cubicBezTo>
                  <a:cubicBezTo>
                    <a:pt x="2464" y="754"/>
                    <a:pt x="3217" y="459"/>
                    <a:pt x="3909" y="459"/>
                  </a:cubicBezTo>
                  <a:close/>
                  <a:moveTo>
                    <a:pt x="4008" y="0"/>
                  </a:moveTo>
                  <a:cubicBezTo>
                    <a:pt x="3188" y="0"/>
                    <a:pt x="2297" y="349"/>
                    <a:pt x="1574" y="1028"/>
                  </a:cubicBezTo>
                  <a:cubicBezTo>
                    <a:pt x="261" y="2259"/>
                    <a:pt x="1" y="4112"/>
                    <a:pt x="988" y="5163"/>
                  </a:cubicBezTo>
                  <a:cubicBezTo>
                    <a:pt x="1431" y="5633"/>
                    <a:pt x="2049" y="5864"/>
                    <a:pt x="2715" y="5864"/>
                  </a:cubicBezTo>
                  <a:cubicBezTo>
                    <a:pt x="3535" y="5864"/>
                    <a:pt x="4426" y="5514"/>
                    <a:pt x="5150" y="4835"/>
                  </a:cubicBezTo>
                  <a:cubicBezTo>
                    <a:pt x="6460" y="3602"/>
                    <a:pt x="6723" y="1751"/>
                    <a:pt x="5735" y="702"/>
                  </a:cubicBezTo>
                  <a:cubicBezTo>
                    <a:pt x="5293" y="231"/>
                    <a:pt x="4674" y="0"/>
                    <a:pt x="40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5" name="Google Shape;1805;p1"/>
            <p:cNvSpPr/>
            <p:nvPr/>
          </p:nvSpPr>
          <p:spPr>
            <a:xfrm>
              <a:off x="1428936" y="3112860"/>
              <a:ext cx="281255" cy="232270"/>
            </a:xfrm>
            <a:custGeom>
              <a:rect b="b" l="l" r="r" t="t"/>
              <a:pathLst>
                <a:path extrusionOk="0" h="5728" w="6936">
                  <a:moveTo>
                    <a:pt x="2929" y="447"/>
                  </a:moveTo>
                  <a:cubicBezTo>
                    <a:pt x="3546" y="447"/>
                    <a:pt x="4215" y="665"/>
                    <a:pt x="4799" y="1107"/>
                  </a:cubicBezTo>
                  <a:cubicBezTo>
                    <a:pt x="6008" y="2023"/>
                    <a:pt x="6392" y="3553"/>
                    <a:pt x="5659" y="4522"/>
                  </a:cubicBezTo>
                  <a:cubicBezTo>
                    <a:pt x="5278" y="5025"/>
                    <a:pt x="4670" y="5279"/>
                    <a:pt x="4005" y="5279"/>
                  </a:cubicBezTo>
                  <a:cubicBezTo>
                    <a:pt x="3387" y="5279"/>
                    <a:pt x="2720" y="5061"/>
                    <a:pt x="2137" y="4620"/>
                  </a:cubicBezTo>
                  <a:cubicBezTo>
                    <a:pt x="928" y="3704"/>
                    <a:pt x="543" y="2173"/>
                    <a:pt x="1277" y="1203"/>
                  </a:cubicBezTo>
                  <a:cubicBezTo>
                    <a:pt x="1657" y="700"/>
                    <a:pt x="2264" y="447"/>
                    <a:pt x="2929" y="447"/>
                  </a:cubicBezTo>
                  <a:close/>
                  <a:moveTo>
                    <a:pt x="2832" y="1"/>
                  </a:moveTo>
                  <a:cubicBezTo>
                    <a:pt x="2044" y="1"/>
                    <a:pt x="1324" y="302"/>
                    <a:pt x="872" y="898"/>
                  </a:cubicBezTo>
                  <a:cubicBezTo>
                    <a:pt x="0" y="2046"/>
                    <a:pt x="458" y="3858"/>
                    <a:pt x="1893" y="4945"/>
                  </a:cubicBezTo>
                  <a:cubicBezTo>
                    <a:pt x="2582" y="5468"/>
                    <a:pt x="3373" y="5727"/>
                    <a:pt x="4105" y="5727"/>
                  </a:cubicBezTo>
                  <a:cubicBezTo>
                    <a:pt x="4893" y="5727"/>
                    <a:pt x="5613" y="5426"/>
                    <a:pt x="6065" y="4830"/>
                  </a:cubicBezTo>
                  <a:cubicBezTo>
                    <a:pt x="6936" y="3682"/>
                    <a:pt x="6481" y="1868"/>
                    <a:pt x="5045" y="783"/>
                  </a:cubicBezTo>
                  <a:cubicBezTo>
                    <a:pt x="4355" y="260"/>
                    <a:pt x="3564" y="1"/>
                    <a:pt x="283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6" name="Google Shape;1806;p1"/>
            <p:cNvSpPr/>
            <p:nvPr/>
          </p:nvSpPr>
          <p:spPr>
            <a:xfrm>
              <a:off x="1982541" y="3459654"/>
              <a:ext cx="132842" cy="157618"/>
            </a:xfrm>
            <a:custGeom>
              <a:rect b="b" l="l" r="r" t="t"/>
              <a:pathLst>
                <a:path extrusionOk="0" h="3887" w="3276">
                  <a:moveTo>
                    <a:pt x="1485" y="0"/>
                  </a:moveTo>
                  <a:lnTo>
                    <a:pt x="1" y="3091"/>
                  </a:lnTo>
                  <a:lnTo>
                    <a:pt x="1451" y="3887"/>
                  </a:lnTo>
                  <a:lnTo>
                    <a:pt x="3276" y="984"/>
                  </a:lnTo>
                  <a:lnTo>
                    <a:pt x="148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7" name="Google Shape;1807;p1"/>
            <p:cNvSpPr/>
            <p:nvPr/>
          </p:nvSpPr>
          <p:spPr>
            <a:xfrm>
              <a:off x="1999492" y="3480781"/>
              <a:ext cx="95982" cy="115932"/>
            </a:xfrm>
            <a:custGeom>
              <a:rect b="b" l="l" r="r" t="t"/>
              <a:pathLst>
                <a:path extrusionOk="0" h="2859" w="2367">
                  <a:moveTo>
                    <a:pt x="1180" y="0"/>
                  </a:moveTo>
                  <a:lnTo>
                    <a:pt x="1" y="2283"/>
                  </a:lnTo>
                  <a:lnTo>
                    <a:pt x="1053" y="2859"/>
                  </a:lnTo>
                  <a:lnTo>
                    <a:pt x="2367" y="694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8" name="Google Shape;1808;p1"/>
            <p:cNvSpPr/>
            <p:nvPr/>
          </p:nvSpPr>
          <p:spPr>
            <a:xfrm>
              <a:off x="2357154" y="2967078"/>
              <a:ext cx="49674" cy="68408"/>
            </a:xfrm>
            <a:custGeom>
              <a:rect b="b" l="l" r="r" t="t"/>
              <a:pathLst>
                <a:path extrusionOk="0" h="1687" w="1225">
                  <a:moveTo>
                    <a:pt x="236" y="1"/>
                  </a:moveTo>
                  <a:lnTo>
                    <a:pt x="0" y="164"/>
                  </a:lnTo>
                  <a:lnTo>
                    <a:pt x="924" y="1687"/>
                  </a:lnTo>
                  <a:lnTo>
                    <a:pt x="1224" y="1441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9" name="Google Shape;1809;p1"/>
            <p:cNvSpPr/>
            <p:nvPr/>
          </p:nvSpPr>
          <p:spPr>
            <a:xfrm>
              <a:off x="2286311" y="3021863"/>
              <a:ext cx="62853" cy="63663"/>
            </a:xfrm>
            <a:custGeom>
              <a:rect b="b" l="l" r="r" t="t"/>
              <a:pathLst>
                <a:path extrusionOk="0" h="1570" w="1550">
                  <a:moveTo>
                    <a:pt x="218" y="1"/>
                  </a:moveTo>
                  <a:lnTo>
                    <a:pt x="1" y="207"/>
                  </a:lnTo>
                  <a:lnTo>
                    <a:pt x="1321" y="1570"/>
                  </a:lnTo>
                  <a:lnTo>
                    <a:pt x="1550" y="1281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0" name="Google Shape;1810;p1"/>
            <p:cNvSpPr/>
            <p:nvPr/>
          </p:nvSpPr>
          <p:spPr>
            <a:xfrm>
              <a:off x="2246165" y="3097856"/>
              <a:ext cx="67151" cy="51499"/>
            </a:xfrm>
            <a:custGeom>
              <a:rect b="b" l="l" r="r" t="t"/>
              <a:pathLst>
                <a:path extrusionOk="0" h="1270" w="1656">
                  <a:moveTo>
                    <a:pt x="106" y="1"/>
                  </a:moveTo>
                  <a:lnTo>
                    <a:pt x="0" y="440"/>
                  </a:lnTo>
                  <a:lnTo>
                    <a:pt x="1459" y="1269"/>
                  </a:lnTo>
                  <a:lnTo>
                    <a:pt x="1655" y="969"/>
                  </a:lnTo>
                  <a:lnTo>
                    <a:pt x="10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1" name="Google Shape;1811;p1"/>
            <p:cNvSpPr/>
            <p:nvPr/>
          </p:nvSpPr>
          <p:spPr>
            <a:xfrm>
              <a:off x="2219685" y="3167807"/>
              <a:ext cx="58392" cy="55270"/>
            </a:xfrm>
            <a:custGeom>
              <a:rect b="b" l="l" r="r" t="t"/>
              <a:pathLst>
                <a:path extrusionOk="0" h="1363" w="1440">
                  <a:moveTo>
                    <a:pt x="82" y="1"/>
                  </a:moveTo>
                  <a:lnTo>
                    <a:pt x="0" y="326"/>
                  </a:lnTo>
                  <a:lnTo>
                    <a:pt x="1296" y="1362"/>
                  </a:lnTo>
                  <a:lnTo>
                    <a:pt x="1439" y="1057"/>
                  </a:lnTo>
                  <a:lnTo>
                    <a:pt x="8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2" name="Google Shape;1812;p1"/>
            <p:cNvSpPr/>
            <p:nvPr/>
          </p:nvSpPr>
          <p:spPr>
            <a:xfrm>
              <a:off x="2197747" y="3242178"/>
              <a:ext cx="59122" cy="42091"/>
            </a:xfrm>
            <a:custGeom>
              <a:rect b="b" l="l" r="r" t="t"/>
              <a:pathLst>
                <a:path extrusionOk="0" h="1038" w="1458">
                  <a:moveTo>
                    <a:pt x="49" y="1"/>
                  </a:moveTo>
                  <a:lnTo>
                    <a:pt x="0" y="285"/>
                  </a:lnTo>
                  <a:lnTo>
                    <a:pt x="1345" y="1037"/>
                  </a:lnTo>
                  <a:lnTo>
                    <a:pt x="1458" y="722"/>
                  </a:lnTo>
                  <a:lnTo>
                    <a:pt x="4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3" name="Google Shape;1813;p1"/>
            <p:cNvSpPr/>
            <p:nvPr/>
          </p:nvSpPr>
          <p:spPr>
            <a:xfrm>
              <a:off x="2174187" y="3298544"/>
              <a:ext cx="54702" cy="57743"/>
            </a:xfrm>
            <a:custGeom>
              <a:rect b="b" l="l" r="r" t="t"/>
              <a:pathLst>
                <a:path extrusionOk="0" h="1424" w="1349">
                  <a:moveTo>
                    <a:pt x="57" y="1"/>
                  </a:moveTo>
                  <a:lnTo>
                    <a:pt x="0" y="210"/>
                  </a:lnTo>
                  <a:lnTo>
                    <a:pt x="1194" y="1424"/>
                  </a:lnTo>
                  <a:lnTo>
                    <a:pt x="1349" y="1143"/>
                  </a:lnTo>
                  <a:lnTo>
                    <a:pt x="5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4" name="Google Shape;1814;p1"/>
            <p:cNvSpPr/>
            <p:nvPr/>
          </p:nvSpPr>
          <p:spPr>
            <a:xfrm>
              <a:off x="1860361" y="3193719"/>
              <a:ext cx="54945" cy="294434"/>
            </a:xfrm>
            <a:custGeom>
              <a:rect b="b" l="l" r="r" t="t"/>
              <a:pathLst>
                <a:path extrusionOk="0" h="7261" w="1355">
                  <a:moveTo>
                    <a:pt x="1354" y="0"/>
                  </a:moveTo>
                  <a:lnTo>
                    <a:pt x="1354" y="0"/>
                  </a:lnTo>
                  <a:cubicBezTo>
                    <a:pt x="1024" y="445"/>
                    <a:pt x="613" y="790"/>
                    <a:pt x="173" y="1017"/>
                  </a:cubicBezTo>
                  <a:lnTo>
                    <a:pt x="0" y="6927"/>
                  </a:lnTo>
                  <a:cubicBezTo>
                    <a:pt x="259" y="6995"/>
                    <a:pt x="511" y="7108"/>
                    <a:pt x="749" y="7261"/>
                  </a:cubicBezTo>
                  <a:lnTo>
                    <a:pt x="912" y="5303"/>
                  </a:lnTo>
                  <a:cubicBezTo>
                    <a:pt x="653" y="4975"/>
                    <a:pt x="490" y="4588"/>
                    <a:pt x="463" y="4167"/>
                  </a:cubicBezTo>
                  <a:cubicBezTo>
                    <a:pt x="423" y="3539"/>
                    <a:pt x="684" y="2949"/>
                    <a:pt x="1147" y="2493"/>
                  </a:cubicBezTo>
                  <a:lnTo>
                    <a:pt x="1354" y="0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5" name="Google Shape;1815;p1"/>
            <p:cNvSpPr/>
            <p:nvPr/>
          </p:nvSpPr>
          <p:spPr>
            <a:xfrm>
              <a:off x="1851926" y="3714843"/>
              <a:ext cx="19951" cy="46632"/>
            </a:xfrm>
            <a:custGeom>
              <a:rect b="b" l="l" r="r" t="t"/>
              <a:pathLst>
                <a:path extrusionOk="0" h="1150" w="492">
                  <a:moveTo>
                    <a:pt x="34" y="0"/>
                  </a:moveTo>
                  <a:lnTo>
                    <a:pt x="1" y="1150"/>
                  </a:lnTo>
                  <a:cubicBezTo>
                    <a:pt x="138" y="1115"/>
                    <a:pt x="273" y="1077"/>
                    <a:pt x="409" y="1035"/>
                  </a:cubicBezTo>
                  <a:lnTo>
                    <a:pt x="492" y="17"/>
                  </a:lnTo>
                  <a:lnTo>
                    <a:pt x="492" y="17"/>
                  </a:lnTo>
                  <a:cubicBezTo>
                    <a:pt x="441" y="21"/>
                    <a:pt x="390" y="23"/>
                    <a:pt x="339" y="23"/>
                  </a:cubicBezTo>
                  <a:cubicBezTo>
                    <a:pt x="237" y="23"/>
                    <a:pt x="136" y="15"/>
                    <a:pt x="34" y="0"/>
                  </a:cubicBez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6" name="Google Shape;1816;p1"/>
            <p:cNvSpPr/>
            <p:nvPr/>
          </p:nvSpPr>
          <p:spPr>
            <a:xfrm>
              <a:off x="1873986" y="2979892"/>
              <a:ext cx="57338" cy="65002"/>
            </a:xfrm>
            <a:custGeom>
              <a:rect b="b" l="l" r="r" t="t"/>
              <a:pathLst>
                <a:path extrusionOk="0" h="1603" w="1414">
                  <a:moveTo>
                    <a:pt x="22" y="1"/>
                  </a:moveTo>
                  <a:lnTo>
                    <a:pt x="1" y="742"/>
                  </a:lnTo>
                  <a:cubicBezTo>
                    <a:pt x="210" y="780"/>
                    <a:pt x="416" y="846"/>
                    <a:pt x="606" y="950"/>
                  </a:cubicBezTo>
                  <a:cubicBezTo>
                    <a:pt x="900" y="1109"/>
                    <a:pt x="1140" y="1332"/>
                    <a:pt x="1322" y="1603"/>
                  </a:cubicBezTo>
                  <a:lnTo>
                    <a:pt x="1414" y="506"/>
                  </a:lnTo>
                  <a:cubicBezTo>
                    <a:pt x="1263" y="429"/>
                    <a:pt x="1110" y="357"/>
                    <a:pt x="955" y="290"/>
                  </a:cubicBezTo>
                  <a:lnTo>
                    <a:pt x="22" y="1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7" name="Google Shape;1817;p1"/>
            <p:cNvSpPr/>
            <p:nvPr/>
          </p:nvSpPr>
          <p:spPr>
            <a:xfrm>
              <a:off x="1375205" y="3190961"/>
              <a:ext cx="768544" cy="581568"/>
            </a:xfrm>
            <a:custGeom>
              <a:rect b="b" l="l" r="r" t="t"/>
              <a:pathLst>
                <a:path extrusionOk="0" h="14342" w="18953">
                  <a:moveTo>
                    <a:pt x="1176" y="1"/>
                  </a:moveTo>
                  <a:cubicBezTo>
                    <a:pt x="631" y="1195"/>
                    <a:pt x="299" y="2520"/>
                    <a:pt x="239" y="3929"/>
                  </a:cubicBezTo>
                  <a:cubicBezTo>
                    <a:pt x="1" y="9452"/>
                    <a:pt x="4012" y="14112"/>
                    <a:pt x="9196" y="14333"/>
                  </a:cubicBezTo>
                  <a:cubicBezTo>
                    <a:pt x="9324" y="14339"/>
                    <a:pt x="9452" y="14342"/>
                    <a:pt x="9579" y="14342"/>
                  </a:cubicBezTo>
                  <a:cubicBezTo>
                    <a:pt x="14363" y="14342"/>
                    <a:pt x="18390" y="10502"/>
                    <a:pt x="18953" y="5474"/>
                  </a:cubicBezTo>
                  <a:lnTo>
                    <a:pt x="18953" y="5474"/>
                  </a:lnTo>
                  <a:cubicBezTo>
                    <a:pt x="18121" y="6274"/>
                    <a:pt x="17151" y="6955"/>
                    <a:pt x="16051" y="7472"/>
                  </a:cubicBezTo>
                  <a:cubicBezTo>
                    <a:pt x="15268" y="7840"/>
                    <a:pt x="14464" y="8102"/>
                    <a:pt x="13655" y="8270"/>
                  </a:cubicBezTo>
                  <a:cubicBezTo>
                    <a:pt x="13828" y="8530"/>
                    <a:pt x="13976" y="8822"/>
                    <a:pt x="14084" y="9143"/>
                  </a:cubicBezTo>
                  <a:cubicBezTo>
                    <a:pt x="14628" y="10747"/>
                    <a:pt x="14027" y="12401"/>
                    <a:pt x="12742" y="12838"/>
                  </a:cubicBezTo>
                  <a:cubicBezTo>
                    <a:pt x="12529" y="12910"/>
                    <a:pt x="12312" y="12944"/>
                    <a:pt x="12094" y="12944"/>
                  </a:cubicBezTo>
                  <a:cubicBezTo>
                    <a:pt x="10992" y="12944"/>
                    <a:pt x="9882" y="12063"/>
                    <a:pt x="9428" y="10722"/>
                  </a:cubicBezTo>
                  <a:cubicBezTo>
                    <a:pt x="9137" y="9863"/>
                    <a:pt x="9174" y="8990"/>
                    <a:pt x="9469" y="8295"/>
                  </a:cubicBezTo>
                  <a:cubicBezTo>
                    <a:pt x="8874" y="8179"/>
                    <a:pt x="8292" y="8013"/>
                    <a:pt x="7727" y="7799"/>
                  </a:cubicBezTo>
                  <a:cubicBezTo>
                    <a:pt x="7621" y="8395"/>
                    <a:pt x="7335" y="9002"/>
                    <a:pt x="6869" y="9526"/>
                  </a:cubicBezTo>
                  <a:cubicBezTo>
                    <a:pt x="6184" y="10298"/>
                    <a:pt x="5272" y="10709"/>
                    <a:pt x="4435" y="10709"/>
                  </a:cubicBezTo>
                  <a:cubicBezTo>
                    <a:pt x="3897" y="10709"/>
                    <a:pt x="3390" y="10540"/>
                    <a:pt x="2993" y="10186"/>
                  </a:cubicBezTo>
                  <a:cubicBezTo>
                    <a:pt x="1979" y="9286"/>
                    <a:pt x="2068" y="7527"/>
                    <a:pt x="3193" y="6261"/>
                  </a:cubicBezTo>
                  <a:cubicBezTo>
                    <a:pt x="3471" y="5948"/>
                    <a:pt x="3786" y="5696"/>
                    <a:pt x="4119" y="5504"/>
                  </a:cubicBezTo>
                  <a:cubicBezTo>
                    <a:pt x="3255" y="4659"/>
                    <a:pt x="2525" y="3650"/>
                    <a:pt x="1982" y="2496"/>
                  </a:cubicBezTo>
                  <a:cubicBezTo>
                    <a:pt x="1601" y="1684"/>
                    <a:pt x="1335" y="846"/>
                    <a:pt x="1176" y="1"/>
                  </a:cubicBez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8" name="Google Shape;1818;p1"/>
            <p:cNvSpPr/>
            <p:nvPr/>
          </p:nvSpPr>
          <p:spPr>
            <a:xfrm>
              <a:off x="2280107" y="2946721"/>
              <a:ext cx="257898" cy="187625"/>
            </a:xfrm>
            <a:custGeom>
              <a:rect b="b" l="l" r="r" t="t"/>
              <a:pathLst>
                <a:path extrusionOk="0" h="4627" w="6360">
                  <a:moveTo>
                    <a:pt x="3936" y="0"/>
                  </a:moveTo>
                  <a:cubicBezTo>
                    <a:pt x="1963" y="282"/>
                    <a:pt x="804" y="1068"/>
                    <a:pt x="1" y="2172"/>
                  </a:cubicBezTo>
                  <a:lnTo>
                    <a:pt x="1153" y="4627"/>
                  </a:lnTo>
                  <a:cubicBezTo>
                    <a:pt x="2277" y="2480"/>
                    <a:pt x="3506" y="1623"/>
                    <a:pt x="5520" y="1623"/>
                  </a:cubicBezTo>
                  <a:cubicBezTo>
                    <a:pt x="5785" y="1623"/>
                    <a:pt x="6065" y="1638"/>
                    <a:pt x="6360" y="1666"/>
                  </a:cubicBezTo>
                  <a:lnTo>
                    <a:pt x="5000" y="810"/>
                  </a:lnTo>
                  <a:lnTo>
                    <a:pt x="3936" y="0"/>
                  </a:lnTo>
                  <a:close/>
                </a:path>
              </a:pathLst>
            </a:custGeom>
            <a:solidFill>
              <a:schemeClr val="dk1">
                <a:alpha val="2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9" name="Google Shape;1819;p1"/>
            <p:cNvSpPr/>
            <p:nvPr/>
          </p:nvSpPr>
          <p:spPr>
            <a:xfrm>
              <a:off x="2428767" y="2965334"/>
              <a:ext cx="41848" cy="33129"/>
            </a:xfrm>
            <a:custGeom>
              <a:rect b="b" l="l" r="r" t="t"/>
              <a:pathLst>
                <a:path extrusionOk="0" h="817" w="1032">
                  <a:moveTo>
                    <a:pt x="206" y="1"/>
                  </a:moveTo>
                  <a:lnTo>
                    <a:pt x="1" y="5"/>
                  </a:lnTo>
                  <a:lnTo>
                    <a:pt x="208" y="817"/>
                  </a:lnTo>
                  <a:lnTo>
                    <a:pt x="1032" y="706"/>
                  </a:lnTo>
                  <a:lnTo>
                    <a:pt x="206" y="1"/>
                  </a:lnTo>
                  <a:close/>
                </a:path>
              </a:pathLst>
            </a:custGeom>
            <a:solidFill>
              <a:schemeClr val="accent6">
                <a:alpha val="3960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3" name="Shape 1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Google Shape;1824;p2"/>
          <p:cNvSpPr txBox="1"/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en">
                <a:solidFill>
                  <a:schemeClr val="accent6"/>
                </a:solidFill>
              </a:rPr>
              <a:t>OBJETIVO PRINCIPAL </a:t>
            </a:r>
            <a:endParaRPr/>
          </a:p>
        </p:txBody>
      </p:sp>
      <p:sp>
        <p:nvSpPr>
          <p:cNvPr id="1825" name="Google Shape;1825;p2"/>
          <p:cNvSpPr txBox="1"/>
          <p:nvPr>
            <p:ph idx="1" type="body"/>
          </p:nvPr>
        </p:nvSpPr>
        <p:spPr>
          <a:xfrm>
            <a:off x="638213" y="1302008"/>
            <a:ext cx="7704000" cy="3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550"/>
              <a:t>Mi principal objetivo en este proyecto era </a:t>
            </a:r>
            <a:r>
              <a:rPr lang="en" sz="1550">
                <a:solidFill>
                  <a:schemeClr val="lt1"/>
                </a:solidFill>
              </a:rPr>
              <a:t>desarrollar una plataforma web completa de microservicios para búsqueda, valoración y  gestión de películas con arquitectura distribuida. 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500">
                <a:solidFill>
                  <a:schemeClr val="lt1"/>
                </a:solidFill>
              </a:rPr>
              <a:t>Problemas a resolver: 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</a:rPr>
              <a:t>Búsqueda eficiente en catálogos masivos de películas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</a:rPr>
              <a:t>Sistema de autenticación seguro y escalable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</a:rPr>
              <a:t>Gestión personalizada de listas y reseñas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</a:rPr>
              <a:t>Arquitectura prepara para escalar independientemente cada servicio</a:t>
            </a:r>
            <a:endParaRPr sz="1500">
              <a:solidFill>
                <a:schemeClr val="lt1"/>
              </a:solidFill>
            </a:endParaRPr>
          </a:p>
        </p:txBody>
      </p:sp>
      <p:grpSp>
        <p:nvGrpSpPr>
          <p:cNvPr id="1826" name="Google Shape;1826;p2"/>
          <p:cNvGrpSpPr/>
          <p:nvPr/>
        </p:nvGrpSpPr>
        <p:grpSpPr>
          <a:xfrm>
            <a:off x="7557993" y="4443258"/>
            <a:ext cx="269722" cy="252273"/>
            <a:chOff x="7829968" y="1317971"/>
            <a:chExt cx="269722" cy="252273"/>
          </a:xfrm>
        </p:grpSpPr>
        <p:sp>
          <p:nvSpPr>
            <p:cNvPr id="1827" name="Google Shape;1827;p2"/>
            <p:cNvSpPr/>
            <p:nvPr/>
          </p:nvSpPr>
          <p:spPr>
            <a:xfrm>
              <a:off x="7829968" y="1317971"/>
              <a:ext cx="269722" cy="252273"/>
            </a:xfrm>
            <a:custGeom>
              <a:rect b="b" l="l" r="r" t="t"/>
              <a:pathLst>
                <a:path extrusionOk="0" h="9340" w="9986">
                  <a:moveTo>
                    <a:pt x="9556" y="1080"/>
                  </a:moveTo>
                  <a:lnTo>
                    <a:pt x="9657" y="1625"/>
                  </a:lnTo>
                  <a:lnTo>
                    <a:pt x="8471" y="1844"/>
                  </a:lnTo>
                  <a:lnTo>
                    <a:pt x="8471" y="1844"/>
                  </a:lnTo>
                  <a:lnTo>
                    <a:pt x="8966" y="1187"/>
                  </a:lnTo>
                  <a:lnTo>
                    <a:pt x="9556" y="1080"/>
                  </a:lnTo>
                  <a:close/>
                  <a:moveTo>
                    <a:pt x="8535" y="1270"/>
                  </a:moveTo>
                  <a:lnTo>
                    <a:pt x="8038" y="1925"/>
                  </a:lnTo>
                  <a:lnTo>
                    <a:pt x="6706" y="2171"/>
                  </a:lnTo>
                  <a:lnTo>
                    <a:pt x="7202" y="1514"/>
                  </a:lnTo>
                  <a:lnTo>
                    <a:pt x="8535" y="1270"/>
                  </a:lnTo>
                  <a:close/>
                  <a:moveTo>
                    <a:pt x="6770" y="1595"/>
                  </a:moveTo>
                  <a:lnTo>
                    <a:pt x="6273" y="2250"/>
                  </a:lnTo>
                  <a:lnTo>
                    <a:pt x="4941" y="2495"/>
                  </a:lnTo>
                  <a:lnTo>
                    <a:pt x="5437" y="1839"/>
                  </a:lnTo>
                  <a:lnTo>
                    <a:pt x="6770" y="1595"/>
                  </a:lnTo>
                  <a:close/>
                  <a:moveTo>
                    <a:pt x="5008" y="1919"/>
                  </a:moveTo>
                  <a:lnTo>
                    <a:pt x="4511" y="2576"/>
                  </a:lnTo>
                  <a:lnTo>
                    <a:pt x="3179" y="2820"/>
                  </a:lnTo>
                  <a:lnTo>
                    <a:pt x="3179" y="2820"/>
                  </a:lnTo>
                  <a:lnTo>
                    <a:pt x="3674" y="2165"/>
                  </a:lnTo>
                  <a:lnTo>
                    <a:pt x="5008" y="1919"/>
                  </a:lnTo>
                  <a:close/>
                  <a:moveTo>
                    <a:pt x="3243" y="2243"/>
                  </a:moveTo>
                  <a:lnTo>
                    <a:pt x="2746" y="2898"/>
                  </a:lnTo>
                  <a:lnTo>
                    <a:pt x="1414" y="3144"/>
                  </a:lnTo>
                  <a:lnTo>
                    <a:pt x="1910" y="2487"/>
                  </a:lnTo>
                  <a:lnTo>
                    <a:pt x="3243" y="2243"/>
                  </a:lnTo>
                  <a:close/>
                  <a:moveTo>
                    <a:pt x="1478" y="2568"/>
                  </a:moveTo>
                  <a:lnTo>
                    <a:pt x="981" y="3223"/>
                  </a:lnTo>
                  <a:lnTo>
                    <a:pt x="521" y="3307"/>
                  </a:lnTo>
                  <a:lnTo>
                    <a:pt x="419" y="2762"/>
                  </a:lnTo>
                  <a:lnTo>
                    <a:pt x="1478" y="2568"/>
                  </a:lnTo>
                  <a:close/>
                  <a:moveTo>
                    <a:pt x="1610" y="3643"/>
                  </a:moveTo>
                  <a:lnTo>
                    <a:pt x="1019" y="4182"/>
                  </a:lnTo>
                  <a:lnTo>
                    <a:pt x="561" y="4182"/>
                  </a:lnTo>
                  <a:lnTo>
                    <a:pt x="561" y="3643"/>
                  </a:lnTo>
                  <a:close/>
                  <a:moveTo>
                    <a:pt x="3375" y="3643"/>
                  </a:moveTo>
                  <a:lnTo>
                    <a:pt x="2784" y="4182"/>
                  </a:lnTo>
                  <a:lnTo>
                    <a:pt x="1459" y="4182"/>
                  </a:lnTo>
                  <a:lnTo>
                    <a:pt x="2051" y="3643"/>
                  </a:lnTo>
                  <a:close/>
                  <a:moveTo>
                    <a:pt x="5137" y="3643"/>
                  </a:moveTo>
                  <a:lnTo>
                    <a:pt x="4545" y="4182"/>
                  </a:lnTo>
                  <a:lnTo>
                    <a:pt x="3221" y="4182"/>
                  </a:lnTo>
                  <a:lnTo>
                    <a:pt x="3812" y="3643"/>
                  </a:lnTo>
                  <a:close/>
                  <a:moveTo>
                    <a:pt x="6902" y="3643"/>
                  </a:moveTo>
                  <a:lnTo>
                    <a:pt x="6310" y="4182"/>
                  </a:lnTo>
                  <a:lnTo>
                    <a:pt x="4986" y="4182"/>
                  </a:lnTo>
                  <a:lnTo>
                    <a:pt x="5577" y="3643"/>
                  </a:lnTo>
                  <a:close/>
                  <a:moveTo>
                    <a:pt x="8665" y="3643"/>
                  </a:moveTo>
                  <a:lnTo>
                    <a:pt x="8074" y="4182"/>
                  </a:lnTo>
                  <a:lnTo>
                    <a:pt x="6748" y="4182"/>
                  </a:lnTo>
                  <a:lnTo>
                    <a:pt x="7339" y="3643"/>
                  </a:lnTo>
                  <a:close/>
                  <a:moveTo>
                    <a:pt x="9689" y="3643"/>
                  </a:moveTo>
                  <a:lnTo>
                    <a:pt x="9689" y="4182"/>
                  </a:lnTo>
                  <a:lnTo>
                    <a:pt x="8513" y="4182"/>
                  </a:lnTo>
                  <a:lnTo>
                    <a:pt x="9104" y="3643"/>
                  </a:lnTo>
                  <a:close/>
                  <a:moveTo>
                    <a:pt x="9137" y="1"/>
                  </a:moveTo>
                  <a:cubicBezTo>
                    <a:pt x="9100" y="1"/>
                    <a:pt x="9062" y="4"/>
                    <a:pt x="9025" y="11"/>
                  </a:cubicBezTo>
                  <a:lnTo>
                    <a:pt x="3269" y="1069"/>
                  </a:lnTo>
                  <a:cubicBezTo>
                    <a:pt x="3190" y="1085"/>
                    <a:pt x="3135" y="1161"/>
                    <a:pt x="3151" y="1240"/>
                  </a:cubicBezTo>
                  <a:cubicBezTo>
                    <a:pt x="3165" y="1310"/>
                    <a:pt x="3226" y="1361"/>
                    <a:pt x="3295" y="1361"/>
                  </a:cubicBezTo>
                  <a:cubicBezTo>
                    <a:pt x="3304" y="1361"/>
                    <a:pt x="3313" y="1360"/>
                    <a:pt x="3322" y="1358"/>
                  </a:cubicBezTo>
                  <a:lnTo>
                    <a:pt x="9078" y="300"/>
                  </a:lnTo>
                  <a:cubicBezTo>
                    <a:pt x="9097" y="297"/>
                    <a:pt x="9116" y="295"/>
                    <a:pt x="9135" y="295"/>
                  </a:cubicBezTo>
                  <a:cubicBezTo>
                    <a:pt x="9201" y="295"/>
                    <a:pt x="9266" y="316"/>
                    <a:pt x="9322" y="353"/>
                  </a:cubicBezTo>
                  <a:cubicBezTo>
                    <a:pt x="9394" y="403"/>
                    <a:pt x="9444" y="478"/>
                    <a:pt x="9459" y="563"/>
                  </a:cubicBezTo>
                  <a:lnTo>
                    <a:pt x="9500" y="784"/>
                  </a:lnTo>
                  <a:lnTo>
                    <a:pt x="363" y="2465"/>
                  </a:lnTo>
                  <a:lnTo>
                    <a:pt x="323" y="2244"/>
                  </a:lnTo>
                  <a:cubicBezTo>
                    <a:pt x="307" y="2158"/>
                    <a:pt x="326" y="2071"/>
                    <a:pt x="374" y="1998"/>
                  </a:cubicBezTo>
                  <a:cubicBezTo>
                    <a:pt x="426" y="1927"/>
                    <a:pt x="499" y="1878"/>
                    <a:pt x="584" y="1863"/>
                  </a:cubicBezTo>
                  <a:lnTo>
                    <a:pt x="1850" y="1629"/>
                  </a:lnTo>
                  <a:cubicBezTo>
                    <a:pt x="1929" y="1614"/>
                    <a:pt x="1984" y="1537"/>
                    <a:pt x="1968" y="1458"/>
                  </a:cubicBezTo>
                  <a:cubicBezTo>
                    <a:pt x="1954" y="1388"/>
                    <a:pt x="1893" y="1337"/>
                    <a:pt x="1824" y="1337"/>
                  </a:cubicBezTo>
                  <a:cubicBezTo>
                    <a:pt x="1815" y="1337"/>
                    <a:pt x="1806" y="1338"/>
                    <a:pt x="1797" y="1340"/>
                  </a:cubicBezTo>
                  <a:lnTo>
                    <a:pt x="533" y="1573"/>
                  </a:lnTo>
                  <a:cubicBezTo>
                    <a:pt x="370" y="1601"/>
                    <a:pt x="226" y="1695"/>
                    <a:pt x="131" y="1832"/>
                  </a:cubicBezTo>
                  <a:cubicBezTo>
                    <a:pt x="37" y="1970"/>
                    <a:pt x="1" y="2135"/>
                    <a:pt x="30" y="2299"/>
                  </a:cubicBezTo>
                  <a:lnTo>
                    <a:pt x="253" y="3503"/>
                  </a:lnTo>
                  <a:cubicBezTo>
                    <a:pt x="254" y="3514"/>
                    <a:pt x="258" y="3523"/>
                    <a:pt x="262" y="3536"/>
                  </a:cubicBezTo>
                  <a:lnTo>
                    <a:pt x="262" y="5453"/>
                  </a:lnTo>
                  <a:cubicBezTo>
                    <a:pt x="262" y="5536"/>
                    <a:pt x="328" y="5601"/>
                    <a:pt x="410" y="5601"/>
                  </a:cubicBezTo>
                  <a:cubicBezTo>
                    <a:pt x="491" y="5601"/>
                    <a:pt x="558" y="5536"/>
                    <a:pt x="558" y="5453"/>
                  </a:cubicBezTo>
                  <a:lnTo>
                    <a:pt x="558" y="4476"/>
                  </a:lnTo>
                  <a:lnTo>
                    <a:pt x="9686" y="4476"/>
                  </a:lnTo>
                  <a:lnTo>
                    <a:pt x="9686" y="8421"/>
                  </a:lnTo>
                  <a:cubicBezTo>
                    <a:pt x="9686" y="8765"/>
                    <a:pt x="9406" y="9044"/>
                    <a:pt x="9064" y="9044"/>
                  </a:cubicBezTo>
                  <a:lnTo>
                    <a:pt x="1182" y="9044"/>
                  </a:lnTo>
                  <a:cubicBezTo>
                    <a:pt x="838" y="9044"/>
                    <a:pt x="559" y="8764"/>
                    <a:pt x="559" y="8421"/>
                  </a:cubicBezTo>
                  <a:lnTo>
                    <a:pt x="559" y="6814"/>
                  </a:lnTo>
                  <a:cubicBezTo>
                    <a:pt x="559" y="6733"/>
                    <a:pt x="494" y="6666"/>
                    <a:pt x="412" y="6666"/>
                  </a:cubicBezTo>
                  <a:cubicBezTo>
                    <a:pt x="331" y="6666"/>
                    <a:pt x="264" y="6733"/>
                    <a:pt x="264" y="6814"/>
                  </a:cubicBezTo>
                  <a:lnTo>
                    <a:pt x="264" y="8421"/>
                  </a:lnTo>
                  <a:cubicBezTo>
                    <a:pt x="264" y="8927"/>
                    <a:pt x="676" y="9340"/>
                    <a:pt x="1182" y="9340"/>
                  </a:cubicBezTo>
                  <a:lnTo>
                    <a:pt x="9064" y="9340"/>
                  </a:lnTo>
                  <a:cubicBezTo>
                    <a:pt x="9570" y="9340"/>
                    <a:pt x="9982" y="8927"/>
                    <a:pt x="9982" y="8421"/>
                  </a:cubicBezTo>
                  <a:lnTo>
                    <a:pt x="9982" y="3495"/>
                  </a:lnTo>
                  <a:cubicBezTo>
                    <a:pt x="9985" y="3413"/>
                    <a:pt x="9920" y="3348"/>
                    <a:pt x="9837" y="3348"/>
                  </a:cubicBezTo>
                  <a:lnTo>
                    <a:pt x="1937" y="3348"/>
                  </a:lnTo>
                  <a:lnTo>
                    <a:pt x="9853" y="1891"/>
                  </a:lnTo>
                  <a:cubicBezTo>
                    <a:pt x="9892" y="1883"/>
                    <a:pt x="9926" y="1861"/>
                    <a:pt x="9949" y="1827"/>
                  </a:cubicBezTo>
                  <a:cubicBezTo>
                    <a:pt x="9970" y="1794"/>
                    <a:pt x="9980" y="1755"/>
                    <a:pt x="9973" y="1716"/>
                  </a:cubicBezTo>
                  <a:lnTo>
                    <a:pt x="9750" y="512"/>
                  </a:lnTo>
                  <a:cubicBezTo>
                    <a:pt x="9721" y="348"/>
                    <a:pt x="9627" y="207"/>
                    <a:pt x="9492" y="112"/>
                  </a:cubicBezTo>
                  <a:cubicBezTo>
                    <a:pt x="9385" y="39"/>
                    <a:pt x="9262" y="1"/>
                    <a:pt x="913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8" name="Google Shape;1828;p2"/>
            <p:cNvSpPr/>
            <p:nvPr/>
          </p:nvSpPr>
          <p:spPr>
            <a:xfrm>
              <a:off x="7930822" y="1454829"/>
              <a:ext cx="87458" cy="87458"/>
            </a:xfrm>
            <a:custGeom>
              <a:rect b="b" l="l" r="r" t="t"/>
              <a:pathLst>
                <a:path extrusionOk="0" h="3238" w="3238">
                  <a:moveTo>
                    <a:pt x="1619" y="296"/>
                  </a:moveTo>
                  <a:cubicBezTo>
                    <a:pt x="2349" y="296"/>
                    <a:pt x="2942" y="889"/>
                    <a:pt x="2942" y="1619"/>
                  </a:cubicBezTo>
                  <a:cubicBezTo>
                    <a:pt x="2942" y="2349"/>
                    <a:pt x="2349" y="2942"/>
                    <a:pt x="1619" y="2942"/>
                  </a:cubicBezTo>
                  <a:cubicBezTo>
                    <a:pt x="889" y="2942"/>
                    <a:pt x="296" y="2349"/>
                    <a:pt x="296" y="1619"/>
                  </a:cubicBezTo>
                  <a:cubicBezTo>
                    <a:pt x="296" y="889"/>
                    <a:pt x="889" y="296"/>
                    <a:pt x="1619" y="296"/>
                  </a:cubicBezTo>
                  <a:close/>
                  <a:moveTo>
                    <a:pt x="1619" y="0"/>
                  </a:moveTo>
                  <a:cubicBezTo>
                    <a:pt x="726" y="0"/>
                    <a:pt x="1" y="726"/>
                    <a:pt x="1" y="1619"/>
                  </a:cubicBezTo>
                  <a:cubicBezTo>
                    <a:pt x="1" y="2512"/>
                    <a:pt x="726" y="3238"/>
                    <a:pt x="1619" y="3238"/>
                  </a:cubicBezTo>
                  <a:cubicBezTo>
                    <a:pt x="2513" y="3238"/>
                    <a:pt x="3238" y="2512"/>
                    <a:pt x="3238" y="1619"/>
                  </a:cubicBezTo>
                  <a:cubicBezTo>
                    <a:pt x="3238" y="726"/>
                    <a:pt x="2513" y="0"/>
                    <a:pt x="16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9" name="Google Shape;1829;p2"/>
            <p:cNvSpPr/>
            <p:nvPr/>
          </p:nvSpPr>
          <p:spPr>
            <a:xfrm>
              <a:off x="7961506" y="1473844"/>
              <a:ext cx="34033" cy="49320"/>
            </a:xfrm>
            <a:custGeom>
              <a:rect b="b" l="l" r="r" t="t"/>
              <a:pathLst>
                <a:path extrusionOk="0" h="1826" w="1260">
                  <a:moveTo>
                    <a:pt x="298" y="457"/>
                  </a:moveTo>
                  <a:lnTo>
                    <a:pt x="877" y="917"/>
                  </a:lnTo>
                  <a:lnTo>
                    <a:pt x="298" y="1374"/>
                  </a:lnTo>
                  <a:lnTo>
                    <a:pt x="298" y="457"/>
                  </a:lnTo>
                  <a:close/>
                  <a:moveTo>
                    <a:pt x="147" y="1"/>
                  </a:moveTo>
                  <a:cubicBezTo>
                    <a:pt x="126" y="1"/>
                    <a:pt x="104" y="6"/>
                    <a:pt x="85" y="15"/>
                  </a:cubicBezTo>
                  <a:cubicBezTo>
                    <a:pt x="33" y="42"/>
                    <a:pt x="1" y="92"/>
                    <a:pt x="1" y="148"/>
                  </a:cubicBezTo>
                  <a:lnTo>
                    <a:pt x="1" y="1678"/>
                  </a:lnTo>
                  <a:cubicBezTo>
                    <a:pt x="1" y="1734"/>
                    <a:pt x="33" y="1787"/>
                    <a:pt x="85" y="1810"/>
                  </a:cubicBezTo>
                  <a:cubicBezTo>
                    <a:pt x="107" y="1819"/>
                    <a:pt x="127" y="1826"/>
                    <a:pt x="149" y="1826"/>
                  </a:cubicBezTo>
                  <a:cubicBezTo>
                    <a:pt x="181" y="1826"/>
                    <a:pt x="216" y="1813"/>
                    <a:pt x="240" y="1794"/>
                  </a:cubicBezTo>
                  <a:lnTo>
                    <a:pt x="1204" y="1030"/>
                  </a:lnTo>
                  <a:cubicBezTo>
                    <a:pt x="1238" y="1002"/>
                    <a:pt x="1260" y="960"/>
                    <a:pt x="1260" y="914"/>
                  </a:cubicBezTo>
                  <a:cubicBezTo>
                    <a:pt x="1260" y="870"/>
                    <a:pt x="1240" y="828"/>
                    <a:pt x="1204" y="798"/>
                  </a:cubicBezTo>
                  <a:lnTo>
                    <a:pt x="240" y="34"/>
                  </a:lnTo>
                  <a:cubicBezTo>
                    <a:pt x="213" y="12"/>
                    <a:pt x="180" y="1"/>
                    <a:pt x="14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0" name="Google Shape;1830;p2"/>
            <p:cNvSpPr/>
            <p:nvPr/>
          </p:nvSpPr>
          <p:spPr>
            <a:xfrm>
              <a:off x="7862082" y="1497072"/>
              <a:ext cx="55316" cy="8022"/>
            </a:xfrm>
            <a:custGeom>
              <a:rect b="b" l="l" r="r" t="t"/>
              <a:pathLst>
                <a:path extrusionOk="0" h="297" w="2048">
                  <a:moveTo>
                    <a:pt x="149" y="1"/>
                  </a:moveTo>
                  <a:cubicBezTo>
                    <a:pt x="68" y="1"/>
                    <a:pt x="1" y="66"/>
                    <a:pt x="1" y="148"/>
                  </a:cubicBezTo>
                  <a:cubicBezTo>
                    <a:pt x="1" y="229"/>
                    <a:pt x="68" y="296"/>
                    <a:pt x="149" y="296"/>
                  </a:cubicBezTo>
                  <a:lnTo>
                    <a:pt x="1900" y="296"/>
                  </a:lnTo>
                  <a:cubicBezTo>
                    <a:pt x="1982" y="296"/>
                    <a:pt x="2048" y="229"/>
                    <a:pt x="2048" y="148"/>
                  </a:cubicBezTo>
                  <a:cubicBezTo>
                    <a:pt x="2048" y="66"/>
                    <a:pt x="1982" y="1"/>
                    <a:pt x="19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1" name="Google Shape;1831;p2"/>
            <p:cNvSpPr/>
            <p:nvPr/>
          </p:nvSpPr>
          <p:spPr>
            <a:xfrm>
              <a:off x="8027005" y="1497072"/>
              <a:ext cx="55316" cy="8022"/>
            </a:xfrm>
            <a:custGeom>
              <a:rect b="b" l="l" r="r" t="t"/>
              <a:pathLst>
                <a:path extrusionOk="0" h="297" w="2048">
                  <a:moveTo>
                    <a:pt x="149" y="1"/>
                  </a:moveTo>
                  <a:cubicBezTo>
                    <a:pt x="66" y="1"/>
                    <a:pt x="1" y="66"/>
                    <a:pt x="1" y="148"/>
                  </a:cubicBezTo>
                  <a:cubicBezTo>
                    <a:pt x="1" y="229"/>
                    <a:pt x="66" y="296"/>
                    <a:pt x="149" y="296"/>
                  </a:cubicBezTo>
                  <a:lnTo>
                    <a:pt x="1899" y="296"/>
                  </a:lnTo>
                  <a:cubicBezTo>
                    <a:pt x="1980" y="296"/>
                    <a:pt x="2047" y="229"/>
                    <a:pt x="2047" y="148"/>
                  </a:cubicBezTo>
                  <a:cubicBezTo>
                    <a:pt x="2047" y="66"/>
                    <a:pt x="1980" y="1"/>
                    <a:pt x="189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32" name="Google Shape;1832;p2"/>
          <p:cNvGrpSpPr/>
          <p:nvPr/>
        </p:nvGrpSpPr>
        <p:grpSpPr>
          <a:xfrm>
            <a:off x="6878413" y="4456967"/>
            <a:ext cx="269101" cy="224857"/>
            <a:chOff x="7150913" y="1331692"/>
            <a:chExt cx="269101" cy="224857"/>
          </a:xfrm>
        </p:grpSpPr>
        <p:sp>
          <p:nvSpPr>
            <p:cNvPr id="1833" name="Google Shape;1833;p2"/>
            <p:cNvSpPr/>
            <p:nvPr/>
          </p:nvSpPr>
          <p:spPr>
            <a:xfrm>
              <a:off x="7150913" y="1331692"/>
              <a:ext cx="269101" cy="109418"/>
            </a:xfrm>
            <a:custGeom>
              <a:rect b="b" l="l" r="r" t="t"/>
              <a:pathLst>
                <a:path extrusionOk="0" h="4051" w="9963">
                  <a:moveTo>
                    <a:pt x="2890" y="2567"/>
                  </a:moveTo>
                  <a:cubicBezTo>
                    <a:pt x="2977" y="2567"/>
                    <a:pt x="3048" y="2639"/>
                    <a:pt x="3048" y="2726"/>
                  </a:cubicBezTo>
                  <a:cubicBezTo>
                    <a:pt x="3048" y="2815"/>
                    <a:pt x="2977" y="2886"/>
                    <a:pt x="2890" y="2886"/>
                  </a:cubicBezTo>
                  <a:lnTo>
                    <a:pt x="869" y="2886"/>
                  </a:lnTo>
                  <a:cubicBezTo>
                    <a:pt x="782" y="2886"/>
                    <a:pt x="711" y="2815"/>
                    <a:pt x="711" y="2726"/>
                  </a:cubicBezTo>
                  <a:cubicBezTo>
                    <a:pt x="711" y="2639"/>
                    <a:pt x="782" y="2567"/>
                    <a:pt x="869" y="2567"/>
                  </a:cubicBezTo>
                  <a:close/>
                  <a:moveTo>
                    <a:pt x="5950" y="2567"/>
                  </a:moveTo>
                  <a:cubicBezTo>
                    <a:pt x="6037" y="2567"/>
                    <a:pt x="6110" y="2639"/>
                    <a:pt x="6110" y="2726"/>
                  </a:cubicBezTo>
                  <a:cubicBezTo>
                    <a:pt x="6110" y="2815"/>
                    <a:pt x="6037" y="2886"/>
                    <a:pt x="5950" y="2886"/>
                  </a:cubicBezTo>
                  <a:lnTo>
                    <a:pt x="3931" y="2886"/>
                  </a:lnTo>
                  <a:cubicBezTo>
                    <a:pt x="3842" y="2886"/>
                    <a:pt x="3771" y="2815"/>
                    <a:pt x="3771" y="2726"/>
                  </a:cubicBezTo>
                  <a:cubicBezTo>
                    <a:pt x="3771" y="2639"/>
                    <a:pt x="3842" y="2567"/>
                    <a:pt x="3931" y="2567"/>
                  </a:cubicBezTo>
                  <a:close/>
                  <a:moveTo>
                    <a:pt x="9092" y="2567"/>
                  </a:moveTo>
                  <a:cubicBezTo>
                    <a:pt x="9179" y="2567"/>
                    <a:pt x="9251" y="2639"/>
                    <a:pt x="9251" y="2726"/>
                  </a:cubicBezTo>
                  <a:cubicBezTo>
                    <a:pt x="9251" y="2815"/>
                    <a:pt x="9181" y="2886"/>
                    <a:pt x="9092" y="2886"/>
                  </a:cubicBezTo>
                  <a:lnTo>
                    <a:pt x="7072" y="2886"/>
                  </a:lnTo>
                  <a:cubicBezTo>
                    <a:pt x="6985" y="2886"/>
                    <a:pt x="6913" y="2815"/>
                    <a:pt x="6913" y="2726"/>
                  </a:cubicBezTo>
                  <a:cubicBezTo>
                    <a:pt x="6913" y="2639"/>
                    <a:pt x="6985" y="2567"/>
                    <a:pt x="7072" y="2567"/>
                  </a:cubicBezTo>
                  <a:close/>
                  <a:moveTo>
                    <a:pt x="415" y="2138"/>
                  </a:moveTo>
                  <a:lnTo>
                    <a:pt x="415" y="3759"/>
                  </a:lnTo>
                  <a:lnTo>
                    <a:pt x="297" y="3759"/>
                  </a:lnTo>
                  <a:lnTo>
                    <a:pt x="297" y="2138"/>
                  </a:lnTo>
                  <a:close/>
                  <a:moveTo>
                    <a:pt x="3475" y="2138"/>
                  </a:moveTo>
                  <a:lnTo>
                    <a:pt x="3475" y="3759"/>
                  </a:lnTo>
                  <a:lnTo>
                    <a:pt x="3357" y="3759"/>
                  </a:lnTo>
                  <a:lnTo>
                    <a:pt x="3357" y="2138"/>
                  </a:lnTo>
                  <a:close/>
                  <a:moveTo>
                    <a:pt x="6524" y="2138"/>
                  </a:moveTo>
                  <a:lnTo>
                    <a:pt x="6524" y="3759"/>
                  </a:lnTo>
                  <a:lnTo>
                    <a:pt x="6406" y="3759"/>
                  </a:lnTo>
                  <a:lnTo>
                    <a:pt x="6406" y="2138"/>
                  </a:lnTo>
                  <a:close/>
                  <a:moveTo>
                    <a:pt x="9666" y="2138"/>
                  </a:moveTo>
                  <a:lnTo>
                    <a:pt x="9666" y="3759"/>
                  </a:lnTo>
                  <a:lnTo>
                    <a:pt x="9546" y="3759"/>
                  </a:lnTo>
                  <a:lnTo>
                    <a:pt x="9546" y="2138"/>
                  </a:lnTo>
                  <a:close/>
                  <a:moveTo>
                    <a:pt x="1834" y="1"/>
                  </a:moveTo>
                  <a:cubicBezTo>
                    <a:pt x="1753" y="1"/>
                    <a:pt x="1687" y="66"/>
                    <a:pt x="1687" y="149"/>
                  </a:cubicBezTo>
                  <a:cubicBezTo>
                    <a:pt x="1687" y="229"/>
                    <a:pt x="1753" y="296"/>
                    <a:pt x="1834" y="296"/>
                  </a:cubicBezTo>
                  <a:lnTo>
                    <a:pt x="1917" y="296"/>
                  </a:lnTo>
                  <a:cubicBezTo>
                    <a:pt x="2356" y="296"/>
                    <a:pt x="2714" y="654"/>
                    <a:pt x="2714" y="1093"/>
                  </a:cubicBezTo>
                  <a:lnTo>
                    <a:pt x="2714" y="2265"/>
                  </a:lnTo>
                  <a:lnTo>
                    <a:pt x="1036" y="2265"/>
                  </a:lnTo>
                  <a:lnTo>
                    <a:pt x="1036" y="1093"/>
                  </a:lnTo>
                  <a:cubicBezTo>
                    <a:pt x="1036" y="896"/>
                    <a:pt x="1109" y="704"/>
                    <a:pt x="1243" y="556"/>
                  </a:cubicBezTo>
                  <a:cubicBezTo>
                    <a:pt x="1297" y="497"/>
                    <a:pt x="1294" y="404"/>
                    <a:pt x="1234" y="349"/>
                  </a:cubicBezTo>
                  <a:cubicBezTo>
                    <a:pt x="1205" y="324"/>
                    <a:pt x="1169" y="311"/>
                    <a:pt x="1133" y="311"/>
                  </a:cubicBezTo>
                  <a:cubicBezTo>
                    <a:pt x="1093" y="311"/>
                    <a:pt x="1054" y="327"/>
                    <a:pt x="1025" y="359"/>
                  </a:cubicBezTo>
                  <a:cubicBezTo>
                    <a:pt x="841" y="561"/>
                    <a:pt x="740" y="821"/>
                    <a:pt x="740" y="1093"/>
                  </a:cubicBezTo>
                  <a:lnTo>
                    <a:pt x="740" y="2284"/>
                  </a:lnTo>
                  <a:cubicBezTo>
                    <a:pt x="729" y="2289"/>
                    <a:pt x="720" y="2290"/>
                    <a:pt x="711" y="2295"/>
                  </a:cubicBezTo>
                  <a:lnTo>
                    <a:pt x="711" y="1984"/>
                  </a:lnTo>
                  <a:cubicBezTo>
                    <a:pt x="711" y="1901"/>
                    <a:pt x="644" y="1836"/>
                    <a:pt x="563" y="1836"/>
                  </a:cubicBezTo>
                  <a:lnTo>
                    <a:pt x="149" y="1836"/>
                  </a:lnTo>
                  <a:cubicBezTo>
                    <a:pt x="66" y="1836"/>
                    <a:pt x="1" y="1901"/>
                    <a:pt x="1" y="1984"/>
                  </a:cubicBezTo>
                  <a:lnTo>
                    <a:pt x="1" y="3901"/>
                  </a:lnTo>
                  <a:cubicBezTo>
                    <a:pt x="1" y="3984"/>
                    <a:pt x="66" y="4049"/>
                    <a:pt x="149" y="4049"/>
                  </a:cubicBezTo>
                  <a:lnTo>
                    <a:pt x="563" y="4049"/>
                  </a:lnTo>
                  <a:cubicBezTo>
                    <a:pt x="644" y="4049"/>
                    <a:pt x="711" y="3984"/>
                    <a:pt x="711" y="3901"/>
                  </a:cubicBezTo>
                  <a:lnTo>
                    <a:pt x="711" y="3146"/>
                  </a:lnTo>
                  <a:cubicBezTo>
                    <a:pt x="760" y="3166"/>
                    <a:pt x="813" y="3176"/>
                    <a:pt x="869" y="3176"/>
                  </a:cubicBezTo>
                  <a:lnTo>
                    <a:pt x="2890" y="3176"/>
                  </a:lnTo>
                  <a:cubicBezTo>
                    <a:pt x="2950" y="3176"/>
                    <a:pt x="3008" y="3163"/>
                    <a:pt x="3061" y="3143"/>
                  </a:cubicBezTo>
                  <a:lnTo>
                    <a:pt x="3061" y="3901"/>
                  </a:lnTo>
                  <a:cubicBezTo>
                    <a:pt x="3061" y="3984"/>
                    <a:pt x="3126" y="4049"/>
                    <a:pt x="3209" y="4049"/>
                  </a:cubicBezTo>
                  <a:lnTo>
                    <a:pt x="3623" y="4049"/>
                  </a:lnTo>
                  <a:cubicBezTo>
                    <a:pt x="3705" y="4049"/>
                    <a:pt x="3771" y="3984"/>
                    <a:pt x="3771" y="3901"/>
                  </a:cubicBezTo>
                  <a:lnTo>
                    <a:pt x="3771" y="3146"/>
                  </a:lnTo>
                  <a:cubicBezTo>
                    <a:pt x="3822" y="3166"/>
                    <a:pt x="3873" y="3176"/>
                    <a:pt x="3931" y="3176"/>
                  </a:cubicBezTo>
                  <a:lnTo>
                    <a:pt x="5950" y="3176"/>
                  </a:lnTo>
                  <a:cubicBezTo>
                    <a:pt x="6006" y="3176"/>
                    <a:pt x="6059" y="3166"/>
                    <a:pt x="6110" y="3146"/>
                  </a:cubicBezTo>
                  <a:lnTo>
                    <a:pt x="6110" y="3901"/>
                  </a:lnTo>
                  <a:cubicBezTo>
                    <a:pt x="6110" y="3984"/>
                    <a:pt x="6175" y="4049"/>
                    <a:pt x="6258" y="4049"/>
                  </a:cubicBezTo>
                  <a:lnTo>
                    <a:pt x="6672" y="4049"/>
                  </a:lnTo>
                  <a:cubicBezTo>
                    <a:pt x="6753" y="4049"/>
                    <a:pt x="6820" y="3984"/>
                    <a:pt x="6820" y="3901"/>
                  </a:cubicBezTo>
                  <a:lnTo>
                    <a:pt x="6820" y="3099"/>
                  </a:lnTo>
                  <a:cubicBezTo>
                    <a:pt x="6891" y="3148"/>
                    <a:pt x="6978" y="3177"/>
                    <a:pt x="7072" y="3177"/>
                  </a:cubicBezTo>
                  <a:lnTo>
                    <a:pt x="9092" y="3177"/>
                  </a:lnTo>
                  <a:cubicBezTo>
                    <a:pt x="9148" y="3177"/>
                    <a:pt x="9201" y="3168"/>
                    <a:pt x="9251" y="3148"/>
                  </a:cubicBezTo>
                  <a:lnTo>
                    <a:pt x="9251" y="3903"/>
                  </a:lnTo>
                  <a:cubicBezTo>
                    <a:pt x="9251" y="3985"/>
                    <a:pt x="9318" y="4050"/>
                    <a:pt x="9399" y="4050"/>
                  </a:cubicBezTo>
                  <a:lnTo>
                    <a:pt x="9814" y="4050"/>
                  </a:lnTo>
                  <a:cubicBezTo>
                    <a:pt x="9895" y="4050"/>
                    <a:pt x="9962" y="3985"/>
                    <a:pt x="9962" y="3903"/>
                  </a:cubicBezTo>
                  <a:lnTo>
                    <a:pt x="9962" y="1985"/>
                  </a:lnTo>
                  <a:cubicBezTo>
                    <a:pt x="9962" y="1907"/>
                    <a:pt x="9895" y="1842"/>
                    <a:pt x="9814" y="1842"/>
                  </a:cubicBezTo>
                  <a:lnTo>
                    <a:pt x="9399" y="1842"/>
                  </a:lnTo>
                  <a:cubicBezTo>
                    <a:pt x="9318" y="1842"/>
                    <a:pt x="9251" y="1907"/>
                    <a:pt x="9251" y="1990"/>
                  </a:cubicBezTo>
                  <a:lnTo>
                    <a:pt x="9251" y="2301"/>
                  </a:lnTo>
                  <a:cubicBezTo>
                    <a:pt x="9238" y="2296"/>
                    <a:pt x="9226" y="2290"/>
                    <a:pt x="9212" y="2287"/>
                  </a:cubicBezTo>
                  <a:lnTo>
                    <a:pt x="9212" y="1098"/>
                  </a:lnTo>
                  <a:cubicBezTo>
                    <a:pt x="9212" y="494"/>
                    <a:pt x="8722" y="4"/>
                    <a:pt x="8119" y="4"/>
                  </a:cubicBezTo>
                  <a:cubicBezTo>
                    <a:pt x="8037" y="4"/>
                    <a:pt x="7971" y="71"/>
                    <a:pt x="7971" y="152"/>
                  </a:cubicBezTo>
                  <a:cubicBezTo>
                    <a:pt x="7971" y="234"/>
                    <a:pt x="8037" y="300"/>
                    <a:pt x="8119" y="300"/>
                  </a:cubicBezTo>
                  <a:cubicBezTo>
                    <a:pt x="8558" y="300"/>
                    <a:pt x="8916" y="657"/>
                    <a:pt x="8916" y="1098"/>
                  </a:cubicBezTo>
                  <a:lnTo>
                    <a:pt x="8916" y="2270"/>
                  </a:lnTo>
                  <a:lnTo>
                    <a:pt x="7238" y="2270"/>
                  </a:lnTo>
                  <a:lnTo>
                    <a:pt x="7238" y="1098"/>
                  </a:lnTo>
                  <a:cubicBezTo>
                    <a:pt x="7238" y="869"/>
                    <a:pt x="7336" y="648"/>
                    <a:pt x="7512" y="497"/>
                  </a:cubicBezTo>
                  <a:cubicBezTo>
                    <a:pt x="7574" y="443"/>
                    <a:pt x="7581" y="349"/>
                    <a:pt x="7526" y="289"/>
                  </a:cubicBezTo>
                  <a:cubicBezTo>
                    <a:pt x="7497" y="255"/>
                    <a:pt x="7456" y="238"/>
                    <a:pt x="7414" y="238"/>
                  </a:cubicBezTo>
                  <a:cubicBezTo>
                    <a:pt x="7380" y="238"/>
                    <a:pt x="7345" y="250"/>
                    <a:pt x="7318" y="275"/>
                  </a:cubicBezTo>
                  <a:cubicBezTo>
                    <a:pt x="7078" y="483"/>
                    <a:pt x="6943" y="785"/>
                    <a:pt x="6943" y="1098"/>
                  </a:cubicBezTo>
                  <a:lnTo>
                    <a:pt x="6943" y="2289"/>
                  </a:lnTo>
                  <a:cubicBezTo>
                    <a:pt x="6897" y="2303"/>
                    <a:pt x="6857" y="2321"/>
                    <a:pt x="6820" y="2346"/>
                  </a:cubicBezTo>
                  <a:lnTo>
                    <a:pt x="6820" y="1987"/>
                  </a:lnTo>
                  <a:cubicBezTo>
                    <a:pt x="6820" y="1906"/>
                    <a:pt x="6753" y="1839"/>
                    <a:pt x="6672" y="1839"/>
                  </a:cubicBezTo>
                  <a:lnTo>
                    <a:pt x="6258" y="1839"/>
                  </a:lnTo>
                  <a:cubicBezTo>
                    <a:pt x="6175" y="1839"/>
                    <a:pt x="6110" y="1906"/>
                    <a:pt x="6110" y="1987"/>
                  </a:cubicBezTo>
                  <a:lnTo>
                    <a:pt x="6110" y="2298"/>
                  </a:lnTo>
                  <a:cubicBezTo>
                    <a:pt x="6096" y="2295"/>
                    <a:pt x="6083" y="2289"/>
                    <a:pt x="6071" y="2284"/>
                  </a:cubicBezTo>
                  <a:lnTo>
                    <a:pt x="6071" y="1096"/>
                  </a:lnTo>
                  <a:cubicBezTo>
                    <a:pt x="6071" y="492"/>
                    <a:pt x="5581" y="2"/>
                    <a:pt x="4977" y="2"/>
                  </a:cubicBezTo>
                  <a:cubicBezTo>
                    <a:pt x="4896" y="2"/>
                    <a:pt x="4829" y="69"/>
                    <a:pt x="4829" y="150"/>
                  </a:cubicBezTo>
                  <a:cubicBezTo>
                    <a:pt x="4829" y="233"/>
                    <a:pt x="4896" y="298"/>
                    <a:pt x="4977" y="298"/>
                  </a:cubicBezTo>
                  <a:cubicBezTo>
                    <a:pt x="5417" y="298"/>
                    <a:pt x="5775" y="656"/>
                    <a:pt x="5775" y="1096"/>
                  </a:cubicBezTo>
                  <a:lnTo>
                    <a:pt x="5775" y="2267"/>
                  </a:lnTo>
                  <a:lnTo>
                    <a:pt x="4096" y="2267"/>
                  </a:lnTo>
                  <a:lnTo>
                    <a:pt x="4096" y="1096"/>
                  </a:lnTo>
                  <a:cubicBezTo>
                    <a:pt x="4096" y="866"/>
                    <a:pt x="4196" y="647"/>
                    <a:pt x="4370" y="494"/>
                  </a:cubicBezTo>
                  <a:cubicBezTo>
                    <a:pt x="4432" y="440"/>
                    <a:pt x="4438" y="346"/>
                    <a:pt x="4384" y="287"/>
                  </a:cubicBezTo>
                  <a:cubicBezTo>
                    <a:pt x="4354" y="253"/>
                    <a:pt x="4313" y="236"/>
                    <a:pt x="4272" y="236"/>
                  </a:cubicBezTo>
                  <a:cubicBezTo>
                    <a:pt x="4238" y="236"/>
                    <a:pt x="4203" y="248"/>
                    <a:pt x="4175" y="273"/>
                  </a:cubicBezTo>
                  <a:cubicBezTo>
                    <a:pt x="3936" y="482"/>
                    <a:pt x="3800" y="782"/>
                    <a:pt x="3800" y="1096"/>
                  </a:cubicBezTo>
                  <a:lnTo>
                    <a:pt x="3800" y="2287"/>
                  </a:lnTo>
                  <a:cubicBezTo>
                    <a:pt x="3791" y="2290"/>
                    <a:pt x="3780" y="2292"/>
                    <a:pt x="3771" y="2296"/>
                  </a:cubicBezTo>
                  <a:lnTo>
                    <a:pt x="3771" y="1985"/>
                  </a:lnTo>
                  <a:cubicBezTo>
                    <a:pt x="3771" y="1903"/>
                    <a:pt x="3705" y="1837"/>
                    <a:pt x="3623" y="1837"/>
                  </a:cubicBezTo>
                  <a:lnTo>
                    <a:pt x="3209" y="1837"/>
                  </a:lnTo>
                  <a:cubicBezTo>
                    <a:pt x="3126" y="1837"/>
                    <a:pt x="3061" y="1903"/>
                    <a:pt x="3061" y="1985"/>
                  </a:cubicBezTo>
                  <a:lnTo>
                    <a:pt x="3061" y="2299"/>
                  </a:lnTo>
                  <a:cubicBezTo>
                    <a:pt x="3044" y="2295"/>
                    <a:pt x="3028" y="2289"/>
                    <a:pt x="3010" y="2282"/>
                  </a:cubicBezTo>
                  <a:lnTo>
                    <a:pt x="3010" y="1093"/>
                  </a:lnTo>
                  <a:cubicBezTo>
                    <a:pt x="3010" y="491"/>
                    <a:pt x="2519" y="1"/>
                    <a:pt x="19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4" name="Google Shape;1834;p2"/>
            <p:cNvSpPr/>
            <p:nvPr/>
          </p:nvSpPr>
          <p:spPr>
            <a:xfrm>
              <a:off x="7191104" y="1447104"/>
              <a:ext cx="186477" cy="109445"/>
            </a:xfrm>
            <a:custGeom>
              <a:rect b="b" l="l" r="r" t="t"/>
              <a:pathLst>
                <a:path extrusionOk="0" h="4052" w="6904">
                  <a:moveTo>
                    <a:pt x="2891" y="2565"/>
                  </a:moveTo>
                  <a:cubicBezTo>
                    <a:pt x="2980" y="2565"/>
                    <a:pt x="3051" y="2637"/>
                    <a:pt x="3051" y="2724"/>
                  </a:cubicBezTo>
                  <a:cubicBezTo>
                    <a:pt x="3051" y="2811"/>
                    <a:pt x="2980" y="2884"/>
                    <a:pt x="2891" y="2884"/>
                  </a:cubicBezTo>
                  <a:lnTo>
                    <a:pt x="872" y="2884"/>
                  </a:lnTo>
                  <a:cubicBezTo>
                    <a:pt x="785" y="2884"/>
                    <a:pt x="712" y="2811"/>
                    <a:pt x="712" y="2724"/>
                  </a:cubicBezTo>
                  <a:cubicBezTo>
                    <a:pt x="712" y="2637"/>
                    <a:pt x="785" y="2565"/>
                    <a:pt x="872" y="2565"/>
                  </a:cubicBezTo>
                  <a:close/>
                  <a:moveTo>
                    <a:pt x="6034" y="2565"/>
                  </a:moveTo>
                  <a:cubicBezTo>
                    <a:pt x="6121" y="2565"/>
                    <a:pt x="6194" y="2637"/>
                    <a:pt x="6194" y="2724"/>
                  </a:cubicBezTo>
                  <a:cubicBezTo>
                    <a:pt x="6194" y="2811"/>
                    <a:pt x="6121" y="2884"/>
                    <a:pt x="6034" y="2884"/>
                  </a:cubicBezTo>
                  <a:lnTo>
                    <a:pt x="4015" y="2884"/>
                  </a:lnTo>
                  <a:cubicBezTo>
                    <a:pt x="3926" y="2884"/>
                    <a:pt x="3855" y="2811"/>
                    <a:pt x="3855" y="2724"/>
                  </a:cubicBezTo>
                  <a:cubicBezTo>
                    <a:pt x="3855" y="2637"/>
                    <a:pt x="3926" y="2565"/>
                    <a:pt x="4015" y="2565"/>
                  </a:cubicBezTo>
                  <a:close/>
                  <a:moveTo>
                    <a:pt x="415" y="2134"/>
                  </a:moveTo>
                  <a:lnTo>
                    <a:pt x="415" y="3757"/>
                  </a:lnTo>
                  <a:lnTo>
                    <a:pt x="297" y="3757"/>
                  </a:lnTo>
                  <a:lnTo>
                    <a:pt x="297" y="2134"/>
                  </a:lnTo>
                  <a:close/>
                  <a:moveTo>
                    <a:pt x="3464" y="2134"/>
                  </a:moveTo>
                  <a:lnTo>
                    <a:pt x="3464" y="3757"/>
                  </a:lnTo>
                  <a:lnTo>
                    <a:pt x="3346" y="3757"/>
                  </a:lnTo>
                  <a:lnTo>
                    <a:pt x="3346" y="2134"/>
                  </a:lnTo>
                  <a:close/>
                  <a:moveTo>
                    <a:pt x="6608" y="2134"/>
                  </a:moveTo>
                  <a:lnTo>
                    <a:pt x="6608" y="3757"/>
                  </a:lnTo>
                  <a:lnTo>
                    <a:pt x="6490" y="3757"/>
                  </a:lnTo>
                  <a:lnTo>
                    <a:pt x="6490" y="2134"/>
                  </a:lnTo>
                  <a:close/>
                  <a:moveTo>
                    <a:pt x="1834" y="0"/>
                  </a:moveTo>
                  <a:cubicBezTo>
                    <a:pt x="1753" y="0"/>
                    <a:pt x="1686" y="65"/>
                    <a:pt x="1686" y="148"/>
                  </a:cubicBezTo>
                  <a:cubicBezTo>
                    <a:pt x="1686" y="230"/>
                    <a:pt x="1753" y="296"/>
                    <a:pt x="1834" y="296"/>
                  </a:cubicBezTo>
                  <a:lnTo>
                    <a:pt x="1917" y="296"/>
                  </a:lnTo>
                  <a:cubicBezTo>
                    <a:pt x="2357" y="296"/>
                    <a:pt x="2715" y="654"/>
                    <a:pt x="2715" y="1094"/>
                  </a:cubicBezTo>
                  <a:lnTo>
                    <a:pt x="2715" y="2265"/>
                  </a:lnTo>
                  <a:lnTo>
                    <a:pt x="1036" y="2265"/>
                  </a:lnTo>
                  <a:lnTo>
                    <a:pt x="1036" y="1094"/>
                  </a:lnTo>
                  <a:cubicBezTo>
                    <a:pt x="1036" y="873"/>
                    <a:pt x="1129" y="662"/>
                    <a:pt x="1288" y="512"/>
                  </a:cubicBezTo>
                  <a:cubicBezTo>
                    <a:pt x="1349" y="456"/>
                    <a:pt x="1350" y="361"/>
                    <a:pt x="1296" y="304"/>
                  </a:cubicBezTo>
                  <a:cubicBezTo>
                    <a:pt x="1267" y="272"/>
                    <a:pt x="1227" y="256"/>
                    <a:pt x="1188" y="256"/>
                  </a:cubicBezTo>
                  <a:cubicBezTo>
                    <a:pt x="1152" y="256"/>
                    <a:pt x="1116" y="270"/>
                    <a:pt x="1087" y="296"/>
                  </a:cubicBezTo>
                  <a:cubicBezTo>
                    <a:pt x="868" y="503"/>
                    <a:pt x="740" y="794"/>
                    <a:pt x="740" y="1094"/>
                  </a:cubicBezTo>
                  <a:lnTo>
                    <a:pt x="740" y="2285"/>
                  </a:lnTo>
                  <a:cubicBezTo>
                    <a:pt x="731" y="2288"/>
                    <a:pt x="720" y="2290"/>
                    <a:pt x="711" y="2294"/>
                  </a:cubicBezTo>
                  <a:lnTo>
                    <a:pt x="711" y="1983"/>
                  </a:lnTo>
                  <a:cubicBezTo>
                    <a:pt x="711" y="1900"/>
                    <a:pt x="645" y="1835"/>
                    <a:pt x="563" y="1835"/>
                  </a:cubicBezTo>
                  <a:lnTo>
                    <a:pt x="149" y="1835"/>
                  </a:lnTo>
                  <a:cubicBezTo>
                    <a:pt x="66" y="1835"/>
                    <a:pt x="1" y="1900"/>
                    <a:pt x="1" y="1983"/>
                  </a:cubicBezTo>
                  <a:lnTo>
                    <a:pt x="1" y="3900"/>
                  </a:lnTo>
                  <a:cubicBezTo>
                    <a:pt x="1" y="3983"/>
                    <a:pt x="66" y="4048"/>
                    <a:pt x="149" y="4048"/>
                  </a:cubicBezTo>
                  <a:lnTo>
                    <a:pt x="563" y="4048"/>
                  </a:lnTo>
                  <a:cubicBezTo>
                    <a:pt x="645" y="4048"/>
                    <a:pt x="711" y="3983"/>
                    <a:pt x="711" y="3900"/>
                  </a:cubicBezTo>
                  <a:lnTo>
                    <a:pt x="711" y="3146"/>
                  </a:lnTo>
                  <a:cubicBezTo>
                    <a:pt x="762" y="3166"/>
                    <a:pt x="813" y="3175"/>
                    <a:pt x="871" y="3175"/>
                  </a:cubicBezTo>
                  <a:lnTo>
                    <a:pt x="2890" y="3175"/>
                  </a:lnTo>
                  <a:cubicBezTo>
                    <a:pt x="2946" y="3175"/>
                    <a:pt x="2999" y="3166"/>
                    <a:pt x="3050" y="3146"/>
                  </a:cubicBezTo>
                  <a:lnTo>
                    <a:pt x="3050" y="3900"/>
                  </a:lnTo>
                  <a:cubicBezTo>
                    <a:pt x="3050" y="3983"/>
                    <a:pt x="3115" y="4048"/>
                    <a:pt x="3198" y="4048"/>
                  </a:cubicBezTo>
                  <a:lnTo>
                    <a:pt x="3612" y="4048"/>
                  </a:lnTo>
                  <a:cubicBezTo>
                    <a:pt x="3693" y="4048"/>
                    <a:pt x="3760" y="3983"/>
                    <a:pt x="3760" y="3900"/>
                  </a:cubicBezTo>
                  <a:lnTo>
                    <a:pt x="3760" y="3099"/>
                  </a:lnTo>
                  <a:cubicBezTo>
                    <a:pt x="3831" y="3149"/>
                    <a:pt x="3918" y="3177"/>
                    <a:pt x="4012" y="3177"/>
                  </a:cubicBezTo>
                  <a:lnTo>
                    <a:pt x="6032" y="3177"/>
                  </a:lnTo>
                  <a:cubicBezTo>
                    <a:pt x="6088" y="3177"/>
                    <a:pt x="6141" y="3167"/>
                    <a:pt x="6191" y="3149"/>
                  </a:cubicBezTo>
                  <a:lnTo>
                    <a:pt x="6191" y="3902"/>
                  </a:lnTo>
                  <a:cubicBezTo>
                    <a:pt x="6191" y="3984"/>
                    <a:pt x="6258" y="4051"/>
                    <a:pt x="6339" y="4051"/>
                  </a:cubicBezTo>
                  <a:lnTo>
                    <a:pt x="6754" y="4051"/>
                  </a:lnTo>
                  <a:cubicBezTo>
                    <a:pt x="6835" y="4051"/>
                    <a:pt x="6902" y="3984"/>
                    <a:pt x="6902" y="3902"/>
                  </a:cubicBezTo>
                  <a:lnTo>
                    <a:pt x="6902" y="1984"/>
                  </a:lnTo>
                  <a:cubicBezTo>
                    <a:pt x="6904" y="1905"/>
                    <a:pt x="6837" y="1838"/>
                    <a:pt x="6756" y="1838"/>
                  </a:cubicBezTo>
                  <a:lnTo>
                    <a:pt x="6342" y="1838"/>
                  </a:lnTo>
                  <a:cubicBezTo>
                    <a:pt x="6259" y="1838"/>
                    <a:pt x="6194" y="1905"/>
                    <a:pt x="6194" y="1986"/>
                  </a:cubicBezTo>
                  <a:lnTo>
                    <a:pt x="6194" y="2297"/>
                  </a:lnTo>
                  <a:cubicBezTo>
                    <a:pt x="6180" y="2294"/>
                    <a:pt x="6167" y="2288"/>
                    <a:pt x="6155" y="2285"/>
                  </a:cubicBezTo>
                  <a:lnTo>
                    <a:pt x="6155" y="1096"/>
                  </a:lnTo>
                  <a:cubicBezTo>
                    <a:pt x="6155" y="492"/>
                    <a:pt x="5665" y="2"/>
                    <a:pt x="5061" y="2"/>
                  </a:cubicBezTo>
                  <a:cubicBezTo>
                    <a:pt x="4978" y="2"/>
                    <a:pt x="4913" y="69"/>
                    <a:pt x="4913" y="149"/>
                  </a:cubicBezTo>
                  <a:cubicBezTo>
                    <a:pt x="4913" y="232"/>
                    <a:pt x="4978" y="297"/>
                    <a:pt x="5061" y="297"/>
                  </a:cubicBezTo>
                  <a:cubicBezTo>
                    <a:pt x="5501" y="297"/>
                    <a:pt x="5859" y="655"/>
                    <a:pt x="5859" y="1096"/>
                  </a:cubicBezTo>
                  <a:lnTo>
                    <a:pt x="5859" y="2266"/>
                  </a:lnTo>
                  <a:lnTo>
                    <a:pt x="4180" y="2266"/>
                  </a:lnTo>
                  <a:lnTo>
                    <a:pt x="4180" y="1096"/>
                  </a:lnTo>
                  <a:cubicBezTo>
                    <a:pt x="4180" y="837"/>
                    <a:pt x="4306" y="593"/>
                    <a:pt x="4521" y="442"/>
                  </a:cubicBezTo>
                  <a:cubicBezTo>
                    <a:pt x="4586" y="395"/>
                    <a:pt x="4603" y="302"/>
                    <a:pt x="4555" y="235"/>
                  </a:cubicBezTo>
                  <a:cubicBezTo>
                    <a:pt x="4526" y="195"/>
                    <a:pt x="4480" y="173"/>
                    <a:pt x="4434" y="173"/>
                  </a:cubicBezTo>
                  <a:cubicBezTo>
                    <a:pt x="4405" y="173"/>
                    <a:pt x="4375" y="182"/>
                    <a:pt x="4350" y="201"/>
                  </a:cubicBezTo>
                  <a:cubicBezTo>
                    <a:pt x="4057" y="406"/>
                    <a:pt x="3883" y="741"/>
                    <a:pt x="3883" y="1096"/>
                  </a:cubicBezTo>
                  <a:lnTo>
                    <a:pt x="3883" y="2286"/>
                  </a:lnTo>
                  <a:cubicBezTo>
                    <a:pt x="3837" y="2300"/>
                    <a:pt x="3797" y="2319"/>
                    <a:pt x="3760" y="2344"/>
                  </a:cubicBezTo>
                  <a:lnTo>
                    <a:pt x="3760" y="1984"/>
                  </a:lnTo>
                  <a:cubicBezTo>
                    <a:pt x="3760" y="1904"/>
                    <a:pt x="3693" y="1837"/>
                    <a:pt x="3612" y="1837"/>
                  </a:cubicBezTo>
                  <a:lnTo>
                    <a:pt x="3198" y="1837"/>
                  </a:lnTo>
                  <a:cubicBezTo>
                    <a:pt x="3115" y="1837"/>
                    <a:pt x="3050" y="1904"/>
                    <a:pt x="3050" y="1984"/>
                  </a:cubicBezTo>
                  <a:lnTo>
                    <a:pt x="3050" y="2296"/>
                  </a:lnTo>
                  <a:cubicBezTo>
                    <a:pt x="3036" y="2293"/>
                    <a:pt x="3023" y="2286"/>
                    <a:pt x="3011" y="2282"/>
                  </a:cubicBezTo>
                  <a:lnTo>
                    <a:pt x="3011" y="1094"/>
                  </a:lnTo>
                  <a:cubicBezTo>
                    <a:pt x="3011" y="490"/>
                    <a:pt x="2521" y="0"/>
                    <a:pt x="19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35" name="Google Shape;1835;p2"/>
          <p:cNvGrpSpPr/>
          <p:nvPr/>
        </p:nvGrpSpPr>
        <p:grpSpPr>
          <a:xfrm>
            <a:off x="6198738" y="4454455"/>
            <a:ext cx="269209" cy="230017"/>
            <a:chOff x="6471238" y="1329180"/>
            <a:chExt cx="269209" cy="230017"/>
          </a:xfrm>
        </p:grpSpPr>
        <p:sp>
          <p:nvSpPr>
            <p:cNvPr id="1836" name="Google Shape;1836;p2"/>
            <p:cNvSpPr/>
            <p:nvPr/>
          </p:nvSpPr>
          <p:spPr>
            <a:xfrm>
              <a:off x="6471238" y="1329180"/>
              <a:ext cx="269209" cy="230017"/>
            </a:xfrm>
            <a:custGeom>
              <a:rect b="b" l="l" r="r" t="t"/>
              <a:pathLst>
                <a:path extrusionOk="0" h="8516" w="9967">
                  <a:moveTo>
                    <a:pt x="1299" y="3066"/>
                  </a:moveTo>
                  <a:cubicBezTo>
                    <a:pt x="1836" y="3066"/>
                    <a:pt x="2275" y="3487"/>
                    <a:pt x="2297" y="4024"/>
                  </a:cubicBezTo>
                  <a:cubicBezTo>
                    <a:pt x="2297" y="4028"/>
                    <a:pt x="2297" y="4031"/>
                    <a:pt x="2298" y="4038"/>
                  </a:cubicBezTo>
                  <a:lnTo>
                    <a:pt x="2298" y="5250"/>
                  </a:lnTo>
                  <a:lnTo>
                    <a:pt x="2298" y="5960"/>
                  </a:lnTo>
                  <a:lnTo>
                    <a:pt x="2298" y="6192"/>
                  </a:lnTo>
                  <a:lnTo>
                    <a:pt x="2298" y="8217"/>
                  </a:lnTo>
                  <a:lnTo>
                    <a:pt x="1153" y="8217"/>
                  </a:lnTo>
                  <a:lnTo>
                    <a:pt x="1153" y="5177"/>
                  </a:lnTo>
                  <a:cubicBezTo>
                    <a:pt x="1153" y="5110"/>
                    <a:pt x="1107" y="5051"/>
                    <a:pt x="1042" y="5034"/>
                  </a:cubicBezTo>
                  <a:cubicBezTo>
                    <a:pt x="605" y="4917"/>
                    <a:pt x="298" y="4520"/>
                    <a:pt x="298" y="4067"/>
                  </a:cubicBezTo>
                  <a:cubicBezTo>
                    <a:pt x="298" y="3516"/>
                    <a:pt x="748" y="3066"/>
                    <a:pt x="1299" y="3066"/>
                  </a:cubicBezTo>
                  <a:close/>
                  <a:moveTo>
                    <a:pt x="7364" y="6341"/>
                  </a:moveTo>
                  <a:lnTo>
                    <a:pt x="7364" y="8217"/>
                  </a:lnTo>
                  <a:lnTo>
                    <a:pt x="2597" y="8217"/>
                  </a:lnTo>
                  <a:lnTo>
                    <a:pt x="2597" y="6341"/>
                  </a:lnTo>
                  <a:close/>
                  <a:moveTo>
                    <a:pt x="8662" y="3065"/>
                  </a:moveTo>
                  <a:cubicBezTo>
                    <a:pt x="9213" y="3065"/>
                    <a:pt x="9663" y="3515"/>
                    <a:pt x="9663" y="4064"/>
                  </a:cubicBezTo>
                  <a:cubicBezTo>
                    <a:pt x="9663" y="4520"/>
                    <a:pt x="9356" y="4917"/>
                    <a:pt x="8919" y="5034"/>
                  </a:cubicBezTo>
                  <a:cubicBezTo>
                    <a:pt x="8854" y="5051"/>
                    <a:pt x="8809" y="5110"/>
                    <a:pt x="8809" y="5177"/>
                  </a:cubicBezTo>
                  <a:lnTo>
                    <a:pt x="8809" y="8218"/>
                  </a:lnTo>
                  <a:lnTo>
                    <a:pt x="7663" y="8218"/>
                  </a:lnTo>
                  <a:lnTo>
                    <a:pt x="7663" y="6192"/>
                  </a:lnTo>
                  <a:lnTo>
                    <a:pt x="7663" y="5960"/>
                  </a:lnTo>
                  <a:lnTo>
                    <a:pt x="7663" y="5250"/>
                  </a:lnTo>
                  <a:lnTo>
                    <a:pt x="7663" y="4036"/>
                  </a:lnTo>
                  <a:cubicBezTo>
                    <a:pt x="7663" y="4031"/>
                    <a:pt x="7663" y="4028"/>
                    <a:pt x="7665" y="4022"/>
                  </a:cubicBezTo>
                  <a:cubicBezTo>
                    <a:pt x="7688" y="3485"/>
                    <a:pt x="8125" y="3065"/>
                    <a:pt x="8662" y="3065"/>
                  </a:cubicBezTo>
                  <a:close/>
                  <a:moveTo>
                    <a:pt x="3839" y="0"/>
                  </a:moveTo>
                  <a:cubicBezTo>
                    <a:pt x="3469" y="0"/>
                    <a:pt x="3107" y="78"/>
                    <a:pt x="2771" y="229"/>
                  </a:cubicBezTo>
                  <a:cubicBezTo>
                    <a:pt x="2695" y="263"/>
                    <a:pt x="2662" y="352"/>
                    <a:pt x="2698" y="428"/>
                  </a:cubicBezTo>
                  <a:cubicBezTo>
                    <a:pt x="2722" y="484"/>
                    <a:pt x="2775" y="516"/>
                    <a:pt x="2831" y="516"/>
                  </a:cubicBezTo>
                  <a:cubicBezTo>
                    <a:pt x="2853" y="516"/>
                    <a:pt x="2875" y="511"/>
                    <a:pt x="2896" y="501"/>
                  </a:cubicBezTo>
                  <a:cubicBezTo>
                    <a:pt x="3193" y="368"/>
                    <a:pt x="3512" y="299"/>
                    <a:pt x="3842" y="299"/>
                  </a:cubicBezTo>
                  <a:lnTo>
                    <a:pt x="6099" y="299"/>
                  </a:lnTo>
                  <a:cubicBezTo>
                    <a:pt x="7375" y="299"/>
                    <a:pt x="8413" y="1339"/>
                    <a:pt x="8413" y="2615"/>
                  </a:cubicBezTo>
                  <a:lnTo>
                    <a:pt x="8413" y="2794"/>
                  </a:lnTo>
                  <a:cubicBezTo>
                    <a:pt x="7842" y="2906"/>
                    <a:pt x="7403" y="3392"/>
                    <a:pt x="7370" y="3992"/>
                  </a:cubicBezTo>
                  <a:cubicBezTo>
                    <a:pt x="7369" y="4000"/>
                    <a:pt x="7369" y="4010"/>
                    <a:pt x="7369" y="4021"/>
                  </a:cubicBezTo>
                  <a:lnTo>
                    <a:pt x="7369" y="4777"/>
                  </a:lnTo>
                  <a:cubicBezTo>
                    <a:pt x="7299" y="4743"/>
                    <a:pt x="7221" y="4724"/>
                    <a:pt x="7139" y="4724"/>
                  </a:cubicBezTo>
                  <a:lnTo>
                    <a:pt x="6231" y="4724"/>
                  </a:lnTo>
                  <a:lnTo>
                    <a:pt x="6591" y="3759"/>
                  </a:lnTo>
                  <a:cubicBezTo>
                    <a:pt x="6620" y="3681"/>
                    <a:pt x="6581" y="3596"/>
                    <a:pt x="6504" y="3566"/>
                  </a:cubicBezTo>
                  <a:cubicBezTo>
                    <a:pt x="6486" y="3559"/>
                    <a:pt x="6468" y="3556"/>
                    <a:pt x="6450" y="3556"/>
                  </a:cubicBezTo>
                  <a:cubicBezTo>
                    <a:pt x="6390" y="3556"/>
                    <a:pt x="6333" y="3593"/>
                    <a:pt x="6311" y="3653"/>
                  </a:cubicBezTo>
                  <a:lnTo>
                    <a:pt x="5912" y="4724"/>
                  </a:lnTo>
                  <a:lnTo>
                    <a:pt x="5120" y="4724"/>
                  </a:lnTo>
                  <a:lnTo>
                    <a:pt x="5120" y="3166"/>
                  </a:lnTo>
                  <a:cubicBezTo>
                    <a:pt x="5120" y="3084"/>
                    <a:pt x="5053" y="3015"/>
                    <a:pt x="4970" y="3015"/>
                  </a:cubicBezTo>
                  <a:cubicBezTo>
                    <a:pt x="4888" y="3015"/>
                    <a:pt x="4820" y="3082"/>
                    <a:pt x="4820" y="3166"/>
                  </a:cubicBezTo>
                  <a:lnTo>
                    <a:pt x="4820" y="4724"/>
                  </a:lnTo>
                  <a:lnTo>
                    <a:pt x="4041" y="4724"/>
                  </a:lnTo>
                  <a:lnTo>
                    <a:pt x="3643" y="3653"/>
                  </a:lnTo>
                  <a:cubicBezTo>
                    <a:pt x="3620" y="3593"/>
                    <a:pt x="3564" y="3556"/>
                    <a:pt x="3503" y="3556"/>
                  </a:cubicBezTo>
                  <a:cubicBezTo>
                    <a:pt x="3486" y="3556"/>
                    <a:pt x="3468" y="3559"/>
                    <a:pt x="3450" y="3566"/>
                  </a:cubicBezTo>
                  <a:cubicBezTo>
                    <a:pt x="3372" y="3596"/>
                    <a:pt x="3333" y="3681"/>
                    <a:pt x="3363" y="3759"/>
                  </a:cubicBezTo>
                  <a:lnTo>
                    <a:pt x="3722" y="4724"/>
                  </a:lnTo>
                  <a:lnTo>
                    <a:pt x="3588" y="4724"/>
                  </a:lnTo>
                  <a:cubicBezTo>
                    <a:pt x="3507" y="4724"/>
                    <a:pt x="3439" y="4789"/>
                    <a:pt x="3439" y="4873"/>
                  </a:cubicBezTo>
                  <a:cubicBezTo>
                    <a:pt x="3439" y="4956"/>
                    <a:pt x="3504" y="5024"/>
                    <a:pt x="3588" y="5024"/>
                  </a:cubicBezTo>
                  <a:lnTo>
                    <a:pt x="7137" y="5024"/>
                  </a:lnTo>
                  <a:cubicBezTo>
                    <a:pt x="7263" y="5024"/>
                    <a:pt x="7367" y="5127"/>
                    <a:pt x="7367" y="5253"/>
                  </a:cubicBezTo>
                  <a:lnTo>
                    <a:pt x="7367" y="5963"/>
                  </a:lnTo>
                  <a:cubicBezTo>
                    <a:pt x="7367" y="6010"/>
                    <a:pt x="7330" y="6047"/>
                    <a:pt x="7283" y="6047"/>
                  </a:cubicBezTo>
                  <a:lnTo>
                    <a:pt x="2683" y="6047"/>
                  </a:lnTo>
                  <a:cubicBezTo>
                    <a:pt x="2636" y="6047"/>
                    <a:pt x="2599" y="6010"/>
                    <a:pt x="2599" y="5963"/>
                  </a:cubicBezTo>
                  <a:lnTo>
                    <a:pt x="2599" y="5253"/>
                  </a:lnTo>
                  <a:cubicBezTo>
                    <a:pt x="2599" y="5127"/>
                    <a:pt x="2701" y="5024"/>
                    <a:pt x="2827" y="5024"/>
                  </a:cubicBezTo>
                  <a:cubicBezTo>
                    <a:pt x="2910" y="5024"/>
                    <a:pt x="2978" y="4957"/>
                    <a:pt x="2978" y="4873"/>
                  </a:cubicBezTo>
                  <a:cubicBezTo>
                    <a:pt x="2978" y="4792"/>
                    <a:pt x="2911" y="4724"/>
                    <a:pt x="2827" y="4724"/>
                  </a:cubicBezTo>
                  <a:cubicBezTo>
                    <a:pt x="2746" y="4724"/>
                    <a:pt x="2669" y="4743"/>
                    <a:pt x="2599" y="4777"/>
                  </a:cubicBezTo>
                  <a:lnTo>
                    <a:pt x="2599" y="4021"/>
                  </a:lnTo>
                  <a:cubicBezTo>
                    <a:pt x="2599" y="4010"/>
                    <a:pt x="2599" y="4002"/>
                    <a:pt x="2597" y="3992"/>
                  </a:cubicBezTo>
                  <a:cubicBezTo>
                    <a:pt x="2561" y="3382"/>
                    <a:pt x="2110" y="2892"/>
                    <a:pt x="1525" y="2791"/>
                  </a:cubicBezTo>
                  <a:lnTo>
                    <a:pt x="1525" y="2615"/>
                  </a:lnTo>
                  <a:cubicBezTo>
                    <a:pt x="1525" y="1986"/>
                    <a:pt x="1775" y="1398"/>
                    <a:pt x="2228" y="957"/>
                  </a:cubicBezTo>
                  <a:cubicBezTo>
                    <a:pt x="2287" y="898"/>
                    <a:pt x="2289" y="807"/>
                    <a:pt x="2233" y="746"/>
                  </a:cubicBezTo>
                  <a:cubicBezTo>
                    <a:pt x="2202" y="715"/>
                    <a:pt x="2163" y="700"/>
                    <a:pt x="2124" y="700"/>
                  </a:cubicBezTo>
                  <a:cubicBezTo>
                    <a:pt x="2087" y="700"/>
                    <a:pt x="2050" y="714"/>
                    <a:pt x="2021" y="741"/>
                  </a:cubicBezTo>
                  <a:cubicBezTo>
                    <a:pt x="1509" y="1239"/>
                    <a:pt x="1227" y="1905"/>
                    <a:pt x="1227" y="2614"/>
                  </a:cubicBezTo>
                  <a:lnTo>
                    <a:pt x="1227" y="2771"/>
                  </a:lnTo>
                  <a:cubicBezTo>
                    <a:pt x="546" y="2810"/>
                    <a:pt x="1" y="3376"/>
                    <a:pt x="1" y="4067"/>
                  </a:cubicBezTo>
                  <a:cubicBezTo>
                    <a:pt x="1" y="4615"/>
                    <a:pt x="348" y="5102"/>
                    <a:pt x="855" y="5286"/>
                  </a:cubicBezTo>
                  <a:lnTo>
                    <a:pt x="855" y="8366"/>
                  </a:lnTo>
                  <a:cubicBezTo>
                    <a:pt x="855" y="8449"/>
                    <a:pt x="921" y="8515"/>
                    <a:pt x="1005" y="8515"/>
                  </a:cubicBezTo>
                  <a:lnTo>
                    <a:pt x="8963" y="8515"/>
                  </a:lnTo>
                  <a:cubicBezTo>
                    <a:pt x="9044" y="8515"/>
                    <a:pt x="9112" y="8450"/>
                    <a:pt x="9112" y="8366"/>
                  </a:cubicBezTo>
                  <a:lnTo>
                    <a:pt x="9112" y="5286"/>
                  </a:lnTo>
                  <a:cubicBezTo>
                    <a:pt x="9619" y="5102"/>
                    <a:pt x="9967" y="4615"/>
                    <a:pt x="9967" y="4066"/>
                  </a:cubicBezTo>
                  <a:cubicBezTo>
                    <a:pt x="9960" y="3367"/>
                    <a:pt x="9403" y="2794"/>
                    <a:pt x="8709" y="2769"/>
                  </a:cubicBezTo>
                  <a:lnTo>
                    <a:pt x="8709" y="2614"/>
                  </a:lnTo>
                  <a:cubicBezTo>
                    <a:pt x="8709" y="1171"/>
                    <a:pt x="7535" y="0"/>
                    <a:pt x="609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7" name="Google Shape;1837;p2"/>
            <p:cNvSpPr/>
            <p:nvPr/>
          </p:nvSpPr>
          <p:spPr>
            <a:xfrm>
              <a:off x="6561207" y="1343684"/>
              <a:ext cx="88728" cy="50077"/>
            </a:xfrm>
            <a:custGeom>
              <a:rect b="b" l="l" r="r" t="t"/>
              <a:pathLst>
                <a:path extrusionOk="0" h="1854" w="3285">
                  <a:moveTo>
                    <a:pt x="900" y="0"/>
                  </a:moveTo>
                  <a:cubicBezTo>
                    <a:pt x="404" y="0"/>
                    <a:pt x="1" y="403"/>
                    <a:pt x="1" y="900"/>
                  </a:cubicBezTo>
                  <a:lnTo>
                    <a:pt x="1" y="956"/>
                  </a:lnTo>
                  <a:cubicBezTo>
                    <a:pt x="1" y="1452"/>
                    <a:pt x="404" y="1854"/>
                    <a:pt x="900" y="1854"/>
                  </a:cubicBezTo>
                  <a:lnTo>
                    <a:pt x="2387" y="1854"/>
                  </a:lnTo>
                  <a:cubicBezTo>
                    <a:pt x="2882" y="1854"/>
                    <a:pt x="3285" y="1452"/>
                    <a:pt x="3285" y="956"/>
                  </a:cubicBezTo>
                  <a:lnTo>
                    <a:pt x="3285" y="900"/>
                  </a:lnTo>
                  <a:cubicBezTo>
                    <a:pt x="3285" y="403"/>
                    <a:pt x="2882" y="0"/>
                    <a:pt x="2387" y="0"/>
                  </a:cubicBezTo>
                  <a:lnTo>
                    <a:pt x="1870" y="0"/>
                  </a:lnTo>
                  <a:cubicBezTo>
                    <a:pt x="1789" y="0"/>
                    <a:pt x="1720" y="67"/>
                    <a:pt x="1720" y="150"/>
                  </a:cubicBezTo>
                  <a:cubicBezTo>
                    <a:pt x="1720" y="232"/>
                    <a:pt x="1787" y="301"/>
                    <a:pt x="1870" y="301"/>
                  </a:cubicBezTo>
                  <a:lnTo>
                    <a:pt x="2387" y="301"/>
                  </a:lnTo>
                  <a:cubicBezTo>
                    <a:pt x="2717" y="301"/>
                    <a:pt x="2987" y="568"/>
                    <a:pt x="2987" y="901"/>
                  </a:cubicBezTo>
                  <a:lnTo>
                    <a:pt x="2987" y="957"/>
                  </a:lnTo>
                  <a:cubicBezTo>
                    <a:pt x="2987" y="1289"/>
                    <a:pt x="2718" y="1558"/>
                    <a:pt x="2387" y="1558"/>
                  </a:cubicBezTo>
                  <a:lnTo>
                    <a:pt x="900" y="1558"/>
                  </a:lnTo>
                  <a:cubicBezTo>
                    <a:pt x="569" y="1558"/>
                    <a:pt x="298" y="1291"/>
                    <a:pt x="298" y="957"/>
                  </a:cubicBezTo>
                  <a:lnTo>
                    <a:pt x="298" y="901"/>
                  </a:lnTo>
                  <a:cubicBezTo>
                    <a:pt x="298" y="570"/>
                    <a:pt x="567" y="301"/>
                    <a:pt x="900" y="301"/>
                  </a:cubicBezTo>
                  <a:lnTo>
                    <a:pt x="1075" y="301"/>
                  </a:lnTo>
                  <a:cubicBezTo>
                    <a:pt x="1157" y="301"/>
                    <a:pt x="1224" y="234"/>
                    <a:pt x="1224" y="150"/>
                  </a:cubicBezTo>
                  <a:cubicBezTo>
                    <a:pt x="1224" y="69"/>
                    <a:pt x="1159" y="0"/>
                    <a:pt x="10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8" name="Google Shape;1838;p2"/>
            <p:cNvSpPr/>
            <p:nvPr/>
          </p:nvSpPr>
          <p:spPr>
            <a:xfrm>
              <a:off x="6693177" y="1425659"/>
              <a:ext cx="24066" cy="24120"/>
            </a:xfrm>
            <a:custGeom>
              <a:rect b="b" l="l" r="r" t="t"/>
              <a:pathLst>
                <a:path extrusionOk="0" h="893" w="891">
                  <a:moveTo>
                    <a:pt x="445" y="301"/>
                  </a:moveTo>
                  <a:cubicBezTo>
                    <a:pt x="528" y="301"/>
                    <a:pt x="592" y="366"/>
                    <a:pt x="592" y="445"/>
                  </a:cubicBezTo>
                  <a:cubicBezTo>
                    <a:pt x="592" y="526"/>
                    <a:pt x="525" y="592"/>
                    <a:pt x="445" y="592"/>
                  </a:cubicBezTo>
                  <a:cubicBezTo>
                    <a:pt x="364" y="592"/>
                    <a:pt x="299" y="526"/>
                    <a:pt x="299" y="445"/>
                  </a:cubicBezTo>
                  <a:cubicBezTo>
                    <a:pt x="299" y="364"/>
                    <a:pt x="366" y="301"/>
                    <a:pt x="445" y="301"/>
                  </a:cubicBezTo>
                  <a:close/>
                  <a:moveTo>
                    <a:pt x="445" y="0"/>
                  </a:moveTo>
                  <a:cubicBezTo>
                    <a:pt x="201" y="0"/>
                    <a:pt x="0" y="201"/>
                    <a:pt x="0" y="445"/>
                  </a:cubicBezTo>
                  <a:cubicBezTo>
                    <a:pt x="0" y="691"/>
                    <a:pt x="201" y="892"/>
                    <a:pt x="445" y="892"/>
                  </a:cubicBezTo>
                  <a:cubicBezTo>
                    <a:pt x="691" y="892"/>
                    <a:pt x="890" y="691"/>
                    <a:pt x="890" y="445"/>
                  </a:cubicBezTo>
                  <a:cubicBezTo>
                    <a:pt x="890" y="201"/>
                    <a:pt x="691" y="0"/>
                    <a:pt x="44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9" name="Google Shape;1839;p2"/>
            <p:cNvSpPr/>
            <p:nvPr/>
          </p:nvSpPr>
          <p:spPr>
            <a:xfrm>
              <a:off x="6494277" y="1425659"/>
              <a:ext cx="24093" cy="24120"/>
            </a:xfrm>
            <a:custGeom>
              <a:rect b="b" l="l" r="r" t="t"/>
              <a:pathLst>
                <a:path extrusionOk="0" h="893" w="892">
                  <a:moveTo>
                    <a:pt x="446" y="301"/>
                  </a:moveTo>
                  <a:cubicBezTo>
                    <a:pt x="527" y="301"/>
                    <a:pt x="592" y="366"/>
                    <a:pt x="592" y="445"/>
                  </a:cubicBezTo>
                  <a:cubicBezTo>
                    <a:pt x="592" y="526"/>
                    <a:pt x="525" y="592"/>
                    <a:pt x="446" y="592"/>
                  </a:cubicBezTo>
                  <a:cubicBezTo>
                    <a:pt x="363" y="592"/>
                    <a:pt x="300" y="526"/>
                    <a:pt x="300" y="445"/>
                  </a:cubicBezTo>
                  <a:cubicBezTo>
                    <a:pt x="300" y="364"/>
                    <a:pt x="367" y="301"/>
                    <a:pt x="446" y="301"/>
                  </a:cubicBezTo>
                  <a:close/>
                  <a:moveTo>
                    <a:pt x="446" y="0"/>
                  </a:moveTo>
                  <a:cubicBezTo>
                    <a:pt x="200" y="0"/>
                    <a:pt x="1" y="201"/>
                    <a:pt x="1" y="445"/>
                  </a:cubicBezTo>
                  <a:cubicBezTo>
                    <a:pt x="1" y="691"/>
                    <a:pt x="200" y="892"/>
                    <a:pt x="446" y="892"/>
                  </a:cubicBezTo>
                  <a:cubicBezTo>
                    <a:pt x="690" y="892"/>
                    <a:pt x="891" y="691"/>
                    <a:pt x="891" y="445"/>
                  </a:cubicBezTo>
                  <a:cubicBezTo>
                    <a:pt x="891" y="199"/>
                    <a:pt x="690" y="0"/>
                    <a:pt x="44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40" name="Google Shape;1840;p2"/>
          <p:cNvGrpSpPr/>
          <p:nvPr/>
        </p:nvGrpSpPr>
        <p:grpSpPr>
          <a:xfrm>
            <a:off x="5519035" y="4434900"/>
            <a:ext cx="269074" cy="269047"/>
            <a:chOff x="5791535" y="1309625"/>
            <a:chExt cx="269074" cy="269047"/>
          </a:xfrm>
        </p:grpSpPr>
        <p:sp>
          <p:nvSpPr>
            <p:cNvPr id="1841" name="Google Shape;1841;p2"/>
            <p:cNvSpPr/>
            <p:nvPr/>
          </p:nvSpPr>
          <p:spPr>
            <a:xfrm>
              <a:off x="5900196" y="1381606"/>
              <a:ext cx="88890" cy="118952"/>
            </a:xfrm>
            <a:custGeom>
              <a:rect b="b" l="l" r="r" t="t"/>
              <a:pathLst>
                <a:path extrusionOk="0" h="4404" w="3291">
                  <a:moveTo>
                    <a:pt x="149" y="0"/>
                  </a:moveTo>
                  <a:cubicBezTo>
                    <a:pt x="126" y="0"/>
                    <a:pt x="103" y="6"/>
                    <a:pt x="81" y="17"/>
                  </a:cubicBezTo>
                  <a:cubicBezTo>
                    <a:pt x="32" y="42"/>
                    <a:pt x="1" y="92"/>
                    <a:pt x="1" y="146"/>
                  </a:cubicBezTo>
                  <a:lnTo>
                    <a:pt x="1" y="847"/>
                  </a:lnTo>
                  <a:cubicBezTo>
                    <a:pt x="1" y="929"/>
                    <a:pt x="67" y="995"/>
                    <a:pt x="148" y="995"/>
                  </a:cubicBezTo>
                  <a:cubicBezTo>
                    <a:pt x="231" y="995"/>
                    <a:pt x="296" y="929"/>
                    <a:pt x="296" y="847"/>
                  </a:cubicBezTo>
                  <a:lnTo>
                    <a:pt x="296" y="427"/>
                  </a:lnTo>
                  <a:lnTo>
                    <a:pt x="2880" y="2201"/>
                  </a:lnTo>
                  <a:lnTo>
                    <a:pt x="296" y="3975"/>
                  </a:lnTo>
                  <a:lnTo>
                    <a:pt x="296" y="2143"/>
                  </a:lnTo>
                  <a:cubicBezTo>
                    <a:pt x="296" y="2061"/>
                    <a:pt x="231" y="1995"/>
                    <a:pt x="148" y="1995"/>
                  </a:cubicBezTo>
                  <a:cubicBezTo>
                    <a:pt x="67" y="1995"/>
                    <a:pt x="1" y="2061"/>
                    <a:pt x="1" y="2143"/>
                  </a:cubicBezTo>
                  <a:lnTo>
                    <a:pt x="1" y="4255"/>
                  </a:lnTo>
                  <a:cubicBezTo>
                    <a:pt x="1" y="4310"/>
                    <a:pt x="32" y="4361"/>
                    <a:pt x="81" y="4386"/>
                  </a:cubicBezTo>
                  <a:cubicBezTo>
                    <a:pt x="102" y="4399"/>
                    <a:pt x="125" y="4403"/>
                    <a:pt x="148" y="4403"/>
                  </a:cubicBezTo>
                  <a:cubicBezTo>
                    <a:pt x="178" y="4403"/>
                    <a:pt x="208" y="4395"/>
                    <a:pt x="232" y="4378"/>
                  </a:cubicBezTo>
                  <a:lnTo>
                    <a:pt x="3227" y="2322"/>
                  </a:lnTo>
                  <a:cubicBezTo>
                    <a:pt x="3267" y="2294"/>
                    <a:pt x="3291" y="2248"/>
                    <a:pt x="3291" y="2199"/>
                  </a:cubicBezTo>
                  <a:cubicBezTo>
                    <a:pt x="3291" y="2154"/>
                    <a:pt x="3267" y="2111"/>
                    <a:pt x="3227" y="2083"/>
                  </a:cubicBezTo>
                  <a:lnTo>
                    <a:pt x="232" y="27"/>
                  </a:lnTo>
                  <a:cubicBezTo>
                    <a:pt x="207" y="9"/>
                    <a:pt x="178" y="0"/>
                    <a:pt x="1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2" name="Google Shape;1842;p2"/>
            <p:cNvSpPr/>
            <p:nvPr/>
          </p:nvSpPr>
          <p:spPr>
            <a:xfrm>
              <a:off x="5809145" y="1327235"/>
              <a:ext cx="233880" cy="233853"/>
            </a:xfrm>
            <a:custGeom>
              <a:rect b="b" l="l" r="r" t="t"/>
              <a:pathLst>
                <a:path extrusionOk="0" h="8658" w="8659">
                  <a:moveTo>
                    <a:pt x="4329" y="296"/>
                  </a:moveTo>
                  <a:cubicBezTo>
                    <a:pt x="6553" y="296"/>
                    <a:pt x="8361" y="2105"/>
                    <a:pt x="8361" y="4329"/>
                  </a:cubicBezTo>
                  <a:cubicBezTo>
                    <a:pt x="8361" y="6553"/>
                    <a:pt x="6553" y="8362"/>
                    <a:pt x="4329" y="8362"/>
                  </a:cubicBezTo>
                  <a:cubicBezTo>
                    <a:pt x="2106" y="8362"/>
                    <a:pt x="296" y="6553"/>
                    <a:pt x="296" y="4329"/>
                  </a:cubicBezTo>
                  <a:cubicBezTo>
                    <a:pt x="296" y="2105"/>
                    <a:pt x="2106" y="296"/>
                    <a:pt x="4329" y="296"/>
                  </a:cubicBezTo>
                  <a:close/>
                  <a:moveTo>
                    <a:pt x="4329" y="1"/>
                  </a:moveTo>
                  <a:cubicBezTo>
                    <a:pt x="3174" y="1"/>
                    <a:pt x="2086" y="450"/>
                    <a:pt x="1269" y="1269"/>
                  </a:cubicBezTo>
                  <a:cubicBezTo>
                    <a:pt x="452" y="2086"/>
                    <a:pt x="0" y="3174"/>
                    <a:pt x="0" y="4329"/>
                  </a:cubicBezTo>
                  <a:cubicBezTo>
                    <a:pt x="0" y="5485"/>
                    <a:pt x="450" y="6572"/>
                    <a:pt x="1269" y="7389"/>
                  </a:cubicBezTo>
                  <a:cubicBezTo>
                    <a:pt x="2086" y="8206"/>
                    <a:pt x="3174" y="8657"/>
                    <a:pt x="4329" y="8657"/>
                  </a:cubicBezTo>
                  <a:cubicBezTo>
                    <a:pt x="5485" y="8657"/>
                    <a:pt x="6573" y="8209"/>
                    <a:pt x="7390" y="7389"/>
                  </a:cubicBezTo>
                  <a:cubicBezTo>
                    <a:pt x="8207" y="6572"/>
                    <a:pt x="8659" y="5485"/>
                    <a:pt x="8659" y="4329"/>
                  </a:cubicBezTo>
                  <a:cubicBezTo>
                    <a:pt x="8659" y="3174"/>
                    <a:pt x="8207" y="2086"/>
                    <a:pt x="7390" y="1269"/>
                  </a:cubicBezTo>
                  <a:cubicBezTo>
                    <a:pt x="6573" y="452"/>
                    <a:pt x="5485" y="1"/>
                    <a:pt x="432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3" name="Google Shape;1843;p2"/>
            <p:cNvSpPr/>
            <p:nvPr/>
          </p:nvSpPr>
          <p:spPr>
            <a:xfrm>
              <a:off x="5791535" y="1309625"/>
              <a:ext cx="269074" cy="269047"/>
            </a:xfrm>
            <a:custGeom>
              <a:rect b="b" l="l" r="r" t="t"/>
              <a:pathLst>
                <a:path extrusionOk="0" h="9961" w="9962">
                  <a:moveTo>
                    <a:pt x="4981" y="1"/>
                  </a:moveTo>
                  <a:cubicBezTo>
                    <a:pt x="4160" y="1"/>
                    <a:pt x="3345" y="204"/>
                    <a:pt x="2627" y="590"/>
                  </a:cubicBezTo>
                  <a:cubicBezTo>
                    <a:pt x="2554" y="629"/>
                    <a:pt x="2528" y="718"/>
                    <a:pt x="2567" y="790"/>
                  </a:cubicBezTo>
                  <a:cubicBezTo>
                    <a:pt x="2593" y="840"/>
                    <a:pt x="2644" y="868"/>
                    <a:pt x="2697" y="868"/>
                  </a:cubicBezTo>
                  <a:cubicBezTo>
                    <a:pt x="2720" y="868"/>
                    <a:pt x="2745" y="862"/>
                    <a:pt x="2767" y="850"/>
                  </a:cubicBezTo>
                  <a:cubicBezTo>
                    <a:pt x="3441" y="486"/>
                    <a:pt x="4209" y="296"/>
                    <a:pt x="4981" y="296"/>
                  </a:cubicBezTo>
                  <a:cubicBezTo>
                    <a:pt x="7564" y="296"/>
                    <a:pt x="9666" y="2397"/>
                    <a:pt x="9666" y="4981"/>
                  </a:cubicBezTo>
                  <a:cubicBezTo>
                    <a:pt x="9666" y="7565"/>
                    <a:pt x="7564" y="9666"/>
                    <a:pt x="4981" y="9666"/>
                  </a:cubicBezTo>
                  <a:cubicBezTo>
                    <a:pt x="2397" y="9666"/>
                    <a:pt x="296" y="7565"/>
                    <a:pt x="296" y="4981"/>
                  </a:cubicBezTo>
                  <a:cubicBezTo>
                    <a:pt x="296" y="3699"/>
                    <a:pt x="803" y="2500"/>
                    <a:pt x="1728" y="1610"/>
                  </a:cubicBezTo>
                  <a:cubicBezTo>
                    <a:pt x="1787" y="1552"/>
                    <a:pt x="1788" y="1459"/>
                    <a:pt x="1732" y="1400"/>
                  </a:cubicBezTo>
                  <a:cubicBezTo>
                    <a:pt x="1704" y="1369"/>
                    <a:pt x="1665" y="1354"/>
                    <a:pt x="1625" y="1354"/>
                  </a:cubicBezTo>
                  <a:cubicBezTo>
                    <a:pt x="1588" y="1354"/>
                    <a:pt x="1551" y="1368"/>
                    <a:pt x="1522" y="1395"/>
                  </a:cubicBezTo>
                  <a:cubicBezTo>
                    <a:pt x="1046" y="1854"/>
                    <a:pt x="671" y="2396"/>
                    <a:pt x="410" y="2998"/>
                  </a:cubicBezTo>
                  <a:cubicBezTo>
                    <a:pt x="137" y="3625"/>
                    <a:pt x="0" y="4290"/>
                    <a:pt x="0" y="4980"/>
                  </a:cubicBezTo>
                  <a:cubicBezTo>
                    <a:pt x="0" y="6310"/>
                    <a:pt x="518" y="7560"/>
                    <a:pt x="1460" y="8500"/>
                  </a:cubicBezTo>
                  <a:cubicBezTo>
                    <a:pt x="2402" y="9442"/>
                    <a:pt x="3650" y="9960"/>
                    <a:pt x="4981" y="9960"/>
                  </a:cubicBezTo>
                  <a:cubicBezTo>
                    <a:pt x="6311" y="9960"/>
                    <a:pt x="7563" y="9442"/>
                    <a:pt x="8503" y="8500"/>
                  </a:cubicBezTo>
                  <a:cubicBezTo>
                    <a:pt x="9445" y="7559"/>
                    <a:pt x="9961" y="6310"/>
                    <a:pt x="9961" y="4980"/>
                  </a:cubicBezTo>
                  <a:cubicBezTo>
                    <a:pt x="9961" y="3649"/>
                    <a:pt x="9443" y="2401"/>
                    <a:pt x="8503" y="1460"/>
                  </a:cubicBezTo>
                  <a:cubicBezTo>
                    <a:pt x="7561" y="519"/>
                    <a:pt x="6311" y="1"/>
                    <a:pt x="498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44" name="Google Shape;1844;p2"/>
          <p:cNvGrpSpPr/>
          <p:nvPr/>
        </p:nvGrpSpPr>
        <p:grpSpPr>
          <a:xfrm>
            <a:off x="4839305" y="4435197"/>
            <a:ext cx="269074" cy="268398"/>
            <a:chOff x="5111805" y="1309922"/>
            <a:chExt cx="269074" cy="268398"/>
          </a:xfrm>
        </p:grpSpPr>
        <p:sp>
          <p:nvSpPr>
            <p:cNvPr id="1845" name="Google Shape;1845;p2"/>
            <p:cNvSpPr/>
            <p:nvPr/>
          </p:nvSpPr>
          <p:spPr>
            <a:xfrm>
              <a:off x="5111805" y="1309922"/>
              <a:ext cx="269074" cy="268398"/>
            </a:xfrm>
            <a:custGeom>
              <a:rect b="b" l="l" r="r" t="t"/>
              <a:pathLst>
                <a:path extrusionOk="0" h="9937" w="9962">
                  <a:moveTo>
                    <a:pt x="3711" y="299"/>
                  </a:moveTo>
                  <a:lnTo>
                    <a:pt x="3711" y="900"/>
                  </a:lnTo>
                  <a:lnTo>
                    <a:pt x="2052" y="900"/>
                  </a:lnTo>
                  <a:lnTo>
                    <a:pt x="2052" y="299"/>
                  </a:lnTo>
                  <a:close/>
                  <a:moveTo>
                    <a:pt x="5157" y="2092"/>
                  </a:moveTo>
                  <a:lnTo>
                    <a:pt x="5157" y="2788"/>
                  </a:lnTo>
                  <a:lnTo>
                    <a:pt x="4527" y="2788"/>
                  </a:lnTo>
                  <a:lnTo>
                    <a:pt x="4527" y="2637"/>
                  </a:lnTo>
                  <a:cubicBezTo>
                    <a:pt x="4527" y="2556"/>
                    <a:pt x="4461" y="2489"/>
                    <a:pt x="4379" y="2489"/>
                  </a:cubicBezTo>
                  <a:cubicBezTo>
                    <a:pt x="4298" y="2489"/>
                    <a:pt x="4231" y="2556"/>
                    <a:pt x="4231" y="2637"/>
                  </a:cubicBezTo>
                  <a:lnTo>
                    <a:pt x="4231" y="2934"/>
                  </a:lnTo>
                  <a:lnTo>
                    <a:pt x="4231" y="7930"/>
                  </a:lnTo>
                  <a:lnTo>
                    <a:pt x="4231" y="8229"/>
                  </a:lnTo>
                  <a:cubicBezTo>
                    <a:pt x="4231" y="8310"/>
                    <a:pt x="4298" y="8377"/>
                    <a:pt x="4379" y="8377"/>
                  </a:cubicBezTo>
                  <a:cubicBezTo>
                    <a:pt x="4461" y="8377"/>
                    <a:pt x="4527" y="8310"/>
                    <a:pt x="4527" y="8229"/>
                  </a:cubicBezTo>
                  <a:lnTo>
                    <a:pt x="4527" y="8078"/>
                  </a:lnTo>
                  <a:lnTo>
                    <a:pt x="5157" y="8078"/>
                  </a:lnTo>
                  <a:lnTo>
                    <a:pt x="5157" y="8746"/>
                  </a:lnTo>
                  <a:lnTo>
                    <a:pt x="544" y="8746"/>
                  </a:lnTo>
                  <a:lnTo>
                    <a:pt x="544" y="2092"/>
                  </a:lnTo>
                  <a:close/>
                  <a:moveTo>
                    <a:pt x="5404" y="9042"/>
                  </a:moveTo>
                  <a:lnTo>
                    <a:pt x="5404" y="9644"/>
                  </a:lnTo>
                  <a:lnTo>
                    <a:pt x="295" y="9644"/>
                  </a:lnTo>
                  <a:lnTo>
                    <a:pt x="295" y="9042"/>
                  </a:lnTo>
                  <a:close/>
                  <a:moveTo>
                    <a:pt x="1904" y="0"/>
                  </a:moveTo>
                  <a:cubicBezTo>
                    <a:pt x="1823" y="0"/>
                    <a:pt x="1756" y="67"/>
                    <a:pt x="1756" y="148"/>
                  </a:cubicBezTo>
                  <a:lnTo>
                    <a:pt x="1756" y="899"/>
                  </a:lnTo>
                  <a:lnTo>
                    <a:pt x="1585" y="899"/>
                  </a:lnTo>
                  <a:cubicBezTo>
                    <a:pt x="1504" y="899"/>
                    <a:pt x="1437" y="964"/>
                    <a:pt x="1437" y="1046"/>
                  </a:cubicBezTo>
                  <a:cubicBezTo>
                    <a:pt x="1437" y="1127"/>
                    <a:pt x="1504" y="1194"/>
                    <a:pt x="1585" y="1194"/>
                  </a:cubicBezTo>
                  <a:lnTo>
                    <a:pt x="5406" y="1194"/>
                  </a:lnTo>
                  <a:lnTo>
                    <a:pt x="5406" y="1795"/>
                  </a:lnTo>
                  <a:lnTo>
                    <a:pt x="296" y="1795"/>
                  </a:lnTo>
                  <a:lnTo>
                    <a:pt x="296" y="1194"/>
                  </a:lnTo>
                  <a:lnTo>
                    <a:pt x="565" y="1194"/>
                  </a:lnTo>
                  <a:cubicBezTo>
                    <a:pt x="646" y="1194"/>
                    <a:pt x="713" y="1127"/>
                    <a:pt x="713" y="1046"/>
                  </a:cubicBezTo>
                  <a:cubicBezTo>
                    <a:pt x="713" y="964"/>
                    <a:pt x="646" y="899"/>
                    <a:pt x="565" y="899"/>
                  </a:cubicBezTo>
                  <a:lnTo>
                    <a:pt x="148" y="899"/>
                  </a:lnTo>
                  <a:cubicBezTo>
                    <a:pt x="67" y="899"/>
                    <a:pt x="1" y="964"/>
                    <a:pt x="1" y="1046"/>
                  </a:cubicBezTo>
                  <a:lnTo>
                    <a:pt x="1" y="1943"/>
                  </a:lnTo>
                  <a:cubicBezTo>
                    <a:pt x="1" y="2024"/>
                    <a:pt x="67" y="2091"/>
                    <a:pt x="148" y="2091"/>
                  </a:cubicBezTo>
                  <a:lnTo>
                    <a:pt x="250" y="2091"/>
                  </a:lnTo>
                  <a:lnTo>
                    <a:pt x="250" y="8744"/>
                  </a:lnTo>
                  <a:lnTo>
                    <a:pt x="148" y="8744"/>
                  </a:lnTo>
                  <a:cubicBezTo>
                    <a:pt x="67" y="8744"/>
                    <a:pt x="1" y="8810"/>
                    <a:pt x="1" y="8892"/>
                  </a:cubicBezTo>
                  <a:lnTo>
                    <a:pt x="1" y="9789"/>
                  </a:lnTo>
                  <a:cubicBezTo>
                    <a:pt x="1" y="9871"/>
                    <a:pt x="67" y="9937"/>
                    <a:pt x="148" y="9937"/>
                  </a:cubicBezTo>
                  <a:lnTo>
                    <a:pt x="5554" y="9937"/>
                  </a:lnTo>
                  <a:cubicBezTo>
                    <a:pt x="5635" y="9937"/>
                    <a:pt x="5702" y="9871"/>
                    <a:pt x="5702" y="9789"/>
                  </a:cubicBezTo>
                  <a:lnTo>
                    <a:pt x="5702" y="8892"/>
                  </a:lnTo>
                  <a:cubicBezTo>
                    <a:pt x="5702" y="8810"/>
                    <a:pt x="5635" y="8744"/>
                    <a:pt x="5554" y="8744"/>
                  </a:cubicBezTo>
                  <a:lnTo>
                    <a:pt x="5453" y="8744"/>
                  </a:lnTo>
                  <a:lnTo>
                    <a:pt x="5453" y="8077"/>
                  </a:lnTo>
                  <a:lnTo>
                    <a:pt x="7565" y="8077"/>
                  </a:lnTo>
                  <a:cubicBezTo>
                    <a:pt x="7641" y="8077"/>
                    <a:pt x="7703" y="8021"/>
                    <a:pt x="7711" y="7946"/>
                  </a:cubicBezTo>
                  <a:cubicBezTo>
                    <a:pt x="7837" y="6846"/>
                    <a:pt x="8729" y="5958"/>
                    <a:pt x="9829" y="5835"/>
                  </a:cubicBezTo>
                  <a:cubicBezTo>
                    <a:pt x="9904" y="5828"/>
                    <a:pt x="9960" y="5764"/>
                    <a:pt x="9960" y="5689"/>
                  </a:cubicBezTo>
                  <a:lnTo>
                    <a:pt x="9960" y="2934"/>
                  </a:lnTo>
                  <a:cubicBezTo>
                    <a:pt x="9962" y="2853"/>
                    <a:pt x="9896" y="2788"/>
                    <a:pt x="9815" y="2788"/>
                  </a:cubicBezTo>
                  <a:lnTo>
                    <a:pt x="9079" y="2788"/>
                  </a:lnTo>
                  <a:cubicBezTo>
                    <a:pt x="8998" y="2788"/>
                    <a:pt x="8931" y="2853"/>
                    <a:pt x="8931" y="2936"/>
                  </a:cubicBezTo>
                  <a:cubicBezTo>
                    <a:pt x="8931" y="3017"/>
                    <a:pt x="8998" y="3084"/>
                    <a:pt x="9079" y="3084"/>
                  </a:cubicBezTo>
                  <a:lnTo>
                    <a:pt x="9669" y="3084"/>
                  </a:lnTo>
                  <a:lnTo>
                    <a:pt x="9669" y="5563"/>
                  </a:lnTo>
                  <a:cubicBezTo>
                    <a:pt x="9115" y="5653"/>
                    <a:pt x="8597" y="5916"/>
                    <a:pt x="8197" y="6315"/>
                  </a:cubicBezTo>
                  <a:cubicBezTo>
                    <a:pt x="7795" y="6713"/>
                    <a:pt x="7530" y="7232"/>
                    <a:pt x="7439" y="7784"/>
                  </a:cubicBezTo>
                  <a:lnTo>
                    <a:pt x="4528" y="7784"/>
                  </a:lnTo>
                  <a:lnTo>
                    <a:pt x="4528" y="3081"/>
                  </a:lnTo>
                  <a:lnTo>
                    <a:pt x="7840" y="3081"/>
                  </a:lnTo>
                  <a:cubicBezTo>
                    <a:pt x="7921" y="3081"/>
                    <a:pt x="7988" y="3015"/>
                    <a:pt x="7988" y="2933"/>
                  </a:cubicBezTo>
                  <a:cubicBezTo>
                    <a:pt x="7988" y="2852"/>
                    <a:pt x="7921" y="2785"/>
                    <a:pt x="7840" y="2785"/>
                  </a:cubicBezTo>
                  <a:lnTo>
                    <a:pt x="5453" y="2785"/>
                  </a:lnTo>
                  <a:lnTo>
                    <a:pt x="5453" y="2091"/>
                  </a:lnTo>
                  <a:lnTo>
                    <a:pt x="5554" y="2091"/>
                  </a:lnTo>
                  <a:cubicBezTo>
                    <a:pt x="5636" y="2091"/>
                    <a:pt x="5702" y="2024"/>
                    <a:pt x="5702" y="1943"/>
                  </a:cubicBezTo>
                  <a:lnTo>
                    <a:pt x="5702" y="1046"/>
                  </a:lnTo>
                  <a:cubicBezTo>
                    <a:pt x="5702" y="964"/>
                    <a:pt x="5636" y="899"/>
                    <a:pt x="5554" y="899"/>
                  </a:cubicBezTo>
                  <a:lnTo>
                    <a:pt x="4007" y="899"/>
                  </a:lnTo>
                  <a:lnTo>
                    <a:pt x="4007" y="148"/>
                  </a:lnTo>
                  <a:cubicBezTo>
                    <a:pt x="4007" y="67"/>
                    <a:pt x="3941" y="0"/>
                    <a:pt x="38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6" name="Google Shape;1846;p2"/>
            <p:cNvSpPr/>
            <p:nvPr/>
          </p:nvSpPr>
          <p:spPr>
            <a:xfrm>
              <a:off x="5272487" y="1401944"/>
              <a:ext cx="25957" cy="26011"/>
            </a:xfrm>
            <a:custGeom>
              <a:rect b="b" l="l" r="r" t="t"/>
              <a:pathLst>
                <a:path extrusionOk="0" h="963" w="961">
                  <a:moveTo>
                    <a:pt x="665" y="296"/>
                  </a:moveTo>
                  <a:lnTo>
                    <a:pt x="665" y="667"/>
                  </a:lnTo>
                  <a:lnTo>
                    <a:pt x="296" y="667"/>
                  </a:lnTo>
                  <a:lnTo>
                    <a:pt x="296" y="296"/>
                  </a:lnTo>
                  <a:close/>
                  <a:moveTo>
                    <a:pt x="148" y="0"/>
                  </a:moveTo>
                  <a:cubicBezTo>
                    <a:pt x="65" y="0"/>
                    <a:pt x="0" y="67"/>
                    <a:pt x="0" y="148"/>
                  </a:cubicBezTo>
                  <a:lnTo>
                    <a:pt x="0" y="814"/>
                  </a:lnTo>
                  <a:cubicBezTo>
                    <a:pt x="0" y="895"/>
                    <a:pt x="65" y="962"/>
                    <a:pt x="148" y="962"/>
                  </a:cubicBezTo>
                  <a:lnTo>
                    <a:pt x="813" y="962"/>
                  </a:lnTo>
                  <a:cubicBezTo>
                    <a:pt x="895" y="962"/>
                    <a:pt x="960" y="895"/>
                    <a:pt x="960" y="814"/>
                  </a:cubicBezTo>
                  <a:lnTo>
                    <a:pt x="960" y="148"/>
                  </a:lnTo>
                  <a:cubicBezTo>
                    <a:pt x="960" y="67"/>
                    <a:pt x="895" y="0"/>
                    <a:pt x="81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7" name="Google Shape;1847;p2"/>
            <p:cNvSpPr/>
            <p:nvPr/>
          </p:nvSpPr>
          <p:spPr>
            <a:xfrm>
              <a:off x="5239481" y="1401944"/>
              <a:ext cx="25957" cy="26011"/>
            </a:xfrm>
            <a:custGeom>
              <a:rect b="b" l="l" r="r" t="t"/>
              <a:pathLst>
                <a:path extrusionOk="0" h="963" w="961">
                  <a:moveTo>
                    <a:pt x="668" y="296"/>
                  </a:moveTo>
                  <a:lnTo>
                    <a:pt x="668" y="667"/>
                  </a:lnTo>
                  <a:lnTo>
                    <a:pt x="298" y="667"/>
                  </a:lnTo>
                  <a:lnTo>
                    <a:pt x="298" y="296"/>
                  </a:lnTo>
                  <a:close/>
                  <a:moveTo>
                    <a:pt x="148" y="0"/>
                  </a:moveTo>
                  <a:cubicBezTo>
                    <a:pt x="66" y="0"/>
                    <a:pt x="0" y="67"/>
                    <a:pt x="0" y="148"/>
                  </a:cubicBezTo>
                  <a:lnTo>
                    <a:pt x="0" y="814"/>
                  </a:lnTo>
                  <a:cubicBezTo>
                    <a:pt x="0" y="895"/>
                    <a:pt x="66" y="962"/>
                    <a:pt x="148" y="962"/>
                  </a:cubicBezTo>
                  <a:lnTo>
                    <a:pt x="813" y="962"/>
                  </a:lnTo>
                  <a:cubicBezTo>
                    <a:pt x="895" y="962"/>
                    <a:pt x="961" y="895"/>
                    <a:pt x="961" y="814"/>
                  </a:cubicBezTo>
                  <a:lnTo>
                    <a:pt x="961" y="148"/>
                  </a:lnTo>
                  <a:cubicBezTo>
                    <a:pt x="961" y="67"/>
                    <a:pt x="895" y="0"/>
                    <a:pt x="81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8" name="Google Shape;1848;p2"/>
            <p:cNvSpPr/>
            <p:nvPr/>
          </p:nvSpPr>
          <p:spPr>
            <a:xfrm>
              <a:off x="5270866" y="1480272"/>
              <a:ext cx="26011" cy="25957"/>
            </a:xfrm>
            <a:custGeom>
              <a:rect b="b" l="l" r="r" t="t"/>
              <a:pathLst>
                <a:path extrusionOk="0" h="961" w="963">
                  <a:moveTo>
                    <a:pt x="667" y="296"/>
                  </a:moveTo>
                  <a:lnTo>
                    <a:pt x="667" y="665"/>
                  </a:lnTo>
                  <a:lnTo>
                    <a:pt x="297" y="665"/>
                  </a:lnTo>
                  <a:lnTo>
                    <a:pt x="297" y="296"/>
                  </a:lnTo>
                  <a:close/>
                  <a:moveTo>
                    <a:pt x="149" y="0"/>
                  </a:moveTo>
                  <a:cubicBezTo>
                    <a:pt x="68" y="0"/>
                    <a:pt x="1" y="65"/>
                    <a:pt x="1" y="148"/>
                  </a:cubicBezTo>
                  <a:lnTo>
                    <a:pt x="1" y="812"/>
                  </a:lnTo>
                  <a:cubicBezTo>
                    <a:pt x="1" y="895"/>
                    <a:pt x="68" y="960"/>
                    <a:pt x="149" y="960"/>
                  </a:cubicBezTo>
                  <a:lnTo>
                    <a:pt x="815" y="960"/>
                  </a:lnTo>
                  <a:cubicBezTo>
                    <a:pt x="896" y="960"/>
                    <a:pt x="963" y="895"/>
                    <a:pt x="963" y="812"/>
                  </a:cubicBezTo>
                  <a:lnTo>
                    <a:pt x="963" y="148"/>
                  </a:lnTo>
                  <a:cubicBezTo>
                    <a:pt x="963" y="64"/>
                    <a:pt x="896" y="0"/>
                    <a:pt x="81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9" name="Google Shape;1849;p2"/>
            <p:cNvSpPr/>
            <p:nvPr/>
          </p:nvSpPr>
          <p:spPr>
            <a:xfrm>
              <a:off x="5239481" y="1480272"/>
              <a:ext cx="25957" cy="25957"/>
            </a:xfrm>
            <a:custGeom>
              <a:rect b="b" l="l" r="r" t="t"/>
              <a:pathLst>
                <a:path extrusionOk="0" h="961" w="961">
                  <a:moveTo>
                    <a:pt x="668" y="296"/>
                  </a:moveTo>
                  <a:lnTo>
                    <a:pt x="668" y="665"/>
                  </a:lnTo>
                  <a:lnTo>
                    <a:pt x="298" y="665"/>
                  </a:lnTo>
                  <a:lnTo>
                    <a:pt x="298" y="296"/>
                  </a:lnTo>
                  <a:close/>
                  <a:moveTo>
                    <a:pt x="148" y="0"/>
                  </a:moveTo>
                  <a:cubicBezTo>
                    <a:pt x="66" y="0"/>
                    <a:pt x="0" y="65"/>
                    <a:pt x="0" y="148"/>
                  </a:cubicBezTo>
                  <a:lnTo>
                    <a:pt x="0" y="812"/>
                  </a:lnTo>
                  <a:cubicBezTo>
                    <a:pt x="0" y="895"/>
                    <a:pt x="66" y="960"/>
                    <a:pt x="148" y="960"/>
                  </a:cubicBezTo>
                  <a:lnTo>
                    <a:pt x="813" y="960"/>
                  </a:lnTo>
                  <a:cubicBezTo>
                    <a:pt x="895" y="960"/>
                    <a:pt x="961" y="895"/>
                    <a:pt x="961" y="812"/>
                  </a:cubicBezTo>
                  <a:lnTo>
                    <a:pt x="961" y="148"/>
                  </a:lnTo>
                  <a:cubicBezTo>
                    <a:pt x="961" y="64"/>
                    <a:pt x="895" y="0"/>
                    <a:pt x="81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0" name="Google Shape;1850;p2"/>
            <p:cNvSpPr/>
            <p:nvPr/>
          </p:nvSpPr>
          <p:spPr>
            <a:xfrm>
              <a:off x="5305898" y="1401944"/>
              <a:ext cx="25957" cy="26011"/>
            </a:xfrm>
            <a:custGeom>
              <a:rect b="b" l="l" r="r" t="t"/>
              <a:pathLst>
                <a:path extrusionOk="0" h="963" w="961">
                  <a:moveTo>
                    <a:pt x="668" y="296"/>
                  </a:moveTo>
                  <a:lnTo>
                    <a:pt x="668" y="667"/>
                  </a:lnTo>
                  <a:lnTo>
                    <a:pt x="298" y="667"/>
                  </a:lnTo>
                  <a:lnTo>
                    <a:pt x="298" y="296"/>
                  </a:lnTo>
                  <a:close/>
                  <a:moveTo>
                    <a:pt x="148" y="0"/>
                  </a:moveTo>
                  <a:cubicBezTo>
                    <a:pt x="66" y="0"/>
                    <a:pt x="0" y="67"/>
                    <a:pt x="0" y="148"/>
                  </a:cubicBezTo>
                  <a:lnTo>
                    <a:pt x="0" y="814"/>
                  </a:lnTo>
                  <a:cubicBezTo>
                    <a:pt x="0" y="895"/>
                    <a:pt x="66" y="962"/>
                    <a:pt x="148" y="962"/>
                  </a:cubicBezTo>
                  <a:lnTo>
                    <a:pt x="813" y="962"/>
                  </a:lnTo>
                  <a:cubicBezTo>
                    <a:pt x="895" y="962"/>
                    <a:pt x="961" y="895"/>
                    <a:pt x="961" y="814"/>
                  </a:cubicBezTo>
                  <a:lnTo>
                    <a:pt x="961" y="148"/>
                  </a:lnTo>
                  <a:cubicBezTo>
                    <a:pt x="961" y="67"/>
                    <a:pt x="895" y="0"/>
                    <a:pt x="81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1" name="Google Shape;1851;p2"/>
            <p:cNvSpPr/>
            <p:nvPr/>
          </p:nvSpPr>
          <p:spPr>
            <a:xfrm>
              <a:off x="5339876" y="1401944"/>
              <a:ext cx="25984" cy="26011"/>
            </a:xfrm>
            <a:custGeom>
              <a:rect b="b" l="l" r="r" t="t"/>
              <a:pathLst>
                <a:path extrusionOk="0" h="963" w="962">
                  <a:moveTo>
                    <a:pt x="666" y="296"/>
                  </a:moveTo>
                  <a:lnTo>
                    <a:pt x="666" y="667"/>
                  </a:lnTo>
                  <a:lnTo>
                    <a:pt x="297" y="667"/>
                  </a:lnTo>
                  <a:lnTo>
                    <a:pt x="297" y="296"/>
                  </a:lnTo>
                  <a:close/>
                  <a:moveTo>
                    <a:pt x="149" y="0"/>
                  </a:moveTo>
                  <a:cubicBezTo>
                    <a:pt x="67" y="0"/>
                    <a:pt x="0" y="67"/>
                    <a:pt x="0" y="148"/>
                  </a:cubicBezTo>
                  <a:lnTo>
                    <a:pt x="0" y="814"/>
                  </a:lnTo>
                  <a:cubicBezTo>
                    <a:pt x="0" y="895"/>
                    <a:pt x="67" y="962"/>
                    <a:pt x="149" y="962"/>
                  </a:cubicBezTo>
                  <a:lnTo>
                    <a:pt x="814" y="962"/>
                  </a:lnTo>
                  <a:cubicBezTo>
                    <a:pt x="897" y="962"/>
                    <a:pt x="962" y="895"/>
                    <a:pt x="962" y="814"/>
                  </a:cubicBezTo>
                  <a:lnTo>
                    <a:pt x="962" y="148"/>
                  </a:lnTo>
                  <a:cubicBezTo>
                    <a:pt x="962" y="67"/>
                    <a:pt x="895" y="0"/>
                    <a:pt x="81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2" name="Google Shape;1852;p2"/>
            <p:cNvSpPr/>
            <p:nvPr/>
          </p:nvSpPr>
          <p:spPr>
            <a:xfrm>
              <a:off x="5138788" y="1380498"/>
              <a:ext cx="31656" cy="102260"/>
            </a:xfrm>
            <a:custGeom>
              <a:rect b="b" l="l" r="r" t="t"/>
              <a:pathLst>
                <a:path extrusionOk="0" h="3786" w="1172">
                  <a:moveTo>
                    <a:pt x="149" y="1"/>
                  </a:moveTo>
                  <a:cubicBezTo>
                    <a:pt x="66" y="1"/>
                    <a:pt x="1" y="68"/>
                    <a:pt x="1" y="149"/>
                  </a:cubicBezTo>
                  <a:lnTo>
                    <a:pt x="1" y="3638"/>
                  </a:lnTo>
                  <a:cubicBezTo>
                    <a:pt x="1" y="3719"/>
                    <a:pt x="66" y="3786"/>
                    <a:pt x="149" y="3786"/>
                  </a:cubicBezTo>
                  <a:lnTo>
                    <a:pt x="1023" y="3786"/>
                  </a:lnTo>
                  <a:cubicBezTo>
                    <a:pt x="1106" y="3786"/>
                    <a:pt x="1171" y="3719"/>
                    <a:pt x="1171" y="3638"/>
                  </a:cubicBezTo>
                  <a:lnTo>
                    <a:pt x="1171" y="1478"/>
                  </a:lnTo>
                  <a:cubicBezTo>
                    <a:pt x="1171" y="1397"/>
                    <a:pt x="1106" y="1330"/>
                    <a:pt x="1023" y="1330"/>
                  </a:cubicBezTo>
                  <a:cubicBezTo>
                    <a:pt x="942" y="1330"/>
                    <a:pt x="875" y="1397"/>
                    <a:pt x="875" y="1478"/>
                  </a:cubicBezTo>
                  <a:lnTo>
                    <a:pt x="875" y="3490"/>
                  </a:lnTo>
                  <a:lnTo>
                    <a:pt x="296" y="3490"/>
                  </a:lnTo>
                  <a:lnTo>
                    <a:pt x="296" y="296"/>
                  </a:lnTo>
                  <a:lnTo>
                    <a:pt x="875" y="296"/>
                  </a:lnTo>
                  <a:lnTo>
                    <a:pt x="875" y="480"/>
                  </a:lnTo>
                  <a:cubicBezTo>
                    <a:pt x="875" y="561"/>
                    <a:pt x="942" y="628"/>
                    <a:pt x="1023" y="628"/>
                  </a:cubicBezTo>
                  <a:cubicBezTo>
                    <a:pt x="1106" y="628"/>
                    <a:pt x="1171" y="561"/>
                    <a:pt x="1171" y="480"/>
                  </a:cubicBezTo>
                  <a:lnTo>
                    <a:pt x="1171" y="149"/>
                  </a:lnTo>
                  <a:cubicBezTo>
                    <a:pt x="1171" y="68"/>
                    <a:pt x="1106" y="1"/>
                    <a:pt x="102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3" name="Google Shape;1853;p2"/>
            <p:cNvSpPr/>
            <p:nvPr/>
          </p:nvSpPr>
          <p:spPr>
            <a:xfrm>
              <a:off x="5138788" y="1501691"/>
              <a:ext cx="31656" cy="33708"/>
            </a:xfrm>
            <a:custGeom>
              <a:rect b="b" l="l" r="r" t="t"/>
              <a:pathLst>
                <a:path extrusionOk="0" h="1248" w="1172">
                  <a:moveTo>
                    <a:pt x="875" y="295"/>
                  </a:moveTo>
                  <a:lnTo>
                    <a:pt x="875" y="950"/>
                  </a:lnTo>
                  <a:lnTo>
                    <a:pt x="296" y="950"/>
                  </a:lnTo>
                  <a:lnTo>
                    <a:pt x="296" y="295"/>
                  </a:lnTo>
                  <a:close/>
                  <a:moveTo>
                    <a:pt x="149" y="1"/>
                  </a:moveTo>
                  <a:cubicBezTo>
                    <a:pt x="66" y="1"/>
                    <a:pt x="1" y="66"/>
                    <a:pt x="1" y="149"/>
                  </a:cubicBezTo>
                  <a:lnTo>
                    <a:pt x="1" y="1100"/>
                  </a:lnTo>
                  <a:cubicBezTo>
                    <a:pt x="1" y="1182"/>
                    <a:pt x="66" y="1248"/>
                    <a:pt x="149" y="1248"/>
                  </a:cubicBezTo>
                  <a:lnTo>
                    <a:pt x="1023" y="1248"/>
                  </a:lnTo>
                  <a:cubicBezTo>
                    <a:pt x="1106" y="1248"/>
                    <a:pt x="1171" y="1182"/>
                    <a:pt x="1171" y="1100"/>
                  </a:cubicBezTo>
                  <a:lnTo>
                    <a:pt x="1171" y="149"/>
                  </a:lnTo>
                  <a:cubicBezTo>
                    <a:pt x="1171" y="66"/>
                    <a:pt x="1106" y="1"/>
                    <a:pt x="102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54" name="Google Shape;1854;p2"/>
          <p:cNvGrpSpPr/>
          <p:nvPr/>
        </p:nvGrpSpPr>
        <p:grpSpPr>
          <a:xfrm>
            <a:off x="4202791" y="4434900"/>
            <a:ext cx="183074" cy="269074"/>
            <a:chOff x="4475291" y="1309625"/>
            <a:chExt cx="183074" cy="269074"/>
          </a:xfrm>
        </p:grpSpPr>
        <p:sp>
          <p:nvSpPr>
            <p:cNvPr id="1855" name="Google Shape;1855;p2"/>
            <p:cNvSpPr/>
            <p:nvPr/>
          </p:nvSpPr>
          <p:spPr>
            <a:xfrm>
              <a:off x="4475291" y="1309625"/>
              <a:ext cx="183074" cy="269074"/>
            </a:xfrm>
            <a:custGeom>
              <a:rect b="b" l="l" r="r" t="t"/>
              <a:pathLst>
                <a:path extrusionOk="0" h="9962" w="6778">
                  <a:moveTo>
                    <a:pt x="5585" y="296"/>
                  </a:moveTo>
                  <a:cubicBezTo>
                    <a:pt x="5515" y="399"/>
                    <a:pt x="5472" y="520"/>
                    <a:pt x="5462" y="648"/>
                  </a:cubicBezTo>
                  <a:lnTo>
                    <a:pt x="5389" y="1518"/>
                  </a:lnTo>
                  <a:lnTo>
                    <a:pt x="5162" y="1518"/>
                  </a:lnTo>
                  <a:lnTo>
                    <a:pt x="5162" y="296"/>
                  </a:lnTo>
                  <a:close/>
                  <a:moveTo>
                    <a:pt x="2986" y="2905"/>
                  </a:moveTo>
                  <a:lnTo>
                    <a:pt x="2986" y="2994"/>
                  </a:lnTo>
                  <a:lnTo>
                    <a:pt x="2293" y="2994"/>
                  </a:lnTo>
                  <a:lnTo>
                    <a:pt x="2293" y="2905"/>
                  </a:lnTo>
                  <a:close/>
                  <a:moveTo>
                    <a:pt x="6120" y="297"/>
                  </a:moveTo>
                  <a:cubicBezTo>
                    <a:pt x="6128" y="297"/>
                    <a:pt x="6137" y="297"/>
                    <a:pt x="6146" y="298"/>
                  </a:cubicBezTo>
                  <a:cubicBezTo>
                    <a:pt x="6237" y="306"/>
                    <a:pt x="6320" y="355"/>
                    <a:pt x="6381" y="433"/>
                  </a:cubicBezTo>
                  <a:cubicBezTo>
                    <a:pt x="6447" y="516"/>
                    <a:pt x="6476" y="623"/>
                    <a:pt x="6466" y="734"/>
                  </a:cubicBezTo>
                  <a:lnTo>
                    <a:pt x="6270" y="3037"/>
                  </a:lnTo>
                  <a:lnTo>
                    <a:pt x="5556" y="3037"/>
                  </a:lnTo>
                  <a:lnTo>
                    <a:pt x="5756" y="674"/>
                  </a:lnTo>
                  <a:cubicBezTo>
                    <a:pt x="5766" y="562"/>
                    <a:pt x="5812" y="464"/>
                    <a:pt x="5890" y="391"/>
                  </a:cubicBezTo>
                  <a:cubicBezTo>
                    <a:pt x="5958" y="331"/>
                    <a:pt x="6037" y="297"/>
                    <a:pt x="6120" y="297"/>
                  </a:cubicBezTo>
                  <a:close/>
                  <a:moveTo>
                    <a:pt x="6202" y="3860"/>
                  </a:moveTo>
                  <a:lnTo>
                    <a:pt x="6122" y="4799"/>
                  </a:lnTo>
                  <a:lnTo>
                    <a:pt x="6122" y="4810"/>
                  </a:lnTo>
                  <a:lnTo>
                    <a:pt x="6122" y="4916"/>
                  </a:lnTo>
                  <a:cubicBezTo>
                    <a:pt x="5984" y="4802"/>
                    <a:pt x="5809" y="4734"/>
                    <a:pt x="5616" y="4734"/>
                  </a:cubicBezTo>
                  <a:lnTo>
                    <a:pt x="5412" y="4734"/>
                  </a:lnTo>
                  <a:lnTo>
                    <a:pt x="5486" y="3860"/>
                  </a:lnTo>
                  <a:close/>
                  <a:moveTo>
                    <a:pt x="5017" y="1"/>
                  </a:moveTo>
                  <a:cubicBezTo>
                    <a:pt x="4935" y="1"/>
                    <a:pt x="4869" y="66"/>
                    <a:pt x="4869" y="148"/>
                  </a:cubicBezTo>
                  <a:lnTo>
                    <a:pt x="4869" y="1666"/>
                  </a:lnTo>
                  <a:cubicBezTo>
                    <a:pt x="4869" y="1748"/>
                    <a:pt x="4935" y="1814"/>
                    <a:pt x="5017" y="1814"/>
                  </a:cubicBezTo>
                  <a:lnTo>
                    <a:pt x="5366" y="1814"/>
                  </a:lnTo>
                  <a:lnTo>
                    <a:pt x="5262" y="3037"/>
                  </a:lnTo>
                  <a:lnTo>
                    <a:pt x="4381" y="3037"/>
                  </a:lnTo>
                  <a:cubicBezTo>
                    <a:pt x="4300" y="3037"/>
                    <a:pt x="4233" y="3104"/>
                    <a:pt x="4233" y="3185"/>
                  </a:cubicBezTo>
                  <a:cubicBezTo>
                    <a:pt x="4233" y="3267"/>
                    <a:pt x="4298" y="3333"/>
                    <a:pt x="4381" y="3333"/>
                  </a:cubicBezTo>
                  <a:lnTo>
                    <a:pt x="6217" y="3333"/>
                  </a:lnTo>
                  <a:lnTo>
                    <a:pt x="6217" y="3569"/>
                  </a:lnTo>
                  <a:lnTo>
                    <a:pt x="2955" y="3569"/>
                  </a:lnTo>
                  <a:cubicBezTo>
                    <a:pt x="2754" y="3569"/>
                    <a:pt x="2592" y="3730"/>
                    <a:pt x="2592" y="3931"/>
                  </a:cubicBezTo>
                  <a:lnTo>
                    <a:pt x="2592" y="3937"/>
                  </a:lnTo>
                  <a:lnTo>
                    <a:pt x="2100" y="3937"/>
                  </a:lnTo>
                  <a:lnTo>
                    <a:pt x="2100" y="3333"/>
                  </a:lnTo>
                  <a:lnTo>
                    <a:pt x="3593" y="3333"/>
                  </a:lnTo>
                  <a:cubicBezTo>
                    <a:pt x="3674" y="3333"/>
                    <a:pt x="3741" y="3267"/>
                    <a:pt x="3741" y="3185"/>
                  </a:cubicBezTo>
                  <a:cubicBezTo>
                    <a:pt x="3741" y="3104"/>
                    <a:pt x="3674" y="3037"/>
                    <a:pt x="3593" y="3037"/>
                  </a:cubicBezTo>
                  <a:lnTo>
                    <a:pt x="3285" y="3037"/>
                  </a:lnTo>
                  <a:lnTo>
                    <a:pt x="3285" y="2760"/>
                  </a:lnTo>
                  <a:cubicBezTo>
                    <a:pt x="3285" y="2678"/>
                    <a:pt x="3219" y="2612"/>
                    <a:pt x="3137" y="2612"/>
                  </a:cubicBezTo>
                  <a:lnTo>
                    <a:pt x="2149" y="2612"/>
                  </a:lnTo>
                  <a:cubicBezTo>
                    <a:pt x="2068" y="2612"/>
                    <a:pt x="2001" y="2678"/>
                    <a:pt x="2001" y="2760"/>
                  </a:cubicBezTo>
                  <a:lnTo>
                    <a:pt x="2001" y="3037"/>
                  </a:lnTo>
                  <a:lnTo>
                    <a:pt x="1953" y="3037"/>
                  </a:lnTo>
                  <a:cubicBezTo>
                    <a:pt x="1870" y="3037"/>
                    <a:pt x="1805" y="3104"/>
                    <a:pt x="1805" y="3185"/>
                  </a:cubicBezTo>
                  <a:lnTo>
                    <a:pt x="1805" y="4085"/>
                  </a:lnTo>
                  <a:cubicBezTo>
                    <a:pt x="1805" y="4166"/>
                    <a:pt x="1870" y="4232"/>
                    <a:pt x="1953" y="4232"/>
                  </a:cubicBezTo>
                  <a:lnTo>
                    <a:pt x="2740" y="4232"/>
                  </a:lnTo>
                  <a:cubicBezTo>
                    <a:pt x="2823" y="4232"/>
                    <a:pt x="2888" y="4166"/>
                    <a:pt x="2888" y="4085"/>
                  </a:cubicBezTo>
                  <a:lnTo>
                    <a:pt x="2888" y="3931"/>
                  </a:lnTo>
                  <a:cubicBezTo>
                    <a:pt x="2888" y="3893"/>
                    <a:pt x="2918" y="3865"/>
                    <a:pt x="2955" y="3865"/>
                  </a:cubicBezTo>
                  <a:lnTo>
                    <a:pt x="5190" y="3865"/>
                  </a:lnTo>
                  <a:lnTo>
                    <a:pt x="5118" y="4715"/>
                  </a:lnTo>
                  <a:lnTo>
                    <a:pt x="5118" y="4738"/>
                  </a:lnTo>
                  <a:lnTo>
                    <a:pt x="2068" y="4738"/>
                  </a:lnTo>
                  <a:cubicBezTo>
                    <a:pt x="1985" y="4738"/>
                    <a:pt x="1920" y="4804"/>
                    <a:pt x="1920" y="4886"/>
                  </a:cubicBezTo>
                  <a:cubicBezTo>
                    <a:pt x="1920" y="4967"/>
                    <a:pt x="1985" y="5034"/>
                    <a:pt x="2068" y="5034"/>
                  </a:cubicBezTo>
                  <a:lnTo>
                    <a:pt x="5618" y="5034"/>
                  </a:lnTo>
                  <a:cubicBezTo>
                    <a:pt x="5897" y="5034"/>
                    <a:pt x="6124" y="5260"/>
                    <a:pt x="6124" y="5540"/>
                  </a:cubicBezTo>
                  <a:cubicBezTo>
                    <a:pt x="6124" y="5818"/>
                    <a:pt x="5898" y="6046"/>
                    <a:pt x="5618" y="6046"/>
                  </a:cubicBezTo>
                  <a:lnTo>
                    <a:pt x="802" y="6046"/>
                  </a:lnTo>
                  <a:cubicBezTo>
                    <a:pt x="524" y="6046"/>
                    <a:pt x="297" y="5820"/>
                    <a:pt x="297" y="5540"/>
                  </a:cubicBezTo>
                  <a:cubicBezTo>
                    <a:pt x="297" y="5260"/>
                    <a:pt x="522" y="5034"/>
                    <a:pt x="802" y="5034"/>
                  </a:cubicBezTo>
                  <a:lnTo>
                    <a:pt x="1188" y="5034"/>
                  </a:lnTo>
                  <a:cubicBezTo>
                    <a:pt x="1269" y="5034"/>
                    <a:pt x="1336" y="4967"/>
                    <a:pt x="1336" y="4886"/>
                  </a:cubicBezTo>
                  <a:cubicBezTo>
                    <a:pt x="1336" y="4804"/>
                    <a:pt x="1269" y="4738"/>
                    <a:pt x="1188" y="4738"/>
                  </a:cubicBezTo>
                  <a:lnTo>
                    <a:pt x="802" y="4738"/>
                  </a:lnTo>
                  <a:cubicBezTo>
                    <a:pt x="360" y="4738"/>
                    <a:pt x="1" y="5098"/>
                    <a:pt x="1" y="5540"/>
                  </a:cubicBezTo>
                  <a:cubicBezTo>
                    <a:pt x="1" y="5982"/>
                    <a:pt x="360" y="6341"/>
                    <a:pt x="802" y="6341"/>
                  </a:cubicBezTo>
                  <a:lnTo>
                    <a:pt x="5118" y="6341"/>
                  </a:lnTo>
                  <a:lnTo>
                    <a:pt x="5118" y="7138"/>
                  </a:lnTo>
                  <a:cubicBezTo>
                    <a:pt x="5118" y="7221"/>
                    <a:pt x="5184" y="7286"/>
                    <a:pt x="5266" y="7286"/>
                  </a:cubicBezTo>
                  <a:cubicBezTo>
                    <a:pt x="5347" y="7286"/>
                    <a:pt x="5414" y="7221"/>
                    <a:pt x="5414" y="7138"/>
                  </a:cubicBezTo>
                  <a:lnTo>
                    <a:pt x="5414" y="6341"/>
                  </a:lnTo>
                  <a:lnTo>
                    <a:pt x="5618" y="6341"/>
                  </a:lnTo>
                  <a:cubicBezTo>
                    <a:pt x="5808" y="6341"/>
                    <a:pt x="5985" y="6273"/>
                    <a:pt x="6124" y="6161"/>
                  </a:cubicBezTo>
                  <a:lnTo>
                    <a:pt x="6124" y="9671"/>
                  </a:lnTo>
                  <a:lnTo>
                    <a:pt x="2754" y="9671"/>
                  </a:lnTo>
                  <a:lnTo>
                    <a:pt x="2754" y="9604"/>
                  </a:lnTo>
                  <a:cubicBezTo>
                    <a:pt x="2754" y="9386"/>
                    <a:pt x="2932" y="9207"/>
                    <a:pt x="3151" y="9207"/>
                  </a:cubicBezTo>
                  <a:lnTo>
                    <a:pt x="4664" y="9207"/>
                  </a:lnTo>
                  <a:cubicBezTo>
                    <a:pt x="5076" y="9207"/>
                    <a:pt x="5414" y="8871"/>
                    <a:pt x="5414" y="8458"/>
                  </a:cubicBezTo>
                  <a:lnTo>
                    <a:pt x="5414" y="7867"/>
                  </a:lnTo>
                  <a:cubicBezTo>
                    <a:pt x="5414" y="7784"/>
                    <a:pt x="5347" y="7719"/>
                    <a:pt x="5266" y="7719"/>
                  </a:cubicBezTo>
                  <a:cubicBezTo>
                    <a:pt x="5184" y="7719"/>
                    <a:pt x="5118" y="7784"/>
                    <a:pt x="5118" y="7867"/>
                  </a:cubicBezTo>
                  <a:lnTo>
                    <a:pt x="5118" y="8458"/>
                  </a:lnTo>
                  <a:cubicBezTo>
                    <a:pt x="5118" y="8709"/>
                    <a:pt x="4913" y="8911"/>
                    <a:pt x="4664" y="8911"/>
                  </a:cubicBezTo>
                  <a:lnTo>
                    <a:pt x="3151" y="8911"/>
                  </a:lnTo>
                  <a:cubicBezTo>
                    <a:pt x="2770" y="8911"/>
                    <a:pt x="2458" y="9222"/>
                    <a:pt x="2458" y="9604"/>
                  </a:cubicBezTo>
                  <a:lnTo>
                    <a:pt x="2458" y="9814"/>
                  </a:lnTo>
                  <a:cubicBezTo>
                    <a:pt x="2458" y="9896"/>
                    <a:pt x="2524" y="9962"/>
                    <a:pt x="2606" y="9962"/>
                  </a:cubicBezTo>
                  <a:lnTo>
                    <a:pt x="6272" y="9962"/>
                  </a:lnTo>
                  <a:cubicBezTo>
                    <a:pt x="6353" y="9962"/>
                    <a:pt x="6419" y="9896"/>
                    <a:pt x="6419" y="9814"/>
                  </a:cubicBezTo>
                  <a:lnTo>
                    <a:pt x="6419" y="4818"/>
                  </a:lnTo>
                  <a:lnTo>
                    <a:pt x="6763" y="760"/>
                  </a:lnTo>
                  <a:cubicBezTo>
                    <a:pt x="6777" y="575"/>
                    <a:pt x="6728" y="396"/>
                    <a:pt x="6619" y="254"/>
                  </a:cubicBezTo>
                  <a:cubicBezTo>
                    <a:pt x="6511" y="114"/>
                    <a:pt x="6363" y="27"/>
                    <a:pt x="6198" y="7"/>
                  </a:cubicBezTo>
                  <a:cubicBezTo>
                    <a:pt x="6186" y="2"/>
                    <a:pt x="6172" y="1"/>
                    <a:pt x="616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6" name="Google Shape;1856;p2"/>
            <p:cNvSpPr/>
            <p:nvPr/>
          </p:nvSpPr>
          <p:spPr>
            <a:xfrm>
              <a:off x="4613393" y="1448266"/>
              <a:ext cx="19717" cy="19663"/>
            </a:xfrm>
            <a:custGeom>
              <a:rect b="b" l="l" r="r" t="t"/>
              <a:pathLst>
                <a:path extrusionOk="0" h="728" w="730">
                  <a:moveTo>
                    <a:pt x="365" y="296"/>
                  </a:moveTo>
                  <a:cubicBezTo>
                    <a:pt x="402" y="296"/>
                    <a:pt x="433" y="327"/>
                    <a:pt x="433" y="363"/>
                  </a:cubicBezTo>
                  <a:cubicBezTo>
                    <a:pt x="433" y="401"/>
                    <a:pt x="402" y="432"/>
                    <a:pt x="365" y="432"/>
                  </a:cubicBezTo>
                  <a:cubicBezTo>
                    <a:pt x="327" y="432"/>
                    <a:pt x="296" y="401"/>
                    <a:pt x="296" y="363"/>
                  </a:cubicBezTo>
                  <a:cubicBezTo>
                    <a:pt x="296" y="327"/>
                    <a:pt x="327" y="296"/>
                    <a:pt x="365" y="296"/>
                  </a:cubicBezTo>
                  <a:close/>
                  <a:moveTo>
                    <a:pt x="365" y="1"/>
                  </a:moveTo>
                  <a:cubicBezTo>
                    <a:pt x="164" y="1"/>
                    <a:pt x="1" y="164"/>
                    <a:pt x="1" y="363"/>
                  </a:cubicBezTo>
                  <a:cubicBezTo>
                    <a:pt x="1" y="564"/>
                    <a:pt x="164" y="727"/>
                    <a:pt x="365" y="727"/>
                  </a:cubicBezTo>
                  <a:cubicBezTo>
                    <a:pt x="566" y="727"/>
                    <a:pt x="729" y="564"/>
                    <a:pt x="729" y="363"/>
                  </a:cubicBezTo>
                  <a:cubicBezTo>
                    <a:pt x="729" y="164"/>
                    <a:pt x="566" y="1"/>
                    <a:pt x="3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57" name="Google Shape;1857;p2"/>
          <p:cNvSpPr/>
          <p:nvPr/>
        </p:nvSpPr>
        <p:spPr>
          <a:xfrm>
            <a:off x="3570410" y="4434900"/>
            <a:ext cx="88107" cy="269128"/>
          </a:xfrm>
          <a:custGeom>
            <a:rect b="b" l="l" r="r" t="t"/>
            <a:pathLst>
              <a:path extrusionOk="0" h="9964" w="3262">
                <a:moveTo>
                  <a:pt x="1588" y="3330"/>
                </a:moveTo>
                <a:lnTo>
                  <a:pt x="1761" y="3395"/>
                </a:lnTo>
                <a:cubicBezTo>
                  <a:pt x="1778" y="3401"/>
                  <a:pt x="1795" y="3406"/>
                  <a:pt x="1814" y="3406"/>
                </a:cubicBezTo>
                <a:lnTo>
                  <a:pt x="2262" y="3406"/>
                </a:lnTo>
                <a:lnTo>
                  <a:pt x="2262" y="4078"/>
                </a:lnTo>
                <a:lnTo>
                  <a:pt x="2262" y="4080"/>
                </a:lnTo>
                <a:lnTo>
                  <a:pt x="2290" y="5795"/>
                </a:lnTo>
                <a:lnTo>
                  <a:pt x="2004" y="7387"/>
                </a:lnTo>
                <a:lnTo>
                  <a:pt x="1739" y="7387"/>
                </a:lnTo>
                <a:lnTo>
                  <a:pt x="1739" y="4897"/>
                </a:lnTo>
                <a:cubicBezTo>
                  <a:pt x="1739" y="4816"/>
                  <a:pt x="1674" y="4749"/>
                  <a:pt x="1591" y="4749"/>
                </a:cubicBezTo>
                <a:cubicBezTo>
                  <a:pt x="1510" y="4749"/>
                  <a:pt x="1443" y="4816"/>
                  <a:pt x="1443" y="4897"/>
                </a:cubicBezTo>
                <a:lnTo>
                  <a:pt x="1443" y="7387"/>
                </a:lnTo>
                <a:lnTo>
                  <a:pt x="1179" y="7387"/>
                </a:lnTo>
                <a:lnTo>
                  <a:pt x="892" y="5795"/>
                </a:lnTo>
                <a:lnTo>
                  <a:pt x="919" y="4080"/>
                </a:lnTo>
                <a:lnTo>
                  <a:pt x="919" y="4078"/>
                </a:lnTo>
                <a:lnTo>
                  <a:pt x="919" y="3406"/>
                </a:lnTo>
                <a:lnTo>
                  <a:pt x="1339" y="3406"/>
                </a:lnTo>
                <a:cubicBezTo>
                  <a:pt x="1355" y="3406"/>
                  <a:pt x="1372" y="3403"/>
                  <a:pt x="1387" y="3398"/>
                </a:cubicBezTo>
                <a:lnTo>
                  <a:pt x="1588" y="3330"/>
                </a:lnTo>
                <a:close/>
                <a:moveTo>
                  <a:pt x="2265" y="7683"/>
                </a:moveTo>
                <a:lnTo>
                  <a:pt x="2265" y="7839"/>
                </a:lnTo>
                <a:lnTo>
                  <a:pt x="919" y="7839"/>
                </a:lnTo>
                <a:lnTo>
                  <a:pt x="919" y="7683"/>
                </a:lnTo>
                <a:close/>
                <a:moveTo>
                  <a:pt x="2603" y="8134"/>
                </a:moveTo>
                <a:lnTo>
                  <a:pt x="2603" y="8290"/>
                </a:lnTo>
                <a:lnTo>
                  <a:pt x="578" y="8290"/>
                </a:lnTo>
                <a:lnTo>
                  <a:pt x="578" y="8134"/>
                </a:lnTo>
                <a:close/>
                <a:moveTo>
                  <a:pt x="1440" y="1"/>
                </a:moveTo>
                <a:cubicBezTo>
                  <a:pt x="1165" y="1"/>
                  <a:pt x="944" y="223"/>
                  <a:pt x="944" y="497"/>
                </a:cubicBezTo>
                <a:lnTo>
                  <a:pt x="944" y="1188"/>
                </a:lnTo>
                <a:cubicBezTo>
                  <a:pt x="944" y="1345"/>
                  <a:pt x="1020" y="1493"/>
                  <a:pt x="1148" y="1582"/>
                </a:cubicBezTo>
                <a:lnTo>
                  <a:pt x="1170" y="1597"/>
                </a:lnTo>
                <a:lnTo>
                  <a:pt x="1170" y="1820"/>
                </a:lnTo>
                <a:cubicBezTo>
                  <a:pt x="1170" y="1915"/>
                  <a:pt x="1092" y="1993"/>
                  <a:pt x="997" y="1993"/>
                </a:cubicBezTo>
                <a:lnTo>
                  <a:pt x="807" y="1993"/>
                </a:lnTo>
                <a:cubicBezTo>
                  <a:pt x="362" y="1993"/>
                  <a:pt x="1" y="2355"/>
                  <a:pt x="1" y="2801"/>
                </a:cubicBezTo>
                <a:lnTo>
                  <a:pt x="1" y="2818"/>
                </a:lnTo>
                <a:lnTo>
                  <a:pt x="36" y="3141"/>
                </a:lnTo>
                <a:cubicBezTo>
                  <a:pt x="46" y="3216"/>
                  <a:pt x="108" y="3272"/>
                  <a:pt x="181" y="3272"/>
                </a:cubicBezTo>
                <a:cubicBezTo>
                  <a:pt x="187" y="3272"/>
                  <a:pt x="193" y="3271"/>
                  <a:pt x="200" y="3271"/>
                </a:cubicBezTo>
                <a:cubicBezTo>
                  <a:pt x="282" y="3261"/>
                  <a:pt x="340" y="3190"/>
                  <a:pt x="331" y="3107"/>
                </a:cubicBezTo>
                <a:lnTo>
                  <a:pt x="296" y="2793"/>
                </a:lnTo>
                <a:cubicBezTo>
                  <a:pt x="300" y="2514"/>
                  <a:pt x="527" y="2288"/>
                  <a:pt x="807" y="2288"/>
                </a:cubicBezTo>
                <a:lnTo>
                  <a:pt x="997" y="2288"/>
                </a:lnTo>
                <a:cubicBezTo>
                  <a:pt x="1255" y="2288"/>
                  <a:pt x="1464" y="2078"/>
                  <a:pt x="1464" y="1822"/>
                </a:cubicBezTo>
                <a:lnTo>
                  <a:pt x="1464" y="1524"/>
                </a:lnTo>
                <a:cubicBezTo>
                  <a:pt x="1464" y="1476"/>
                  <a:pt x="1440" y="1431"/>
                  <a:pt x="1401" y="1403"/>
                </a:cubicBezTo>
                <a:lnTo>
                  <a:pt x="1317" y="1345"/>
                </a:lnTo>
                <a:cubicBezTo>
                  <a:pt x="1266" y="1309"/>
                  <a:pt x="1238" y="1252"/>
                  <a:pt x="1238" y="1190"/>
                </a:cubicBezTo>
                <a:lnTo>
                  <a:pt x="1238" y="499"/>
                </a:lnTo>
                <a:cubicBezTo>
                  <a:pt x="1238" y="388"/>
                  <a:pt x="1327" y="298"/>
                  <a:pt x="1437" y="298"/>
                </a:cubicBezTo>
                <a:lnTo>
                  <a:pt x="1822" y="298"/>
                </a:lnTo>
                <a:cubicBezTo>
                  <a:pt x="1932" y="298"/>
                  <a:pt x="2021" y="388"/>
                  <a:pt x="2021" y="499"/>
                </a:cubicBezTo>
                <a:lnTo>
                  <a:pt x="2021" y="1190"/>
                </a:lnTo>
                <a:cubicBezTo>
                  <a:pt x="2021" y="1252"/>
                  <a:pt x="1993" y="1308"/>
                  <a:pt x="1942" y="1345"/>
                </a:cubicBezTo>
                <a:lnTo>
                  <a:pt x="1857" y="1403"/>
                </a:lnTo>
                <a:cubicBezTo>
                  <a:pt x="1819" y="1431"/>
                  <a:pt x="1795" y="1476"/>
                  <a:pt x="1795" y="1524"/>
                </a:cubicBezTo>
                <a:lnTo>
                  <a:pt x="1795" y="1822"/>
                </a:lnTo>
                <a:cubicBezTo>
                  <a:pt x="1795" y="2080"/>
                  <a:pt x="2005" y="2288"/>
                  <a:pt x="2262" y="2288"/>
                </a:cubicBezTo>
                <a:lnTo>
                  <a:pt x="2450" y="2288"/>
                </a:lnTo>
                <a:cubicBezTo>
                  <a:pt x="2731" y="2288"/>
                  <a:pt x="2959" y="2514"/>
                  <a:pt x="2963" y="2793"/>
                </a:cubicBezTo>
                <a:lnTo>
                  <a:pt x="2801" y="4212"/>
                </a:lnTo>
                <a:lnTo>
                  <a:pt x="2561" y="4390"/>
                </a:lnTo>
                <a:lnTo>
                  <a:pt x="2555" y="4078"/>
                </a:lnTo>
                <a:lnTo>
                  <a:pt x="2555" y="3261"/>
                </a:lnTo>
                <a:lnTo>
                  <a:pt x="2587" y="2771"/>
                </a:lnTo>
                <a:cubicBezTo>
                  <a:pt x="2594" y="2688"/>
                  <a:pt x="2531" y="2620"/>
                  <a:pt x="2449" y="2614"/>
                </a:cubicBezTo>
                <a:cubicBezTo>
                  <a:pt x="2445" y="2613"/>
                  <a:pt x="2441" y="2613"/>
                  <a:pt x="2438" y="2613"/>
                </a:cubicBezTo>
                <a:cubicBezTo>
                  <a:pt x="2362" y="2613"/>
                  <a:pt x="2298" y="2674"/>
                  <a:pt x="2292" y="2751"/>
                </a:cubicBezTo>
                <a:lnTo>
                  <a:pt x="2267" y="3110"/>
                </a:lnTo>
                <a:lnTo>
                  <a:pt x="1834" y="3110"/>
                </a:lnTo>
                <a:lnTo>
                  <a:pt x="1638" y="3034"/>
                </a:lnTo>
                <a:cubicBezTo>
                  <a:pt x="1620" y="3027"/>
                  <a:pt x="1601" y="3024"/>
                  <a:pt x="1582" y="3024"/>
                </a:cubicBezTo>
                <a:cubicBezTo>
                  <a:pt x="1567" y="3024"/>
                  <a:pt x="1552" y="3026"/>
                  <a:pt x="1537" y="3031"/>
                </a:cubicBezTo>
                <a:lnTo>
                  <a:pt x="1307" y="3110"/>
                </a:lnTo>
                <a:lnTo>
                  <a:pt x="900" y="3110"/>
                </a:lnTo>
                <a:lnTo>
                  <a:pt x="875" y="2751"/>
                </a:lnTo>
                <a:cubicBezTo>
                  <a:pt x="869" y="2673"/>
                  <a:pt x="804" y="2614"/>
                  <a:pt x="727" y="2614"/>
                </a:cubicBezTo>
                <a:cubicBezTo>
                  <a:pt x="724" y="2614"/>
                  <a:pt x="721" y="2614"/>
                  <a:pt x="718" y="2614"/>
                </a:cubicBezTo>
                <a:cubicBezTo>
                  <a:pt x="636" y="2618"/>
                  <a:pt x="575" y="2688"/>
                  <a:pt x="580" y="2771"/>
                </a:cubicBezTo>
                <a:lnTo>
                  <a:pt x="612" y="3261"/>
                </a:lnTo>
                <a:lnTo>
                  <a:pt x="612" y="4077"/>
                </a:lnTo>
                <a:lnTo>
                  <a:pt x="609" y="4352"/>
                </a:lnTo>
                <a:lnTo>
                  <a:pt x="402" y="4180"/>
                </a:lnTo>
                <a:cubicBezTo>
                  <a:pt x="374" y="4156"/>
                  <a:pt x="340" y="4144"/>
                  <a:pt x="307" y="4144"/>
                </a:cubicBezTo>
                <a:cubicBezTo>
                  <a:pt x="265" y="4144"/>
                  <a:pt x="223" y="4162"/>
                  <a:pt x="194" y="4197"/>
                </a:cubicBezTo>
                <a:cubicBezTo>
                  <a:pt x="142" y="4259"/>
                  <a:pt x="150" y="4352"/>
                  <a:pt x="212" y="4405"/>
                </a:cubicBezTo>
                <a:lnTo>
                  <a:pt x="603" y="4734"/>
                </a:lnTo>
                <a:lnTo>
                  <a:pt x="586" y="5804"/>
                </a:lnTo>
                <a:cubicBezTo>
                  <a:pt x="586" y="5814"/>
                  <a:pt x="586" y="5823"/>
                  <a:pt x="587" y="5834"/>
                </a:cubicBezTo>
                <a:lnTo>
                  <a:pt x="868" y="7387"/>
                </a:lnTo>
                <a:lnTo>
                  <a:pt x="760" y="7387"/>
                </a:lnTo>
                <a:cubicBezTo>
                  <a:pt x="679" y="7387"/>
                  <a:pt x="612" y="7454"/>
                  <a:pt x="612" y="7535"/>
                </a:cubicBezTo>
                <a:lnTo>
                  <a:pt x="612" y="7837"/>
                </a:lnTo>
                <a:lnTo>
                  <a:pt x="419" y="7837"/>
                </a:lnTo>
                <a:cubicBezTo>
                  <a:pt x="338" y="7837"/>
                  <a:pt x="271" y="7904"/>
                  <a:pt x="271" y="7985"/>
                </a:cubicBezTo>
                <a:lnTo>
                  <a:pt x="271" y="8436"/>
                </a:lnTo>
                <a:cubicBezTo>
                  <a:pt x="271" y="8519"/>
                  <a:pt x="338" y="8584"/>
                  <a:pt x="419" y="8584"/>
                </a:cubicBezTo>
                <a:lnTo>
                  <a:pt x="2594" y="8584"/>
                </a:lnTo>
                <a:lnTo>
                  <a:pt x="2594" y="9667"/>
                </a:lnTo>
                <a:lnTo>
                  <a:pt x="567" y="9667"/>
                </a:lnTo>
                <a:lnTo>
                  <a:pt x="567" y="9520"/>
                </a:lnTo>
                <a:cubicBezTo>
                  <a:pt x="567" y="9439"/>
                  <a:pt x="502" y="9372"/>
                  <a:pt x="419" y="9372"/>
                </a:cubicBezTo>
                <a:cubicBezTo>
                  <a:pt x="338" y="9372"/>
                  <a:pt x="271" y="9439"/>
                  <a:pt x="271" y="9520"/>
                </a:cubicBezTo>
                <a:lnTo>
                  <a:pt x="271" y="9815"/>
                </a:lnTo>
                <a:cubicBezTo>
                  <a:pt x="271" y="9898"/>
                  <a:pt x="338" y="9963"/>
                  <a:pt x="419" y="9963"/>
                </a:cubicBezTo>
                <a:lnTo>
                  <a:pt x="2738" y="9963"/>
                </a:lnTo>
                <a:cubicBezTo>
                  <a:pt x="2821" y="9963"/>
                  <a:pt x="2886" y="9898"/>
                  <a:pt x="2886" y="9815"/>
                </a:cubicBezTo>
                <a:lnTo>
                  <a:pt x="2886" y="8436"/>
                </a:lnTo>
                <a:lnTo>
                  <a:pt x="2886" y="7987"/>
                </a:lnTo>
                <a:cubicBezTo>
                  <a:pt x="2886" y="7906"/>
                  <a:pt x="2821" y="7839"/>
                  <a:pt x="2738" y="7839"/>
                </a:cubicBezTo>
                <a:lnTo>
                  <a:pt x="2547" y="7839"/>
                </a:lnTo>
                <a:lnTo>
                  <a:pt x="2547" y="7538"/>
                </a:lnTo>
                <a:cubicBezTo>
                  <a:pt x="2547" y="7456"/>
                  <a:pt x="2480" y="7390"/>
                  <a:pt x="2399" y="7390"/>
                </a:cubicBezTo>
                <a:lnTo>
                  <a:pt x="2292" y="7390"/>
                </a:lnTo>
                <a:lnTo>
                  <a:pt x="2572" y="5836"/>
                </a:lnTo>
                <a:cubicBezTo>
                  <a:pt x="2573" y="5826"/>
                  <a:pt x="2573" y="5815"/>
                  <a:pt x="2573" y="5806"/>
                </a:cubicBezTo>
                <a:lnTo>
                  <a:pt x="2556" y="4751"/>
                </a:lnTo>
                <a:lnTo>
                  <a:pt x="3017" y="4413"/>
                </a:lnTo>
                <a:cubicBezTo>
                  <a:pt x="3050" y="4388"/>
                  <a:pt x="3071" y="4351"/>
                  <a:pt x="3078" y="4310"/>
                </a:cubicBezTo>
                <a:lnTo>
                  <a:pt x="3247" y="2816"/>
                </a:lnTo>
                <a:lnTo>
                  <a:pt x="3247" y="2799"/>
                </a:lnTo>
                <a:cubicBezTo>
                  <a:pt x="3261" y="2355"/>
                  <a:pt x="2899" y="1993"/>
                  <a:pt x="2454" y="1993"/>
                </a:cubicBezTo>
                <a:lnTo>
                  <a:pt x="2265" y="1993"/>
                </a:lnTo>
                <a:cubicBezTo>
                  <a:pt x="2169" y="1993"/>
                  <a:pt x="2091" y="1915"/>
                  <a:pt x="2091" y="1820"/>
                </a:cubicBezTo>
                <a:lnTo>
                  <a:pt x="2091" y="1597"/>
                </a:lnTo>
                <a:lnTo>
                  <a:pt x="2113" y="1582"/>
                </a:lnTo>
                <a:cubicBezTo>
                  <a:pt x="2242" y="1492"/>
                  <a:pt x="2317" y="1344"/>
                  <a:pt x="2317" y="1188"/>
                </a:cubicBezTo>
                <a:lnTo>
                  <a:pt x="2317" y="497"/>
                </a:lnTo>
                <a:cubicBezTo>
                  <a:pt x="2317" y="225"/>
                  <a:pt x="2096" y="1"/>
                  <a:pt x="1822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58" name="Google Shape;1858;p2"/>
          <p:cNvGrpSpPr/>
          <p:nvPr/>
        </p:nvGrpSpPr>
        <p:grpSpPr>
          <a:xfrm>
            <a:off x="2832042" y="4434900"/>
            <a:ext cx="205438" cy="269236"/>
            <a:chOff x="3104542" y="1309625"/>
            <a:chExt cx="205438" cy="269236"/>
          </a:xfrm>
        </p:grpSpPr>
        <p:sp>
          <p:nvSpPr>
            <p:cNvPr id="1859" name="Google Shape;1859;p2"/>
            <p:cNvSpPr/>
            <p:nvPr/>
          </p:nvSpPr>
          <p:spPr>
            <a:xfrm>
              <a:off x="3104542" y="1309625"/>
              <a:ext cx="205438" cy="269236"/>
            </a:xfrm>
            <a:custGeom>
              <a:rect b="b" l="l" r="r" t="t"/>
              <a:pathLst>
                <a:path extrusionOk="0" h="9968" w="7606">
                  <a:moveTo>
                    <a:pt x="991" y="296"/>
                  </a:moveTo>
                  <a:cubicBezTo>
                    <a:pt x="1069" y="296"/>
                    <a:pt x="1132" y="360"/>
                    <a:pt x="1132" y="438"/>
                  </a:cubicBezTo>
                  <a:lnTo>
                    <a:pt x="1132" y="622"/>
                  </a:lnTo>
                  <a:cubicBezTo>
                    <a:pt x="977" y="586"/>
                    <a:pt x="894" y="553"/>
                    <a:pt x="851" y="530"/>
                  </a:cubicBezTo>
                  <a:lnTo>
                    <a:pt x="851" y="438"/>
                  </a:lnTo>
                  <a:cubicBezTo>
                    <a:pt x="849" y="360"/>
                    <a:pt x="913" y="296"/>
                    <a:pt x="991" y="296"/>
                  </a:cubicBezTo>
                  <a:close/>
                  <a:moveTo>
                    <a:pt x="6592" y="296"/>
                  </a:moveTo>
                  <a:cubicBezTo>
                    <a:pt x="6670" y="296"/>
                    <a:pt x="6734" y="360"/>
                    <a:pt x="6734" y="438"/>
                  </a:cubicBezTo>
                  <a:lnTo>
                    <a:pt x="6734" y="530"/>
                  </a:lnTo>
                  <a:cubicBezTo>
                    <a:pt x="6689" y="552"/>
                    <a:pt x="6605" y="584"/>
                    <a:pt x="6449" y="622"/>
                  </a:cubicBezTo>
                  <a:lnTo>
                    <a:pt x="6449" y="438"/>
                  </a:lnTo>
                  <a:cubicBezTo>
                    <a:pt x="6449" y="360"/>
                    <a:pt x="6514" y="296"/>
                    <a:pt x="6592" y="296"/>
                  </a:cubicBezTo>
                  <a:close/>
                  <a:moveTo>
                    <a:pt x="6732" y="3602"/>
                  </a:moveTo>
                  <a:lnTo>
                    <a:pt x="6732" y="5036"/>
                  </a:lnTo>
                  <a:lnTo>
                    <a:pt x="6449" y="5036"/>
                  </a:lnTo>
                  <a:lnTo>
                    <a:pt x="6449" y="3678"/>
                  </a:lnTo>
                  <a:cubicBezTo>
                    <a:pt x="6569" y="3652"/>
                    <a:pt x="6661" y="3627"/>
                    <a:pt x="6732" y="3602"/>
                  </a:cubicBezTo>
                  <a:close/>
                  <a:moveTo>
                    <a:pt x="849" y="3604"/>
                  </a:moveTo>
                  <a:cubicBezTo>
                    <a:pt x="921" y="3629"/>
                    <a:pt x="1014" y="3655"/>
                    <a:pt x="1131" y="3680"/>
                  </a:cubicBezTo>
                  <a:lnTo>
                    <a:pt x="1131" y="5040"/>
                  </a:lnTo>
                  <a:lnTo>
                    <a:pt x="849" y="5040"/>
                  </a:lnTo>
                  <a:lnTo>
                    <a:pt x="849" y="3604"/>
                  </a:lnTo>
                  <a:close/>
                  <a:moveTo>
                    <a:pt x="6155" y="3728"/>
                  </a:moveTo>
                  <a:lnTo>
                    <a:pt x="6155" y="5036"/>
                  </a:lnTo>
                  <a:lnTo>
                    <a:pt x="3014" y="5036"/>
                  </a:lnTo>
                  <a:cubicBezTo>
                    <a:pt x="2933" y="5036"/>
                    <a:pt x="2866" y="5101"/>
                    <a:pt x="2866" y="5183"/>
                  </a:cubicBezTo>
                  <a:cubicBezTo>
                    <a:pt x="2866" y="5264"/>
                    <a:pt x="2932" y="5331"/>
                    <a:pt x="3014" y="5331"/>
                  </a:cubicBezTo>
                  <a:lnTo>
                    <a:pt x="7045" y="5331"/>
                  </a:lnTo>
                  <a:cubicBezTo>
                    <a:pt x="7191" y="5331"/>
                    <a:pt x="7311" y="5450"/>
                    <a:pt x="7311" y="5597"/>
                  </a:cubicBezTo>
                  <a:cubicBezTo>
                    <a:pt x="7310" y="5745"/>
                    <a:pt x="7191" y="5865"/>
                    <a:pt x="7045" y="5865"/>
                  </a:cubicBezTo>
                  <a:lnTo>
                    <a:pt x="561" y="5865"/>
                  </a:lnTo>
                  <a:cubicBezTo>
                    <a:pt x="415" y="5865"/>
                    <a:pt x="295" y="5745"/>
                    <a:pt x="295" y="5597"/>
                  </a:cubicBezTo>
                  <a:cubicBezTo>
                    <a:pt x="295" y="5450"/>
                    <a:pt x="413" y="5331"/>
                    <a:pt x="561" y="5331"/>
                  </a:cubicBezTo>
                  <a:lnTo>
                    <a:pt x="2164" y="5331"/>
                  </a:lnTo>
                  <a:cubicBezTo>
                    <a:pt x="2245" y="5331"/>
                    <a:pt x="2312" y="5264"/>
                    <a:pt x="2312" y="5183"/>
                  </a:cubicBezTo>
                  <a:cubicBezTo>
                    <a:pt x="2312" y="5101"/>
                    <a:pt x="2245" y="5036"/>
                    <a:pt x="2164" y="5036"/>
                  </a:cubicBezTo>
                  <a:lnTo>
                    <a:pt x="1426" y="5036"/>
                  </a:lnTo>
                  <a:lnTo>
                    <a:pt x="1426" y="3728"/>
                  </a:lnTo>
                  <a:cubicBezTo>
                    <a:pt x="1531" y="3744"/>
                    <a:pt x="1651" y="3759"/>
                    <a:pt x="1784" y="3773"/>
                  </a:cubicBezTo>
                  <a:cubicBezTo>
                    <a:pt x="2335" y="3831"/>
                    <a:pt x="3047" y="3862"/>
                    <a:pt x="3791" y="3862"/>
                  </a:cubicBezTo>
                  <a:cubicBezTo>
                    <a:pt x="4533" y="3862"/>
                    <a:pt x="5246" y="3831"/>
                    <a:pt x="5797" y="3773"/>
                  </a:cubicBezTo>
                  <a:cubicBezTo>
                    <a:pt x="5931" y="3759"/>
                    <a:pt x="6049" y="3744"/>
                    <a:pt x="6155" y="3728"/>
                  </a:cubicBezTo>
                  <a:close/>
                  <a:moveTo>
                    <a:pt x="5022" y="6161"/>
                  </a:moveTo>
                  <a:lnTo>
                    <a:pt x="3739" y="7426"/>
                  </a:lnTo>
                  <a:lnTo>
                    <a:pt x="2458" y="6161"/>
                  </a:lnTo>
                  <a:close/>
                  <a:moveTo>
                    <a:pt x="5587" y="6164"/>
                  </a:moveTo>
                  <a:lnTo>
                    <a:pt x="4023" y="7706"/>
                  </a:lnTo>
                  <a:lnTo>
                    <a:pt x="3949" y="7636"/>
                  </a:lnTo>
                  <a:lnTo>
                    <a:pt x="5442" y="6164"/>
                  </a:lnTo>
                  <a:close/>
                  <a:moveTo>
                    <a:pt x="3458" y="8122"/>
                  </a:moveTo>
                  <a:lnTo>
                    <a:pt x="3529" y="8194"/>
                  </a:lnTo>
                  <a:lnTo>
                    <a:pt x="2047" y="9658"/>
                  </a:lnTo>
                  <a:lnTo>
                    <a:pt x="1901" y="9660"/>
                  </a:lnTo>
                  <a:lnTo>
                    <a:pt x="1901" y="9660"/>
                  </a:lnTo>
                  <a:lnTo>
                    <a:pt x="3458" y="8122"/>
                  </a:lnTo>
                  <a:close/>
                  <a:moveTo>
                    <a:pt x="2038" y="6162"/>
                  </a:moveTo>
                  <a:lnTo>
                    <a:pt x="5579" y="9660"/>
                  </a:lnTo>
                  <a:lnTo>
                    <a:pt x="5433" y="9658"/>
                  </a:lnTo>
                  <a:lnTo>
                    <a:pt x="1893" y="6162"/>
                  </a:lnTo>
                  <a:close/>
                  <a:moveTo>
                    <a:pt x="6591" y="1"/>
                  </a:moveTo>
                  <a:cubicBezTo>
                    <a:pt x="6349" y="1"/>
                    <a:pt x="6152" y="197"/>
                    <a:pt x="6152" y="438"/>
                  </a:cubicBezTo>
                  <a:lnTo>
                    <a:pt x="6152" y="676"/>
                  </a:lnTo>
                  <a:cubicBezTo>
                    <a:pt x="5949" y="707"/>
                    <a:pt x="5682" y="738"/>
                    <a:pt x="5327" y="763"/>
                  </a:cubicBezTo>
                  <a:cubicBezTo>
                    <a:pt x="4858" y="797"/>
                    <a:pt x="4316" y="814"/>
                    <a:pt x="3772" y="814"/>
                  </a:cubicBezTo>
                  <a:cubicBezTo>
                    <a:pt x="3429" y="814"/>
                    <a:pt x="3086" y="807"/>
                    <a:pt x="2759" y="793"/>
                  </a:cubicBezTo>
                  <a:cubicBezTo>
                    <a:pt x="2756" y="793"/>
                    <a:pt x="2753" y="793"/>
                    <a:pt x="2751" y="793"/>
                  </a:cubicBezTo>
                  <a:cubicBezTo>
                    <a:pt x="2673" y="793"/>
                    <a:pt x="2609" y="856"/>
                    <a:pt x="2606" y="934"/>
                  </a:cubicBezTo>
                  <a:cubicBezTo>
                    <a:pt x="2602" y="1015"/>
                    <a:pt x="2665" y="1084"/>
                    <a:pt x="2748" y="1088"/>
                  </a:cubicBezTo>
                  <a:cubicBezTo>
                    <a:pt x="3080" y="1102"/>
                    <a:pt x="3429" y="1109"/>
                    <a:pt x="3778" y="1109"/>
                  </a:cubicBezTo>
                  <a:cubicBezTo>
                    <a:pt x="4328" y="1109"/>
                    <a:pt x="4876" y="1092"/>
                    <a:pt x="5349" y="1059"/>
                  </a:cubicBezTo>
                  <a:cubicBezTo>
                    <a:pt x="6118" y="1004"/>
                    <a:pt x="6516" y="922"/>
                    <a:pt x="6731" y="849"/>
                  </a:cubicBezTo>
                  <a:lnTo>
                    <a:pt x="6731" y="3285"/>
                  </a:lnTo>
                  <a:cubicBezTo>
                    <a:pt x="6672" y="3316"/>
                    <a:pt x="6546" y="3362"/>
                    <a:pt x="6275" y="3411"/>
                  </a:cubicBezTo>
                  <a:cubicBezTo>
                    <a:pt x="6273" y="3411"/>
                    <a:pt x="6272" y="3411"/>
                    <a:pt x="6268" y="3414"/>
                  </a:cubicBezTo>
                  <a:cubicBezTo>
                    <a:pt x="6136" y="3437"/>
                    <a:pt x="5971" y="3460"/>
                    <a:pt x="5766" y="3481"/>
                  </a:cubicBezTo>
                  <a:cubicBezTo>
                    <a:pt x="5224" y="3538"/>
                    <a:pt x="4522" y="3569"/>
                    <a:pt x="3791" y="3569"/>
                  </a:cubicBezTo>
                  <a:cubicBezTo>
                    <a:pt x="3058" y="3569"/>
                    <a:pt x="2357" y="3538"/>
                    <a:pt x="1816" y="3481"/>
                  </a:cubicBezTo>
                  <a:cubicBezTo>
                    <a:pt x="1607" y="3460"/>
                    <a:pt x="1442" y="3437"/>
                    <a:pt x="1311" y="3414"/>
                  </a:cubicBezTo>
                  <a:cubicBezTo>
                    <a:pt x="1310" y="3414"/>
                    <a:pt x="1308" y="3414"/>
                    <a:pt x="1307" y="3411"/>
                  </a:cubicBezTo>
                  <a:cubicBezTo>
                    <a:pt x="1036" y="3362"/>
                    <a:pt x="910" y="3316"/>
                    <a:pt x="851" y="3285"/>
                  </a:cubicBezTo>
                  <a:lnTo>
                    <a:pt x="851" y="849"/>
                  </a:lnTo>
                  <a:cubicBezTo>
                    <a:pt x="1036" y="913"/>
                    <a:pt x="1346" y="978"/>
                    <a:pt x="1883" y="1029"/>
                  </a:cubicBezTo>
                  <a:cubicBezTo>
                    <a:pt x="1887" y="1030"/>
                    <a:pt x="1892" y="1030"/>
                    <a:pt x="1896" y="1030"/>
                  </a:cubicBezTo>
                  <a:cubicBezTo>
                    <a:pt x="1972" y="1030"/>
                    <a:pt x="2035" y="972"/>
                    <a:pt x="2043" y="897"/>
                  </a:cubicBezTo>
                  <a:cubicBezTo>
                    <a:pt x="2051" y="816"/>
                    <a:pt x="1991" y="745"/>
                    <a:pt x="1911" y="737"/>
                  </a:cubicBezTo>
                  <a:cubicBezTo>
                    <a:pt x="1721" y="717"/>
                    <a:pt x="1563" y="698"/>
                    <a:pt x="1431" y="678"/>
                  </a:cubicBezTo>
                  <a:lnTo>
                    <a:pt x="1431" y="441"/>
                  </a:lnTo>
                  <a:cubicBezTo>
                    <a:pt x="1431" y="200"/>
                    <a:pt x="1233" y="2"/>
                    <a:pt x="992" y="2"/>
                  </a:cubicBezTo>
                  <a:cubicBezTo>
                    <a:pt x="751" y="2"/>
                    <a:pt x="555" y="200"/>
                    <a:pt x="555" y="441"/>
                  </a:cubicBezTo>
                  <a:lnTo>
                    <a:pt x="555" y="608"/>
                  </a:lnTo>
                  <a:lnTo>
                    <a:pt x="555" y="3362"/>
                  </a:lnTo>
                  <a:lnTo>
                    <a:pt x="555" y="5040"/>
                  </a:lnTo>
                  <a:cubicBezTo>
                    <a:pt x="250" y="5043"/>
                    <a:pt x="1" y="5294"/>
                    <a:pt x="1" y="5602"/>
                  </a:cubicBezTo>
                  <a:cubicBezTo>
                    <a:pt x="1" y="5912"/>
                    <a:pt x="251" y="6164"/>
                    <a:pt x="563" y="6164"/>
                  </a:cubicBezTo>
                  <a:lnTo>
                    <a:pt x="1473" y="6164"/>
                  </a:lnTo>
                  <a:lnTo>
                    <a:pt x="3247" y="7916"/>
                  </a:lnTo>
                  <a:lnTo>
                    <a:pt x="1431" y="9713"/>
                  </a:lnTo>
                  <a:cubicBezTo>
                    <a:pt x="1388" y="9756"/>
                    <a:pt x="1374" y="9820"/>
                    <a:pt x="1397" y="9876"/>
                  </a:cubicBezTo>
                  <a:cubicBezTo>
                    <a:pt x="1420" y="9930"/>
                    <a:pt x="1475" y="9968"/>
                    <a:pt x="1534" y="9968"/>
                  </a:cubicBezTo>
                  <a:lnTo>
                    <a:pt x="1535" y="9968"/>
                  </a:lnTo>
                  <a:lnTo>
                    <a:pt x="2110" y="9958"/>
                  </a:lnTo>
                  <a:cubicBezTo>
                    <a:pt x="2149" y="9958"/>
                    <a:pt x="2183" y="9943"/>
                    <a:pt x="2211" y="9915"/>
                  </a:cubicBezTo>
                  <a:lnTo>
                    <a:pt x="3738" y="8405"/>
                  </a:lnTo>
                  <a:lnTo>
                    <a:pt x="5265" y="9915"/>
                  </a:lnTo>
                  <a:cubicBezTo>
                    <a:pt x="5293" y="9943"/>
                    <a:pt x="5330" y="9958"/>
                    <a:pt x="5366" y="9958"/>
                  </a:cubicBezTo>
                  <a:lnTo>
                    <a:pt x="5940" y="9968"/>
                  </a:lnTo>
                  <a:lnTo>
                    <a:pt x="5942" y="9968"/>
                  </a:lnTo>
                  <a:cubicBezTo>
                    <a:pt x="6002" y="9968"/>
                    <a:pt x="6055" y="9932"/>
                    <a:pt x="6079" y="9876"/>
                  </a:cubicBezTo>
                  <a:cubicBezTo>
                    <a:pt x="6102" y="9820"/>
                    <a:pt x="6088" y="9756"/>
                    <a:pt x="6046" y="9713"/>
                  </a:cubicBezTo>
                  <a:lnTo>
                    <a:pt x="4228" y="7916"/>
                  </a:lnTo>
                  <a:lnTo>
                    <a:pt x="6002" y="6164"/>
                  </a:lnTo>
                  <a:lnTo>
                    <a:pt x="7039" y="6164"/>
                  </a:lnTo>
                  <a:cubicBezTo>
                    <a:pt x="7349" y="6164"/>
                    <a:pt x="7602" y="5913"/>
                    <a:pt x="7602" y="5602"/>
                  </a:cubicBezTo>
                  <a:cubicBezTo>
                    <a:pt x="7605" y="5289"/>
                    <a:pt x="7355" y="5037"/>
                    <a:pt x="7045" y="5037"/>
                  </a:cubicBezTo>
                  <a:lnTo>
                    <a:pt x="7028" y="5037"/>
                  </a:lnTo>
                  <a:lnTo>
                    <a:pt x="7028" y="3361"/>
                  </a:lnTo>
                  <a:lnTo>
                    <a:pt x="7028" y="606"/>
                  </a:lnTo>
                  <a:lnTo>
                    <a:pt x="7028" y="438"/>
                  </a:lnTo>
                  <a:cubicBezTo>
                    <a:pt x="7028" y="197"/>
                    <a:pt x="6832" y="1"/>
                    <a:pt x="659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0" name="Google Shape;1860;p2"/>
            <p:cNvSpPr/>
            <p:nvPr/>
          </p:nvSpPr>
          <p:spPr>
            <a:xfrm>
              <a:off x="3184086" y="1344927"/>
              <a:ext cx="53804" cy="51130"/>
            </a:xfrm>
            <a:custGeom>
              <a:rect b="b" l="l" r="r" t="t"/>
              <a:pathLst>
                <a:path extrusionOk="0" h="1893" w="1992">
                  <a:moveTo>
                    <a:pt x="997" y="457"/>
                  </a:moveTo>
                  <a:lnTo>
                    <a:pt x="1143" y="723"/>
                  </a:lnTo>
                  <a:cubicBezTo>
                    <a:pt x="1165" y="762"/>
                    <a:pt x="1202" y="788"/>
                    <a:pt x="1246" y="796"/>
                  </a:cubicBezTo>
                  <a:lnTo>
                    <a:pt x="1545" y="854"/>
                  </a:lnTo>
                  <a:lnTo>
                    <a:pt x="1334" y="1073"/>
                  </a:lnTo>
                  <a:cubicBezTo>
                    <a:pt x="1303" y="1106"/>
                    <a:pt x="1289" y="1150"/>
                    <a:pt x="1295" y="1193"/>
                  </a:cubicBezTo>
                  <a:lnTo>
                    <a:pt x="1334" y="1495"/>
                  </a:lnTo>
                  <a:lnTo>
                    <a:pt x="1059" y="1364"/>
                  </a:lnTo>
                  <a:cubicBezTo>
                    <a:pt x="1039" y="1355"/>
                    <a:pt x="1017" y="1350"/>
                    <a:pt x="996" y="1350"/>
                  </a:cubicBezTo>
                  <a:cubicBezTo>
                    <a:pt x="974" y="1350"/>
                    <a:pt x="953" y="1355"/>
                    <a:pt x="933" y="1364"/>
                  </a:cubicBezTo>
                  <a:lnTo>
                    <a:pt x="659" y="1495"/>
                  </a:lnTo>
                  <a:lnTo>
                    <a:pt x="698" y="1193"/>
                  </a:lnTo>
                  <a:cubicBezTo>
                    <a:pt x="702" y="1150"/>
                    <a:pt x="690" y="1106"/>
                    <a:pt x="659" y="1073"/>
                  </a:cubicBezTo>
                  <a:lnTo>
                    <a:pt x="450" y="854"/>
                  </a:lnTo>
                  <a:lnTo>
                    <a:pt x="748" y="796"/>
                  </a:lnTo>
                  <a:cubicBezTo>
                    <a:pt x="791" y="788"/>
                    <a:pt x="830" y="762"/>
                    <a:pt x="852" y="723"/>
                  </a:cubicBezTo>
                  <a:lnTo>
                    <a:pt x="997" y="457"/>
                  </a:lnTo>
                  <a:close/>
                  <a:moveTo>
                    <a:pt x="997" y="1"/>
                  </a:moveTo>
                  <a:cubicBezTo>
                    <a:pt x="942" y="1"/>
                    <a:pt x="894" y="31"/>
                    <a:pt x="867" y="77"/>
                  </a:cubicBezTo>
                  <a:lnTo>
                    <a:pt x="626" y="519"/>
                  </a:lnTo>
                  <a:lnTo>
                    <a:pt x="131" y="613"/>
                  </a:lnTo>
                  <a:cubicBezTo>
                    <a:pt x="78" y="622"/>
                    <a:pt x="35" y="661"/>
                    <a:pt x="19" y="711"/>
                  </a:cubicBezTo>
                  <a:cubicBezTo>
                    <a:pt x="1" y="762"/>
                    <a:pt x="15" y="818"/>
                    <a:pt x="52" y="859"/>
                  </a:cubicBezTo>
                  <a:lnTo>
                    <a:pt x="396" y="1224"/>
                  </a:lnTo>
                  <a:lnTo>
                    <a:pt x="332" y="1725"/>
                  </a:lnTo>
                  <a:cubicBezTo>
                    <a:pt x="324" y="1780"/>
                    <a:pt x="348" y="1831"/>
                    <a:pt x="393" y="1862"/>
                  </a:cubicBezTo>
                  <a:cubicBezTo>
                    <a:pt x="418" y="1883"/>
                    <a:pt x="449" y="1892"/>
                    <a:pt x="480" y="1892"/>
                  </a:cubicBezTo>
                  <a:cubicBezTo>
                    <a:pt x="502" y="1892"/>
                    <a:pt x="522" y="1889"/>
                    <a:pt x="542" y="1878"/>
                  </a:cubicBezTo>
                  <a:lnTo>
                    <a:pt x="997" y="1665"/>
                  </a:lnTo>
                  <a:lnTo>
                    <a:pt x="1453" y="1878"/>
                  </a:lnTo>
                  <a:cubicBezTo>
                    <a:pt x="1473" y="1888"/>
                    <a:pt x="1495" y="1893"/>
                    <a:pt x="1517" y="1893"/>
                  </a:cubicBezTo>
                  <a:cubicBezTo>
                    <a:pt x="1548" y="1893"/>
                    <a:pt x="1578" y="1884"/>
                    <a:pt x="1602" y="1866"/>
                  </a:cubicBezTo>
                  <a:cubicBezTo>
                    <a:pt x="1646" y="1834"/>
                    <a:pt x="1669" y="1780"/>
                    <a:pt x="1663" y="1727"/>
                  </a:cubicBezTo>
                  <a:lnTo>
                    <a:pt x="1599" y="1226"/>
                  </a:lnTo>
                  <a:lnTo>
                    <a:pt x="1943" y="860"/>
                  </a:lnTo>
                  <a:cubicBezTo>
                    <a:pt x="1980" y="820"/>
                    <a:pt x="1991" y="764"/>
                    <a:pt x="1976" y="711"/>
                  </a:cubicBezTo>
                  <a:cubicBezTo>
                    <a:pt x="1959" y="661"/>
                    <a:pt x="1915" y="622"/>
                    <a:pt x="1864" y="613"/>
                  </a:cubicBezTo>
                  <a:lnTo>
                    <a:pt x="1369" y="519"/>
                  </a:lnTo>
                  <a:lnTo>
                    <a:pt x="1127" y="77"/>
                  </a:lnTo>
                  <a:cubicBezTo>
                    <a:pt x="1102" y="31"/>
                    <a:pt x="1051" y="1"/>
                    <a:pt x="99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61" name="Google Shape;1861;p2"/>
          <p:cNvGrpSpPr/>
          <p:nvPr/>
        </p:nvGrpSpPr>
        <p:grpSpPr>
          <a:xfrm>
            <a:off x="2120548" y="4447514"/>
            <a:ext cx="269074" cy="243846"/>
            <a:chOff x="2393048" y="1322239"/>
            <a:chExt cx="269074" cy="243846"/>
          </a:xfrm>
        </p:grpSpPr>
        <p:sp>
          <p:nvSpPr>
            <p:cNvPr id="1862" name="Google Shape;1862;p2"/>
            <p:cNvSpPr/>
            <p:nvPr/>
          </p:nvSpPr>
          <p:spPr>
            <a:xfrm>
              <a:off x="2484099" y="1332367"/>
              <a:ext cx="154578" cy="21770"/>
            </a:xfrm>
            <a:custGeom>
              <a:rect b="b" l="l" r="r" t="t"/>
              <a:pathLst>
                <a:path extrusionOk="0" h="806" w="5723">
                  <a:moveTo>
                    <a:pt x="334" y="1"/>
                  </a:moveTo>
                  <a:cubicBezTo>
                    <a:pt x="150" y="1"/>
                    <a:pt x="1" y="152"/>
                    <a:pt x="1" y="334"/>
                  </a:cubicBezTo>
                  <a:lnTo>
                    <a:pt x="1" y="472"/>
                  </a:lnTo>
                  <a:cubicBezTo>
                    <a:pt x="1" y="654"/>
                    <a:pt x="149" y="805"/>
                    <a:pt x="334" y="805"/>
                  </a:cubicBezTo>
                  <a:lnTo>
                    <a:pt x="5391" y="805"/>
                  </a:lnTo>
                  <a:cubicBezTo>
                    <a:pt x="5573" y="805"/>
                    <a:pt x="5722" y="654"/>
                    <a:pt x="5722" y="472"/>
                  </a:cubicBezTo>
                  <a:lnTo>
                    <a:pt x="5722" y="334"/>
                  </a:lnTo>
                  <a:cubicBezTo>
                    <a:pt x="5722" y="148"/>
                    <a:pt x="5573" y="1"/>
                    <a:pt x="5391" y="1"/>
                  </a:cubicBezTo>
                  <a:lnTo>
                    <a:pt x="1885" y="1"/>
                  </a:lnTo>
                  <a:cubicBezTo>
                    <a:pt x="1805" y="1"/>
                    <a:pt x="1738" y="68"/>
                    <a:pt x="1738" y="148"/>
                  </a:cubicBezTo>
                  <a:cubicBezTo>
                    <a:pt x="1738" y="231"/>
                    <a:pt x="1805" y="296"/>
                    <a:pt x="1885" y="296"/>
                  </a:cubicBezTo>
                  <a:lnTo>
                    <a:pt x="5391" y="296"/>
                  </a:lnTo>
                  <a:cubicBezTo>
                    <a:pt x="5409" y="296"/>
                    <a:pt x="5425" y="312"/>
                    <a:pt x="5425" y="332"/>
                  </a:cubicBezTo>
                  <a:lnTo>
                    <a:pt x="5425" y="471"/>
                  </a:lnTo>
                  <a:cubicBezTo>
                    <a:pt x="5425" y="489"/>
                    <a:pt x="5409" y="505"/>
                    <a:pt x="5391" y="505"/>
                  </a:cubicBezTo>
                  <a:lnTo>
                    <a:pt x="334" y="505"/>
                  </a:lnTo>
                  <a:cubicBezTo>
                    <a:pt x="314" y="505"/>
                    <a:pt x="298" y="489"/>
                    <a:pt x="298" y="471"/>
                  </a:cubicBezTo>
                  <a:lnTo>
                    <a:pt x="298" y="332"/>
                  </a:lnTo>
                  <a:cubicBezTo>
                    <a:pt x="298" y="312"/>
                    <a:pt x="314" y="296"/>
                    <a:pt x="334" y="296"/>
                  </a:cubicBezTo>
                  <a:cubicBezTo>
                    <a:pt x="415" y="296"/>
                    <a:pt x="482" y="231"/>
                    <a:pt x="482" y="148"/>
                  </a:cubicBezTo>
                  <a:cubicBezTo>
                    <a:pt x="482" y="68"/>
                    <a:pt x="415" y="1"/>
                    <a:pt x="33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3" name="Google Shape;1863;p2"/>
            <p:cNvSpPr/>
            <p:nvPr/>
          </p:nvSpPr>
          <p:spPr>
            <a:xfrm>
              <a:off x="2393048" y="1322239"/>
              <a:ext cx="269074" cy="243846"/>
            </a:xfrm>
            <a:custGeom>
              <a:rect b="b" l="l" r="r" t="t"/>
              <a:pathLst>
                <a:path extrusionOk="0" h="9028" w="9962">
                  <a:moveTo>
                    <a:pt x="450" y="0"/>
                  </a:moveTo>
                  <a:cubicBezTo>
                    <a:pt x="201" y="0"/>
                    <a:pt x="0" y="203"/>
                    <a:pt x="0" y="452"/>
                  </a:cubicBezTo>
                  <a:lnTo>
                    <a:pt x="0" y="2715"/>
                  </a:lnTo>
                  <a:cubicBezTo>
                    <a:pt x="0" y="2796"/>
                    <a:pt x="66" y="2863"/>
                    <a:pt x="148" y="2863"/>
                  </a:cubicBezTo>
                  <a:cubicBezTo>
                    <a:pt x="229" y="2863"/>
                    <a:pt x="296" y="2796"/>
                    <a:pt x="296" y="2715"/>
                  </a:cubicBezTo>
                  <a:lnTo>
                    <a:pt x="296" y="1627"/>
                  </a:lnTo>
                  <a:lnTo>
                    <a:pt x="8393" y="1627"/>
                  </a:lnTo>
                  <a:cubicBezTo>
                    <a:pt x="8475" y="1627"/>
                    <a:pt x="8541" y="1562"/>
                    <a:pt x="8541" y="1479"/>
                  </a:cubicBezTo>
                  <a:cubicBezTo>
                    <a:pt x="8541" y="1397"/>
                    <a:pt x="8475" y="1331"/>
                    <a:pt x="8393" y="1331"/>
                  </a:cubicBezTo>
                  <a:lnTo>
                    <a:pt x="296" y="1331"/>
                  </a:lnTo>
                  <a:lnTo>
                    <a:pt x="296" y="453"/>
                  </a:lnTo>
                  <a:cubicBezTo>
                    <a:pt x="296" y="368"/>
                    <a:pt x="366" y="299"/>
                    <a:pt x="450" y="299"/>
                  </a:cubicBezTo>
                  <a:lnTo>
                    <a:pt x="9510" y="299"/>
                  </a:lnTo>
                  <a:cubicBezTo>
                    <a:pt x="9596" y="299"/>
                    <a:pt x="9664" y="371"/>
                    <a:pt x="9664" y="453"/>
                  </a:cubicBezTo>
                  <a:lnTo>
                    <a:pt x="9664" y="8579"/>
                  </a:lnTo>
                  <a:cubicBezTo>
                    <a:pt x="9664" y="8665"/>
                    <a:pt x="9594" y="8734"/>
                    <a:pt x="9510" y="8734"/>
                  </a:cubicBezTo>
                  <a:lnTo>
                    <a:pt x="450" y="8734"/>
                  </a:lnTo>
                  <a:cubicBezTo>
                    <a:pt x="365" y="8734"/>
                    <a:pt x="296" y="8663"/>
                    <a:pt x="296" y="8579"/>
                  </a:cubicBezTo>
                  <a:lnTo>
                    <a:pt x="296" y="4814"/>
                  </a:lnTo>
                  <a:cubicBezTo>
                    <a:pt x="296" y="4732"/>
                    <a:pt x="229" y="4667"/>
                    <a:pt x="148" y="4667"/>
                  </a:cubicBezTo>
                  <a:cubicBezTo>
                    <a:pt x="66" y="4667"/>
                    <a:pt x="0" y="4732"/>
                    <a:pt x="0" y="4814"/>
                  </a:cubicBezTo>
                  <a:lnTo>
                    <a:pt x="0" y="8578"/>
                  </a:lnTo>
                  <a:cubicBezTo>
                    <a:pt x="0" y="8827"/>
                    <a:pt x="203" y="9028"/>
                    <a:pt x="450" y="9028"/>
                  </a:cubicBezTo>
                  <a:lnTo>
                    <a:pt x="9510" y="9028"/>
                  </a:lnTo>
                  <a:cubicBezTo>
                    <a:pt x="9759" y="9028"/>
                    <a:pt x="9960" y="8825"/>
                    <a:pt x="9960" y="8578"/>
                  </a:cubicBezTo>
                  <a:lnTo>
                    <a:pt x="9960" y="452"/>
                  </a:lnTo>
                  <a:cubicBezTo>
                    <a:pt x="9962" y="203"/>
                    <a:pt x="9759" y="0"/>
                    <a:pt x="95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4" name="Google Shape;1864;p2"/>
            <p:cNvSpPr/>
            <p:nvPr/>
          </p:nvSpPr>
          <p:spPr>
            <a:xfrm>
              <a:off x="2492337" y="1397433"/>
              <a:ext cx="62447" cy="80544"/>
            </a:xfrm>
            <a:custGeom>
              <a:rect b="b" l="l" r="r" t="t"/>
              <a:pathLst>
                <a:path extrusionOk="0" h="2982" w="2312">
                  <a:moveTo>
                    <a:pt x="2016" y="297"/>
                  </a:moveTo>
                  <a:lnTo>
                    <a:pt x="2016" y="2686"/>
                  </a:lnTo>
                  <a:lnTo>
                    <a:pt x="296" y="2686"/>
                  </a:lnTo>
                  <a:lnTo>
                    <a:pt x="296" y="297"/>
                  </a:lnTo>
                  <a:close/>
                  <a:moveTo>
                    <a:pt x="149" y="1"/>
                  </a:moveTo>
                  <a:cubicBezTo>
                    <a:pt x="68" y="1"/>
                    <a:pt x="1" y="66"/>
                    <a:pt x="1" y="149"/>
                  </a:cubicBezTo>
                  <a:lnTo>
                    <a:pt x="1" y="2834"/>
                  </a:lnTo>
                  <a:cubicBezTo>
                    <a:pt x="1" y="2915"/>
                    <a:pt x="68" y="2981"/>
                    <a:pt x="149" y="2981"/>
                  </a:cubicBezTo>
                  <a:lnTo>
                    <a:pt x="2164" y="2981"/>
                  </a:lnTo>
                  <a:cubicBezTo>
                    <a:pt x="2247" y="2981"/>
                    <a:pt x="2312" y="2915"/>
                    <a:pt x="2312" y="2834"/>
                  </a:cubicBezTo>
                  <a:lnTo>
                    <a:pt x="2312" y="149"/>
                  </a:lnTo>
                  <a:cubicBezTo>
                    <a:pt x="2312" y="66"/>
                    <a:pt x="2247" y="1"/>
                    <a:pt x="216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5" name="Google Shape;1865;p2"/>
            <p:cNvSpPr/>
            <p:nvPr/>
          </p:nvSpPr>
          <p:spPr>
            <a:xfrm>
              <a:off x="2426082" y="1410344"/>
              <a:ext cx="43054" cy="54641"/>
            </a:xfrm>
            <a:custGeom>
              <a:rect b="b" l="l" r="r" t="t"/>
              <a:pathLst>
                <a:path extrusionOk="0" h="2023" w="1594">
                  <a:moveTo>
                    <a:pt x="1297" y="296"/>
                  </a:moveTo>
                  <a:lnTo>
                    <a:pt x="1297" y="1727"/>
                  </a:lnTo>
                  <a:lnTo>
                    <a:pt x="297" y="1727"/>
                  </a:lnTo>
                  <a:lnTo>
                    <a:pt x="297" y="296"/>
                  </a:lnTo>
                  <a:close/>
                  <a:moveTo>
                    <a:pt x="149" y="1"/>
                  </a:moveTo>
                  <a:cubicBezTo>
                    <a:pt x="68" y="1"/>
                    <a:pt x="1" y="68"/>
                    <a:pt x="1" y="149"/>
                  </a:cubicBezTo>
                  <a:lnTo>
                    <a:pt x="1" y="1875"/>
                  </a:lnTo>
                  <a:cubicBezTo>
                    <a:pt x="1" y="1957"/>
                    <a:pt x="68" y="2023"/>
                    <a:pt x="149" y="2023"/>
                  </a:cubicBezTo>
                  <a:lnTo>
                    <a:pt x="1445" y="2023"/>
                  </a:lnTo>
                  <a:cubicBezTo>
                    <a:pt x="1526" y="2023"/>
                    <a:pt x="1593" y="1957"/>
                    <a:pt x="1593" y="1875"/>
                  </a:cubicBezTo>
                  <a:lnTo>
                    <a:pt x="1593" y="149"/>
                  </a:lnTo>
                  <a:cubicBezTo>
                    <a:pt x="1593" y="68"/>
                    <a:pt x="1526" y="1"/>
                    <a:pt x="144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6" name="Google Shape;1866;p2"/>
            <p:cNvSpPr/>
            <p:nvPr/>
          </p:nvSpPr>
          <p:spPr>
            <a:xfrm>
              <a:off x="2580740" y="1410344"/>
              <a:ext cx="43000" cy="54641"/>
            </a:xfrm>
            <a:custGeom>
              <a:rect b="b" l="l" r="r" t="t"/>
              <a:pathLst>
                <a:path extrusionOk="0" h="2023" w="1592">
                  <a:moveTo>
                    <a:pt x="1296" y="296"/>
                  </a:moveTo>
                  <a:lnTo>
                    <a:pt x="1296" y="1727"/>
                  </a:lnTo>
                  <a:lnTo>
                    <a:pt x="297" y="1727"/>
                  </a:lnTo>
                  <a:lnTo>
                    <a:pt x="297" y="296"/>
                  </a:lnTo>
                  <a:close/>
                  <a:moveTo>
                    <a:pt x="149" y="1"/>
                  </a:moveTo>
                  <a:cubicBezTo>
                    <a:pt x="66" y="1"/>
                    <a:pt x="1" y="68"/>
                    <a:pt x="1" y="149"/>
                  </a:cubicBezTo>
                  <a:lnTo>
                    <a:pt x="1" y="1875"/>
                  </a:lnTo>
                  <a:cubicBezTo>
                    <a:pt x="1" y="1957"/>
                    <a:pt x="66" y="2023"/>
                    <a:pt x="149" y="2023"/>
                  </a:cubicBezTo>
                  <a:lnTo>
                    <a:pt x="1444" y="2023"/>
                  </a:lnTo>
                  <a:cubicBezTo>
                    <a:pt x="1526" y="2023"/>
                    <a:pt x="1592" y="1957"/>
                    <a:pt x="1592" y="1875"/>
                  </a:cubicBezTo>
                  <a:lnTo>
                    <a:pt x="1592" y="149"/>
                  </a:lnTo>
                  <a:cubicBezTo>
                    <a:pt x="1592" y="68"/>
                    <a:pt x="1526" y="1"/>
                    <a:pt x="14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7" name="Google Shape;1867;p2"/>
            <p:cNvSpPr/>
            <p:nvPr/>
          </p:nvSpPr>
          <p:spPr>
            <a:xfrm>
              <a:off x="2502816" y="1417988"/>
              <a:ext cx="41568" cy="39435"/>
            </a:xfrm>
            <a:custGeom>
              <a:rect b="b" l="l" r="r" t="t"/>
              <a:pathLst>
                <a:path extrusionOk="0" h="1460" w="1539">
                  <a:moveTo>
                    <a:pt x="772" y="462"/>
                  </a:moveTo>
                  <a:lnTo>
                    <a:pt x="841" y="588"/>
                  </a:lnTo>
                  <a:cubicBezTo>
                    <a:pt x="863" y="627"/>
                    <a:pt x="901" y="656"/>
                    <a:pt x="947" y="664"/>
                  </a:cubicBezTo>
                  <a:lnTo>
                    <a:pt x="1088" y="689"/>
                  </a:lnTo>
                  <a:lnTo>
                    <a:pt x="981" y="792"/>
                  </a:lnTo>
                  <a:cubicBezTo>
                    <a:pt x="950" y="826"/>
                    <a:pt x="934" y="869"/>
                    <a:pt x="942" y="915"/>
                  </a:cubicBezTo>
                  <a:lnTo>
                    <a:pt x="962" y="1056"/>
                  </a:lnTo>
                  <a:lnTo>
                    <a:pt x="833" y="994"/>
                  </a:lnTo>
                  <a:cubicBezTo>
                    <a:pt x="814" y="985"/>
                    <a:pt x="791" y="978"/>
                    <a:pt x="769" y="978"/>
                  </a:cubicBezTo>
                  <a:cubicBezTo>
                    <a:pt x="747" y="978"/>
                    <a:pt x="724" y="985"/>
                    <a:pt x="704" y="994"/>
                  </a:cubicBezTo>
                  <a:lnTo>
                    <a:pt x="576" y="1056"/>
                  </a:lnTo>
                  <a:lnTo>
                    <a:pt x="595" y="915"/>
                  </a:lnTo>
                  <a:cubicBezTo>
                    <a:pt x="601" y="869"/>
                    <a:pt x="587" y="824"/>
                    <a:pt x="556" y="792"/>
                  </a:cubicBezTo>
                  <a:lnTo>
                    <a:pt x="458" y="689"/>
                  </a:lnTo>
                  <a:lnTo>
                    <a:pt x="599" y="664"/>
                  </a:lnTo>
                  <a:cubicBezTo>
                    <a:pt x="645" y="656"/>
                    <a:pt x="684" y="628"/>
                    <a:pt x="705" y="588"/>
                  </a:cubicBezTo>
                  <a:lnTo>
                    <a:pt x="772" y="462"/>
                  </a:lnTo>
                  <a:close/>
                  <a:moveTo>
                    <a:pt x="769" y="1"/>
                  </a:moveTo>
                  <a:cubicBezTo>
                    <a:pt x="715" y="1"/>
                    <a:pt x="663" y="29"/>
                    <a:pt x="638" y="79"/>
                  </a:cubicBezTo>
                  <a:lnTo>
                    <a:pt x="475" y="385"/>
                  </a:lnTo>
                  <a:lnTo>
                    <a:pt x="133" y="448"/>
                  </a:lnTo>
                  <a:cubicBezTo>
                    <a:pt x="78" y="457"/>
                    <a:pt x="36" y="496"/>
                    <a:pt x="17" y="547"/>
                  </a:cubicBezTo>
                  <a:cubicBezTo>
                    <a:pt x="0" y="600"/>
                    <a:pt x="14" y="656"/>
                    <a:pt x="52" y="695"/>
                  </a:cubicBezTo>
                  <a:lnTo>
                    <a:pt x="293" y="946"/>
                  </a:lnTo>
                  <a:lnTo>
                    <a:pt x="246" y="1290"/>
                  </a:lnTo>
                  <a:cubicBezTo>
                    <a:pt x="238" y="1344"/>
                    <a:pt x="262" y="1397"/>
                    <a:pt x="305" y="1430"/>
                  </a:cubicBezTo>
                  <a:cubicBezTo>
                    <a:pt x="332" y="1448"/>
                    <a:pt x="364" y="1458"/>
                    <a:pt x="395" y="1458"/>
                  </a:cubicBezTo>
                  <a:cubicBezTo>
                    <a:pt x="417" y="1458"/>
                    <a:pt x="438" y="1453"/>
                    <a:pt x="458" y="1444"/>
                  </a:cubicBezTo>
                  <a:lnTo>
                    <a:pt x="771" y="1293"/>
                  </a:lnTo>
                  <a:lnTo>
                    <a:pt x="1084" y="1444"/>
                  </a:lnTo>
                  <a:cubicBezTo>
                    <a:pt x="1105" y="1453"/>
                    <a:pt x="1127" y="1459"/>
                    <a:pt x="1149" y="1459"/>
                  </a:cubicBezTo>
                  <a:cubicBezTo>
                    <a:pt x="1180" y="1459"/>
                    <a:pt x="1208" y="1450"/>
                    <a:pt x="1236" y="1430"/>
                  </a:cubicBezTo>
                  <a:cubicBezTo>
                    <a:pt x="1281" y="1399"/>
                    <a:pt x="1301" y="1344"/>
                    <a:pt x="1297" y="1290"/>
                  </a:cubicBezTo>
                  <a:lnTo>
                    <a:pt x="1250" y="946"/>
                  </a:lnTo>
                  <a:lnTo>
                    <a:pt x="1491" y="695"/>
                  </a:lnTo>
                  <a:cubicBezTo>
                    <a:pt x="1524" y="656"/>
                    <a:pt x="1538" y="597"/>
                    <a:pt x="1519" y="547"/>
                  </a:cubicBezTo>
                  <a:cubicBezTo>
                    <a:pt x="1502" y="494"/>
                    <a:pt x="1460" y="457"/>
                    <a:pt x="1406" y="448"/>
                  </a:cubicBezTo>
                  <a:lnTo>
                    <a:pt x="1063" y="385"/>
                  </a:lnTo>
                  <a:lnTo>
                    <a:pt x="900" y="79"/>
                  </a:lnTo>
                  <a:cubicBezTo>
                    <a:pt x="873" y="29"/>
                    <a:pt x="824" y="1"/>
                    <a:pt x="76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8" name="Google Shape;1868;p2"/>
            <p:cNvSpPr/>
            <p:nvPr/>
          </p:nvSpPr>
          <p:spPr>
            <a:xfrm>
              <a:off x="2491040" y="1497369"/>
              <a:ext cx="65013" cy="8022"/>
            </a:xfrm>
            <a:custGeom>
              <a:rect b="b" l="l" r="r" t="t"/>
              <a:pathLst>
                <a:path extrusionOk="0" h="297" w="2407">
                  <a:moveTo>
                    <a:pt x="148" y="1"/>
                  </a:moveTo>
                  <a:cubicBezTo>
                    <a:pt x="67" y="1"/>
                    <a:pt x="0" y="67"/>
                    <a:pt x="0" y="148"/>
                  </a:cubicBezTo>
                  <a:cubicBezTo>
                    <a:pt x="0" y="231"/>
                    <a:pt x="67" y="296"/>
                    <a:pt x="148" y="296"/>
                  </a:cubicBezTo>
                  <a:lnTo>
                    <a:pt x="2259" y="296"/>
                  </a:lnTo>
                  <a:cubicBezTo>
                    <a:pt x="2341" y="296"/>
                    <a:pt x="2407" y="231"/>
                    <a:pt x="2407" y="148"/>
                  </a:cubicBezTo>
                  <a:cubicBezTo>
                    <a:pt x="2407" y="67"/>
                    <a:pt x="2341" y="1"/>
                    <a:pt x="225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9" name="Google Shape;1869;p2"/>
            <p:cNvSpPr/>
            <p:nvPr/>
          </p:nvSpPr>
          <p:spPr>
            <a:xfrm>
              <a:off x="2504194" y="1512495"/>
              <a:ext cx="38759" cy="8022"/>
            </a:xfrm>
            <a:custGeom>
              <a:rect b="b" l="l" r="r" t="t"/>
              <a:pathLst>
                <a:path extrusionOk="0" h="297" w="1435">
                  <a:moveTo>
                    <a:pt x="148" y="1"/>
                  </a:moveTo>
                  <a:cubicBezTo>
                    <a:pt x="66" y="1"/>
                    <a:pt x="1" y="68"/>
                    <a:pt x="1" y="149"/>
                  </a:cubicBezTo>
                  <a:cubicBezTo>
                    <a:pt x="1" y="231"/>
                    <a:pt x="66" y="297"/>
                    <a:pt x="148" y="297"/>
                  </a:cubicBezTo>
                  <a:lnTo>
                    <a:pt x="1286" y="297"/>
                  </a:lnTo>
                  <a:cubicBezTo>
                    <a:pt x="1367" y="297"/>
                    <a:pt x="1434" y="231"/>
                    <a:pt x="1434" y="149"/>
                  </a:cubicBezTo>
                  <a:cubicBezTo>
                    <a:pt x="1434" y="68"/>
                    <a:pt x="1367" y="1"/>
                    <a:pt x="128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0" name="Google Shape;1870;p2"/>
            <p:cNvSpPr/>
            <p:nvPr/>
          </p:nvSpPr>
          <p:spPr>
            <a:xfrm>
              <a:off x="2491040" y="1527593"/>
              <a:ext cx="65013" cy="8022"/>
            </a:xfrm>
            <a:custGeom>
              <a:rect b="b" l="l" r="r" t="t"/>
              <a:pathLst>
                <a:path extrusionOk="0" h="297" w="2407">
                  <a:moveTo>
                    <a:pt x="148" y="1"/>
                  </a:moveTo>
                  <a:cubicBezTo>
                    <a:pt x="67" y="1"/>
                    <a:pt x="0" y="67"/>
                    <a:pt x="0" y="148"/>
                  </a:cubicBezTo>
                  <a:cubicBezTo>
                    <a:pt x="0" y="231"/>
                    <a:pt x="67" y="296"/>
                    <a:pt x="148" y="296"/>
                  </a:cubicBezTo>
                  <a:lnTo>
                    <a:pt x="2259" y="296"/>
                  </a:lnTo>
                  <a:cubicBezTo>
                    <a:pt x="2341" y="296"/>
                    <a:pt x="2407" y="231"/>
                    <a:pt x="2407" y="148"/>
                  </a:cubicBezTo>
                  <a:cubicBezTo>
                    <a:pt x="2407" y="67"/>
                    <a:pt x="2341" y="1"/>
                    <a:pt x="225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1" name="Google Shape;1871;p2"/>
            <p:cNvSpPr/>
            <p:nvPr/>
          </p:nvSpPr>
          <p:spPr>
            <a:xfrm>
              <a:off x="2405878" y="1332367"/>
              <a:ext cx="21662" cy="21689"/>
            </a:xfrm>
            <a:custGeom>
              <a:rect b="b" l="l" r="r" t="t"/>
              <a:pathLst>
                <a:path extrusionOk="0" h="803" w="802">
                  <a:moveTo>
                    <a:pt x="400" y="296"/>
                  </a:moveTo>
                  <a:cubicBezTo>
                    <a:pt x="459" y="296"/>
                    <a:pt x="506" y="343"/>
                    <a:pt x="506" y="402"/>
                  </a:cubicBezTo>
                  <a:cubicBezTo>
                    <a:pt x="506" y="460"/>
                    <a:pt x="459" y="506"/>
                    <a:pt x="400" y="506"/>
                  </a:cubicBezTo>
                  <a:cubicBezTo>
                    <a:pt x="343" y="506"/>
                    <a:pt x="296" y="460"/>
                    <a:pt x="296" y="402"/>
                  </a:cubicBezTo>
                  <a:cubicBezTo>
                    <a:pt x="296" y="343"/>
                    <a:pt x="343" y="296"/>
                    <a:pt x="400" y="296"/>
                  </a:cubicBezTo>
                  <a:close/>
                  <a:moveTo>
                    <a:pt x="400" y="1"/>
                  </a:moveTo>
                  <a:cubicBezTo>
                    <a:pt x="179" y="1"/>
                    <a:pt x="0" y="180"/>
                    <a:pt x="0" y="402"/>
                  </a:cubicBezTo>
                  <a:cubicBezTo>
                    <a:pt x="0" y="623"/>
                    <a:pt x="179" y="802"/>
                    <a:pt x="400" y="802"/>
                  </a:cubicBezTo>
                  <a:cubicBezTo>
                    <a:pt x="623" y="802"/>
                    <a:pt x="802" y="623"/>
                    <a:pt x="802" y="402"/>
                  </a:cubicBezTo>
                  <a:cubicBezTo>
                    <a:pt x="802" y="180"/>
                    <a:pt x="623" y="1"/>
                    <a:pt x="4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2" name="Google Shape;1872;p2"/>
            <p:cNvSpPr/>
            <p:nvPr/>
          </p:nvSpPr>
          <p:spPr>
            <a:xfrm>
              <a:off x="2429917" y="1332367"/>
              <a:ext cx="21689" cy="21689"/>
            </a:xfrm>
            <a:custGeom>
              <a:rect b="b" l="l" r="r" t="t"/>
              <a:pathLst>
                <a:path extrusionOk="0" h="803" w="803">
                  <a:moveTo>
                    <a:pt x="402" y="296"/>
                  </a:moveTo>
                  <a:cubicBezTo>
                    <a:pt x="460" y="296"/>
                    <a:pt x="506" y="343"/>
                    <a:pt x="506" y="402"/>
                  </a:cubicBezTo>
                  <a:cubicBezTo>
                    <a:pt x="506" y="460"/>
                    <a:pt x="460" y="506"/>
                    <a:pt x="402" y="506"/>
                  </a:cubicBezTo>
                  <a:cubicBezTo>
                    <a:pt x="343" y="506"/>
                    <a:pt x="296" y="460"/>
                    <a:pt x="296" y="402"/>
                  </a:cubicBezTo>
                  <a:cubicBezTo>
                    <a:pt x="296" y="343"/>
                    <a:pt x="343" y="296"/>
                    <a:pt x="402" y="296"/>
                  </a:cubicBezTo>
                  <a:close/>
                  <a:moveTo>
                    <a:pt x="402" y="1"/>
                  </a:moveTo>
                  <a:cubicBezTo>
                    <a:pt x="179" y="1"/>
                    <a:pt x="0" y="180"/>
                    <a:pt x="0" y="402"/>
                  </a:cubicBezTo>
                  <a:cubicBezTo>
                    <a:pt x="0" y="623"/>
                    <a:pt x="179" y="802"/>
                    <a:pt x="402" y="802"/>
                  </a:cubicBezTo>
                  <a:cubicBezTo>
                    <a:pt x="623" y="802"/>
                    <a:pt x="802" y="623"/>
                    <a:pt x="802" y="402"/>
                  </a:cubicBezTo>
                  <a:cubicBezTo>
                    <a:pt x="802" y="180"/>
                    <a:pt x="621" y="1"/>
                    <a:pt x="4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3" name="Google Shape;1873;p2"/>
            <p:cNvSpPr/>
            <p:nvPr/>
          </p:nvSpPr>
          <p:spPr>
            <a:xfrm>
              <a:off x="2452119" y="1332367"/>
              <a:ext cx="21662" cy="21689"/>
            </a:xfrm>
            <a:custGeom>
              <a:rect b="b" l="l" r="r" t="t"/>
              <a:pathLst>
                <a:path extrusionOk="0" h="803" w="802">
                  <a:moveTo>
                    <a:pt x="400" y="296"/>
                  </a:moveTo>
                  <a:cubicBezTo>
                    <a:pt x="459" y="296"/>
                    <a:pt x="506" y="343"/>
                    <a:pt x="506" y="402"/>
                  </a:cubicBezTo>
                  <a:cubicBezTo>
                    <a:pt x="506" y="460"/>
                    <a:pt x="459" y="506"/>
                    <a:pt x="400" y="506"/>
                  </a:cubicBezTo>
                  <a:cubicBezTo>
                    <a:pt x="343" y="506"/>
                    <a:pt x="296" y="460"/>
                    <a:pt x="296" y="402"/>
                  </a:cubicBezTo>
                  <a:cubicBezTo>
                    <a:pt x="296" y="343"/>
                    <a:pt x="343" y="296"/>
                    <a:pt x="400" y="296"/>
                  </a:cubicBezTo>
                  <a:close/>
                  <a:moveTo>
                    <a:pt x="400" y="1"/>
                  </a:moveTo>
                  <a:cubicBezTo>
                    <a:pt x="179" y="1"/>
                    <a:pt x="0" y="180"/>
                    <a:pt x="0" y="402"/>
                  </a:cubicBezTo>
                  <a:cubicBezTo>
                    <a:pt x="0" y="623"/>
                    <a:pt x="179" y="802"/>
                    <a:pt x="400" y="802"/>
                  </a:cubicBezTo>
                  <a:cubicBezTo>
                    <a:pt x="623" y="802"/>
                    <a:pt x="802" y="623"/>
                    <a:pt x="802" y="402"/>
                  </a:cubicBezTo>
                  <a:cubicBezTo>
                    <a:pt x="802" y="180"/>
                    <a:pt x="621" y="1"/>
                    <a:pt x="4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74" name="Google Shape;1874;p2"/>
          <p:cNvGrpSpPr/>
          <p:nvPr/>
        </p:nvGrpSpPr>
        <p:grpSpPr>
          <a:xfrm>
            <a:off x="1440819" y="4470499"/>
            <a:ext cx="269073" cy="197794"/>
            <a:chOff x="1713319" y="1345224"/>
            <a:chExt cx="269073" cy="197794"/>
          </a:xfrm>
        </p:grpSpPr>
        <p:sp>
          <p:nvSpPr>
            <p:cNvPr id="1875" name="Google Shape;1875;p2"/>
            <p:cNvSpPr/>
            <p:nvPr/>
          </p:nvSpPr>
          <p:spPr>
            <a:xfrm>
              <a:off x="1713319" y="1345224"/>
              <a:ext cx="80085" cy="169569"/>
            </a:xfrm>
            <a:custGeom>
              <a:rect b="b" l="l" r="r" t="t"/>
              <a:pathLst>
                <a:path extrusionOk="0" h="6278" w="2965">
                  <a:moveTo>
                    <a:pt x="174" y="1"/>
                  </a:moveTo>
                  <a:cubicBezTo>
                    <a:pt x="79" y="1"/>
                    <a:pt x="1" y="79"/>
                    <a:pt x="1" y="175"/>
                  </a:cubicBezTo>
                  <a:lnTo>
                    <a:pt x="1" y="1167"/>
                  </a:lnTo>
                  <a:cubicBezTo>
                    <a:pt x="1" y="1262"/>
                    <a:pt x="79" y="1339"/>
                    <a:pt x="174" y="1339"/>
                  </a:cubicBezTo>
                  <a:lnTo>
                    <a:pt x="1820" y="1339"/>
                  </a:lnTo>
                  <a:cubicBezTo>
                    <a:pt x="2046" y="1339"/>
                    <a:pt x="2267" y="1433"/>
                    <a:pt x="2427" y="1595"/>
                  </a:cubicBezTo>
                  <a:cubicBezTo>
                    <a:pt x="2583" y="1755"/>
                    <a:pt x="2667" y="1960"/>
                    <a:pt x="2662" y="2178"/>
                  </a:cubicBezTo>
                  <a:cubicBezTo>
                    <a:pt x="2654" y="2623"/>
                    <a:pt x="2284" y="2986"/>
                    <a:pt x="1839" y="2986"/>
                  </a:cubicBezTo>
                  <a:lnTo>
                    <a:pt x="905" y="2986"/>
                  </a:lnTo>
                  <a:cubicBezTo>
                    <a:pt x="810" y="2986"/>
                    <a:pt x="732" y="3064"/>
                    <a:pt x="732" y="3159"/>
                  </a:cubicBezTo>
                  <a:lnTo>
                    <a:pt x="732" y="4152"/>
                  </a:lnTo>
                  <a:cubicBezTo>
                    <a:pt x="732" y="4186"/>
                    <a:pt x="742" y="4217"/>
                    <a:pt x="760" y="4247"/>
                  </a:cubicBezTo>
                  <a:cubicBezTo>
                    <a:pt x="788" y="4301"/>
                    <a:pt x="847" y="4335"/>
                    <a:pt x="911" y="4335"/>
                  </a:cubicBezTo>
                  <a:lnTo>
                    <a:pt x="1820" y="4335"/>
                  </a:lnTo>
                  <a:cubicBezTo>
                    <a:pt x="2046" y="4335"/>
                    <a:pt x="2267" y="4429"/>
                    <a:pt x="2427" y="4591"/>
                  </a:cubicBezTo>
                  <a:cubicBezTo>
                    <a:pt x="2583" y="4751"/>
                    <a:pt x="2667" y="4956"/>
                    <a:pt x="2662" y="5174"/>
                  </a:cubicBezTo>
                  <a:cubicBezTo>
                    <a:pt x="2654" y="5619"/>
                    <a:pt x="2284" y="5982"/>
                    <a:pt x="1839" y="5982"/>
                  </a:cubicBezTo>
                  <a:cubicBezTo>
                    <a:pt x="1758" y="5982"/>
                    <a:pt x="1691" y="6048"/>
                    <a:pt x="1691" y="6130"/>
                  </a:cubicBezTo>
                  <a:cubicBezTo>
                    <a:pt x="1691" y="6212"/>
                    <a:pt x="1758" y="6278"/>
                    <a:pt x="1839" y="6278"/>
                  </a:cubicBezTo>
                  <a:cubicBezTo>
                    <a:pt x="2135" y="6278"/>
                    <a:pt x="2412" y="6166"/>
                    <a:pt x="2623" y="5957"/>
                  </a:cubicBezTo>
                  <a:cubicBezTo>
                    <a:pt x="2833" y="5750"/>
                    <a:pt x="2952" y="5475"/>
                    <a:pt x="2958" y="5181"/>
                  </a:cubicBezTo>
                  <a:cubicBezTo>
                    <a:pt x="2964" y="4883"/>
                    <a:pt x="2851" y="4602"/>
                    <a:pt x="2639" y="4385"/>
                  </a:cubicBezTo>
                  <a:cubicBezTo>
                    <a:pt x="2423" y="4169"/>
                    <a:pt x="2125" y="4043"/>
                    <a:pt x="1820" y="4043"/>
                  </a:cubicBezTo>
                  <a:lnTo>
                    <a:pt x="1028" y="4043"/>
                  </a:lnTo>
                  <a:lnTo>
                    <a:pt x="1028" y="3283"/>
                  </a:lnTo>
                  <a:lnTo>
                    <a:pt x="1839" y="3283"/>
                  </a:lnTo>
                  <a:cubicBezTo>
                    <a:pt x="2135" y="3283"/>
                    <a:pt x="2412" y="3171"/>
                    <a:pt x="2623" y="2963"/>
                  </a:cubicBezTo>
                  <a:cubicBezTo>
                    <a:pt x="2833" y="2757"/>
                    <a:pt x="2952" y="2480"/>
                    <a:pt x="2958" y="2186"/>
                  </a:cubicBezTo>
                  <a:cubicBezTo>
                    <a:pt x="2964" y="1889"/>
                    <a:pt x="2851" y="1607"/>
                    <a:pt x="2639" y="1391"/>
                  </a:cubicBezTo>
                  <a:cubicBezTo>
                    <a:pt x="2426" y="1173"/>
                    <a:pt x="2127" y="1047"/>
                    <a:pt x="1822" y="1047"/>
                  </a:cubicBezTo>
                  <a:lnTo>
                    <a:pt x="297" y="1047"/>
                  </a:lnTo>
                  <a:lnTo>
                    <a:pt x="297" y="298"/>
                  </a:lnTo>
                  <a:lnTo>
                    <a:pt x="547" y="298"/>
                  </a:lnTo>
                  <a:cubicBezTo>
                    <a:pt x="630" y="298"/>
                    <a:pt x="695" y="231"/>
                    <a:pt x="695" y="149"/>
                  </a:cubicBezTo>
                  <a:cubicBezTo>
                    <a:pt x="695" y="68"/>
                    <a:pt x="630" y="1"/>
                    <a:pt x="54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6" name="Google Shape;1876;p2"/>
            <p:cNvSpPr/>
            <p:nvPr/>
          </p:nvSpPr>
          <p:spPr>
            <a:xfrm>
              <a:off x="1713967" y="1345359"/>
              <a:ext cx="131674" cy="197659"/>
            </a:xfrm>
            <a:custGeom>
              <a:rect b="b" l="l" r="r" t="t"/>
              <a:pathLst>
                <a:path extrusionOk="0" h="7318" w="4875">
                  <a:moveTo>
                    <a:pt x="2915" y="310"/>
                  </a:moveTo>
                  <a:lnTo>
                    <a:pt x="2915" y="310"/>
                  </a:lnTo>
                  <a:cubicBezTo>
                    <a:pt x="3843" y="422"/>
                    <a:pt x="4568" y="1204"/>
                    <a:pt x="4576" y="2148"/>
                  </a:cubicBezTo>
                  <a:cubicBezTo>
                    <a:pt x="4581" y="2684"/>
                    <a:pt x="4352" y="3197"/>
                    <a:pt x="3953" y="3555"/>
                  </a:cubicBezTo>
                  <a:cubicBezTo>
                    <a:pt x="3922" y="3582"/>
                    <a:pt x="3905" y="3624"/>
                    <a:pt x="3905" y="3666"/>
                  </a:cubicBezTo>
                  <a:cubicBezTo>
                    <a:pt x="3905" y="3709"/>
                    <a:pt x="3922" y="3748"/>
                    <a:pt x="3953" y="3776"/>
                  </a:cubicBezTo>
                  <a:cubicBezTo>
                    <a:pt x="4344" y="4123"/>
                    <a:pt x="4573" y="4623"/>
                    <a:pt x="4576" y="5143"/>
                  </a:cubicBezTo>
                  <a:cubicBezTo>
                    <a:pt x="4581" y="5644"/>
                    <a:pt x="4388" y="6116"/>
                    <a:pt x="4036" y="6472"/>
                  </a:cubicBezTo>
                  <a:cubicBezTo>
                    <a:pt x="3734" y="6776"/>
                    <a:pt x="3348" y="6962"/>
                    <a:pt x="2931" y="7011"/>
                  </a:cubicBezTo>
                  <a:cubicBezTo>
                    <a:pt x="3082" y="6919"/>
                    <a:pt x="3222" y="6808"/>
                    <a:pt x="3351" y="6679"/>
                  </a:cubicBezTo>
                  <a:cubicBezTo>
                    <a:pt x="3759" y="6267"/>
                    <a:pt x="3983" y="5720"/>
                    <a:pt x="3977" y="5141"/>
                  </a:cubicBezTo>
                  <a:cubicBezTo>
                    <a:pt x="3974" y="4590"/>
                    <a:pt x="3753" y="4061"/>
                    <a:pt x="3370" y="3664"/>
                  </a:cubicBezTo>
                  <a:cubicBezTo>
                    <a:pt x="3760" y="3258"/>
                    <a:pt x="3981" y="2713"/>
                    <a:pt x="3977" y="2147"/>
                  </a:cubicBezTo>
                  <a:cubicBezTo>
                    <a:pt x="3971" y="1369"/>
                    <a:pt x="3546" y="687"/>
                    <a:pt x="2915" y="310"/>
                  </a:cubicBezTo>
                  <a:close/>
                  <a:moveTo>
                    <a:pt x="1455" y="1"/>
                  </a:moveTo>
                  <a:cubicBezTo>
                    <a:pt x="1373" y="1"/>
                    <a:pt x="1308" y="66"/>
                    <a:pt x="1308" y="148"/>
                  </a:cubicBezTo>
                  <a:cubicBezTo>
                    <a:pt x="1308" y="231"/>
                    <a:pt x="1374" y="296"/>
                    <a:pt x="1455" y="296"/>
                  </a:cubicBezTo>
                  <a:lnTo>
                    <a:pt x="1790" y="296"/>
                  </a:lnTo>
                  <a:cubicBezTo>
                    <a:pt x="2825" y="296"/>
                    <a:pt x="3673" y="1127"/>
                    <a:pt x="3681" y="2148"/>
                  </a:cubicBezTo>
                  <a:cubicBezTo>
                    <a:pt x="3684" y="2684"/>
                    <a:pt x="3457" y="3197"/>
                    <a:pt x="3059" y="3555"/>
                  </a:cubicBezTo>
                  <a:cubicBezTo>
                    <a:pt x="3027" y="3582"/>
                    <a:pt x="3010" y="3624"/>
                    <a:pt x="3010" y="3666"/>
                  </a:cubicBezTo>
                  <a:cubicBezTo>
                    <a:pt x="3010" y="3709"/>
                    <a:pt x="3027" y="3748"/>
                    <a:pt x="3059" y="3776"/>
                  </a:cubicBezTo>
                  <a:cubicBezTo>
                    <a:pt x="3451" y="4127"/>
                    <a:pt x="3678" y="4625"/>
                    <a:pt x="3681" y="5144"/>
                  </a:cubicBezTo>
                  <a:cubicBezTo>
                    <a:pt x="3684" y="5647"/>
                    <a:pt x="3493" y="6117"/>
                    <a:pt x="3139" y="6474"/>
                  </a:cubicBezTo>
                  <a:cubicBezTo>
                    <a:pt x="2788" y="6830"/>
                    <a:pt x="2318" y="7025"/>
                    <a:pt x="1815" y="7025"/>
                  </a:cubicBezTo>
                  <a:lnTo>
                    <a:pt x="296" y="7025"/>
                  </a:lnTo>
                  <a:lnTo>
                    <a:pt x="296" y="6274"/>
                  </a:lnTo>
                  <a:lnTo>
                    <a:pt x="903" y="6274"/>
                  </a:lnTo>
                  <a:cubicBezTo>
                    <a:pt x="985" y="6274"/>
                    <a:pt x="1051" y="6209"/>
                    <a:pt x="1051" y="6127"/>
                  </a:cubicBezTo>
                  <a:cubicBezTo>
                    <a:pt x="1051" y="6046"/>
                    <a:pt x="984" y="5979"/>
                    <a:pt x="903" y="5979"/>
                  </a:cubicBezTo>
                  <a:lnTo>
                    <a:pt x="173" y="5979"/>
                  </a:lnTo>
                  <a:cubicBezTo>
                    <a:pt x="78" y="5979"/>
                    <a:pt x="0" y="6057"/>
                    <a:pt x="0" y="6151"/>
                  </a:cubicBezTo>
                  <a:lnTo>
                    <a:pt x="0" y="7144"/>
                  </a:lnTo>
                  <a:cubicBezTo>
                    <a:pt x="0" y="7239"/>
                    <a:pt x="78" y="7317"/>
                    <a:pt x="173" y="7317"/>
                  </a:cubicBezTo>
                  <a:lnTo>
                    <a:pt x="2708" y="7317"/>
                  </a:lnTo>
                  <a:cubicBezTo>
                    <a:pt x="3289" y="7317"/>
                    <a:pt x="3834" y="7090"/>
                    <a:pt x="4241" y="6679"/>
                  </a:cubicBezTo>
                  <a:cubicBezTo>
                    <a:pt x="4651" y="6267"/>
                    <a:pt x="4873" y="5720"/>
                    <a:pt x="4867" y="5140"/>
                  </a:cubicBezTo>
                  <a:cubicBezTo>
                    <a:pt x="4864" y="4590"/>
                    <a:pt x="4644" y="4061"/>
                    <a:pt x="4262" y="3664"/>
                  </a:cubicBezTo>
                  <a:cubicBezTo>
                    <a:pt x="4655" y="3258"/>
                    <a:pt x="4875" y="2713"/>
                    <a:pt x="4870" y="2145"/>
                  </a:cubicBezTo>
                  <a:cubicBezTo>
                    <a:pt x="4861" y="962"/>
                    <a:pt x="3880" y="1"/>
                    <a:pt x="2683" y="1"/>
                  </a:cubicBezTo>
                  <a:lnTo>
                    <a:pt x="1876" y="1"/>
                  </a:lnTo>
                  <a:cubicBezTo>
                    <a:pt x="1869" y="1"/>
                    <a:pt x="1865" y="1"/>
                    <a:pt x="1859" y="2"/>
                  </a:cubicBezTo>
                  <a:cubicBezTo>
                    <a:pt x="1835" y="2"/>
                    <a:pt x="1813" y="1"/>
                    <a:pt x="17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7" name="Google Shape;1877;p2"/>
            <p:cNvSpPr/>
            <p:nvPr/>
          </p:nvSpPr>
          <p:spPr>
            <a:xfrm>
              <a:off x="1888126" y="1372504"/>
              <a:ext cx="46403" cy="143315"/>
            </a:xfrm>
            <a:custGeom>
              <a:rect b="b" l="l" r="r" t="t"/>
              <a:pathLst>
                <a:path extrusionOk="0" h="5306" w="1718">
                  <a:moveTo>
                    <a:pt x="1219" y="300"/>
                  </a:moveTo>
                  <a:cubicBezTo>
                    <a:pt x="1333" y="300"/>
                    <a:pt x="1424" y="390"/>
                    <a:pt x="1424" y="504"/>
                  </a:cubicBezTo>
                  <a:lnTo>
                    <a:pt x="1424" y="5011"/>
                  </a:lnTo>
                  <a:lnTo>
                    <a:pt x="934" y="5011"/>
                  </a:lnTo>
                  <a:cubicBezTo>
                    <a:pt x="937" y="4885"/>
                    <a:pt x="937" y="4684"/>
                    <a:pt x="939" y="4364"/>
                  </a:cubicBezTo>
                  <a:cubicBezTo>
                    <a:pt x="942" y="3946"/>
                    <a:pt x="939" y="3367"/>
                    <a:pt x="937" y="2642"/>
                  </a:cubicBezTo>
                  <a:cubicBezTo>
                    <a:pt x="934" y="1657"/>
                    <a:pt x="928" y="666"/>
                    <a:pt x="926" y="300"/>
                  </a:cubicBezTo>
                  <a:close/>
                  <a:moveTo>
                    <a:pt x="148" y="1"/>
                  </a:moveTo>
                  <a:cubicBezTo>
                    <a:pt x="66" y="1"/>
                    <a:pt x="0" y="68"/>
                    <a:pt x="0" y="149"/>
                  </a:cubicBezTo>
                  <a:lnTo>
                    <a:pt x="0" y="667"/>
                  </a:lnTo>
                  <a:cubicBezTo>
                    <a:pt x="0" y="748"/>
                    <a:pt x="66" y="815"/>
                    <a:pt x="148" y="815"/>
                  </a:cubicBezTo>
                  <a:cubicBezTo>
                    <a:pt x="229" y="815"/>
                    <a:pt x="295" y="748"/>
                    <a:pt x="295" y="667"/>
                  </a:cubicBezTo>
                  <a:lnTo>
                    <a:pt x="295" y="297"/>
                  </a:lnTo>
                  <a:lnTo>
                    <a:pt x="629" y="297"/>
                  </a:lnTo>
                  <a:cubicBezTo>
                    <a:pt x="642" y="2017"/>
                    <a:pt x="651" y="4434"/>
                    <a:pt x="637" y="5009"/>
                  </a:cubicBezTo>
                  <a:lnTo>
                    <a:pt x="295" y="5009"/>
                  </a:lnTo>
                  <a:lnTo>
                    <a:pt x="295" y="1599"/>
                  </a:lnTo>
                  <a:cubicBezTo>
                    <a:pt x="295" y="1517"/>
                    <a:pt x="229" y="1452"/>
                    <a:pt x="148" y="1452"/>
                  </a:cubicBezTo>
                  <a:cubicBezTo>
                    <a:pt x="66" y="1452"/>
                    <a:pt x="0" y="1517"/>
                    <a:pt x="0" y="1599"/>
                  </a:cubicBezTo>
                  <a:lnTo>
                    <a:pt x="0" y="5157"/>
                  </a:lnTo>
                  <a:cubicBezTo>
                    <a:pt x="0" y="5238"/>
                    <a:pt x="66" y="5305"/>
                    <a:pt x="148" y="5305"/>
                  </a:cubicBezTo>
                  <a:lnTo>
                    <a:pt x="1569" y="5305"/>
                  </a:lnTo>
                  <a:cubicBezTo>
                    <a:pt x="1652" y="5305"/>
                    <a:pt x="1717" y="5238"/>
                    <a:pt x="1717" y="5157"/>
                  </a:cubicBezTo>
                  <a:lnTo>
                    <a:pt x="1717" y="501"/>
                  </a:lnTo>
                  <a:cubicBezTo>
                    <a:pt x="1717" y="227"/>
                    <a:pt x="1495" y="1"/>
                    <a:pt x="12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8" name="Google Shape;1878;p2"/>
            <p:cNvSpPr/>
            <p:nvPr/>
          </p:nvSpPr>
          <p:spPr>
            <a:xfrm>
              <a:off x="1860928" y="1345359"/>
              <a:ext cx="121464" cy="197659"/>
            </a:xfrm>
            <a:custGeom>
              <a:rect b="b" l="l" r="r" t="t"/>
              <a:pathLst>
                <a:path extrusionOk="0" h="7318" w="4497">
                  <a:moveTo>
                    <a:pt x="3997" y="296"/>
                  </a:moveTo>
                  <a:cubicBezTo>
                    <a:pt x="4109" y="296"/>
                    <a:pt x="4201" y="388"/>
                    <a:pt x="4201" y="500"/>
                  </a:cubicBezTo>
                  <a:lnTo>
                    <a:pt x="4201" y="6818"/>
                  </a:lnTo>
                  <a:cubicBezTo>
                    <a:pt x="4201" y="6930"/>
                    <a:pt x="4109" y="7021"/>
                    <a:pt x="3997" y="7021"/>
                  </a:cubicBezTo>
                  <a:lnTo>
                    <a:pt x="3688" y="7021"/>
                  </a:lnTo>
                  <a:cubicBezTo>
                    <a:pt x="3717" y="6959"/>
                    <a:pt x="3733" y="6889"/>
                    <a:pt x="3733" y="6818"/>
                  </a:cubicBezTo>
                  <a:lnTo>
                    <a:pt x="3733" y="500"/>
                  </a:lnTo>
                  <a:cubicBezTo>
                    <a:pt x="3733" y="427"/>
                    <a:pt x="3717" y="358"/>
                    <a:pt x="3688" y="296"/>
                  </a:cubicBezTo>
                  <a:close/>
                  <a:moveTo>
                    <a:pt x="148" y="1"/>
                  </a:moveTo>
                  <a:cubicBezTo>
                    <a:pt x="67" y="1"/>
                    <a:pt x="0" y="66"/>
                    <a:pt x="0" y="148"/>
                  </a:cubicBezTo>
                  <a:lnTo>
                    <a:pt x="0" y="7169"/>
                  </a:lnTo>
                  <a:cubicBezTo>
                    <a:pt x="0" y="7252"/>
                    <a:pt x="67" y="7317"/>
                    <a:pt x="148" y="7317"/>
                  </a:cubicBezTo>
                  <a:lnTo>
                    <a:pt x="3997" y="7317"/>
                  </a:lnTo>
                  <a:cubicBezTo>
                    <a:pt x="4273" y="7317"/>
                    <a:pt x="4497" y="7095"/>
                    <a:pt x="4497" y="6818"/>
                  </a:cubicBezTo>
                  <a:lnTo>
                    <a:pt x="4497" y="500"/>
                  </a:lnTo>
                  <a:cubicBezTo>
                    <a:pt x="4497" y="225"/>
                    <a:pt x="4271" y="1"/>
                    <a:pt x="3997" y="1"/>
                  </a:cubicBezTo>
                  <a:lnTo>
                    <a:pt x="1943" y="1"/>
                  </a:lnTo>
                  <a:cubicBezTo>
                    <a:pt x="1860" y="1"/>
                    <a:pt x="1795" y="66"/>
                    <a:pt x="1795" y="148"/>
                  </a:cubicBezTo>
                  <a:cubicBezTo>
                    <a:pt x="1795" y="231"/>
                    <a:pt x="1860" y="296"/>
                    <a:pt x="1943" y="296"/>
                  </a:cubicBezTo>
                  <a:lnTo>
                    <a:pt x="3231" y="296"/>
                  </a:lnTo>
                  <a:cubicBezTo>
                    <a:pt x="3345" y="296"/>
                    <a:pt x="3437" y="388"/>
                    <a:pt x="3437" y="500"/>
                  </a:cubicBezTo>
                  <a:lnTo>
                    <a:pt x="3437" y="6818"/>
                  </a:lnTo>
                  <a:cubicBezTo>
                    <a:pt x="3437" y="6930"/>
                    <a:pt x="3345" y="7021"/>
                    <a:pt x="3231" y="7021"/>
                  </a:cubicBezTo>
                  <a:lnTo>
                    <a:pt x="296" y="7021"/>
                  </a:lnTo>
                  <a:lnTo>
                    <a:pt x="296" y="296"/>
                  </a:lnTo>
                  <a:lnTo>
                    <a:pt x="1065" y="296"/>
                  </a:lnTo>
                  <a:cubicBezTo>
                    <a:pt x="1146" y="296"/>
                    <a:pt x="1213" y="231"/>
                    <a:pt x="1213" y="148"/>
                  </a:cubicBezTo>
                  <a:cubicBezTo>
                    <a:pt x="1213" y="66"/>
                    <a:pt x="1146" y="1"/>
                    <a:pt x="10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79" name="Google Shape;1879;p2"/>
          <p:cNvGrpSpPr/>
          <p:nvPr/>
        </p:nvGrpSpPr>
        <p:grpSpPr>
          <a:xfrm>
            <a:off x="761197" y="4434900"/>
            <a:ext cx="269074" cy="269047"/>
            <a:chOff x="1033697" y="1309625"/>
            <a:chExt cx="269074" cy="269047"/>
          </a:xfrm>
        </p:grpSpPr>
        <p:sp>
          <p:nvSpPr>
            <p:cNvPr id="1880" name="Google Shape;1880;p2"/>
            <p:cNvSpPr/>
            <p:nvPr/>
          </p:nvSpPr>
          <p:spPr>
            <a:xfrm>
              <a:off x="1106867" y="1393112"/>
              <a:ext cx="122571" cy="119222"/>
            </a:xfrm>
            <a:custGeom>
              <a:rect b="b" l="l" r="r" t="t"/>
              <a:pathLst>
                <a:path extrusionOk="0" h="4414" w="4538">
                  <a:moveTo>
                    <a:pt x="2994" y="0"/>
                  </a:moveTo>
                  <a:cubicBezTo>
                    <a:pt x="2964" y="0"/>
                    <a:pt x="2934" y="9"/>
                    <a:pt x="2907" y="27"/>
                  </a:cubicBezTo>
                  <a:cubicBezTo>
                    <a:pt x="2868" y="54"/>
                    <a:pt x="2845" y="99"/>
                    <a:pt x="2845" y="147"/>
                  </a:cubicBezTo>
                  <a:lnTo>
                    <a:pt x="2845" y="910"/>
                  </a:lnTo>
                  <a:cubicBezTo>
                    <a:pt x="2845" y="962"/>
                    <a:pt x="2873" y="1011"/>
                    <a:pt x="2918" y="1039"/>
                  </a:cubicBezTo>
                  <a:cubicBezTo>
                    <a:pt x="3308" y="1268"/>
                    <a:pt x="3551" y="1692"/>
                    <a:pt x="3551" y="2144"/>
                  </a:cubicBezTo>
                  <a:cubicBezTo>
                    <a:pt x="3551" y="2849"/>
                    <a:pt x="2975" y="3425"/>
                    <a:pt x="2269" y="3425"/>
                  </a:cubicBezTo>
                  <a:cubicBezTo>
                    <a:pt x="1564" y="3425"/>
                    <a:pt x="988" y="2849"/>
                    <a:pt x="988" y="2144"/>
                  </a:cubicBezTo>
                  <a:cubicBezTo>
                    <a:pt x="988" y="1692"/>
                    <a:pt x="1231" y="1268"/>
                    <a:pt x="1621" y="1039"/>
                  </a:cubicBezTo>
                  <a:cubicBezTo>
                    <a:pt x="1666" y="1011"/>
                    <a:pt x="1693" y="962"/>
                    <a:pt x="1693" y="910"/>
                  </a:cubicBezTo>
                  <a:lnTo>
                    <a:pt x="1693" y="148"/>
                  </a:lnTo>
                  <a:cubicBezTo>
                    <a:pt x="1693" y="100"/>
                    <a:pt x="1669" y="55"/>
                    <a:pt x="1631" y="29"/>
                  </a:cubicBezTo>
                  <a:cubicBezTo>
                    <a:pt x="1606" y="11"/>
                    <a:pt x="1577" y="1"/>
                    <a:pt x="1547" y="1"/>
                  </a:cubicBezTo>
                  <a:cubicBezTo>
                    <a:pt x="1530" y="1"/>
                    <a:pt x="1512" y="5"/>
                    <a:pt x="1495" y="11"/>
                  </a:cubicBezTo>
                  <a:cubicBezTo>
                    <a:pt x="1318" y="75"/>
                    <a:pt x="1148" y="162"/>
                    <a:pt x="991" y="270"/>
                  </a:cubicBezTo>
                  <a:cubicBezTo>
                    <a:pt x="922" y="317"/>
                    <a:pt x="905" y="408"/>
                    <a:pt x="952" y="475"/>
                  </a:cubicBezTo>
                  <a:cubicBezTo>
                    <a:pt x="981" y="518"/>
                    <a:pt x="1027" y="540"/>
                    <a:pt x="1075" y="540"/>
                  </a:cubicBezTo>
                  <a:cubicBezTo>
                    <a:pt x="1104" y="540"/>
                    <a:pt x="1133" y="532"/>
                    <a:pt x="1159" y="514"/>
                  </a:cubicBezTo>
                  <a:cubicBezTo>
                    <a:pt x="1234" y="461"/>
                    <a:pt x="1315" y="415"/>
                    <a:pt x="1397" y="374"/>
                  </a:cubicBezTo>
                  <a:lnTo>
                    <a:pt x="1397" y="830"/>
                  </a:lnTo>
                  <a:cubicBezTo>
                    <a:pt x="960" y="1121"/>
                    <a:pt x="692" y="1618"/>
                    <a:pt x="692" y="2145"/>
                  </a:cubicBezTo>
                  <a:cubicBezTo>
                    <a:pt x="692" y="3015"/>
                    <a:pt x="1400" y="3722"/>
                    <a:pt x="2269" y="3722"/>
                  </a:cubicBezTo>
                  <a:cubicBezTo>
                    <a:pt x="3139" y="3722"/>
                    <a:pt x="3847" y="3015"/>
                    <a:pt x="3847" y="2145"/>
                  </a:cubicBezTo>
                  <a:cubicBezTo>
                    <a:pt x="3847" y="1618"/>
                    <a:pt x="3579" y="1121"/>
                    <a:pt x="3140" y="830"/>
                  </a:cubicBezTo>
                  <a:lnTo>
                    <a:pt x="3140" y="374"/>
                  </a:lnTo>
                  <a:cubicBezTo>
                    <a:pt x="3808" y="703"/>
                    <a:pt x="4242" y="1390"/>
                    <a:pt x="4242" y="2145"/>
                  </a:cubicBezTo>
                  <a:cubicBezTo>
                    <a:pt x="4242" y="3232"/>
                    <a:pt x="3357" y="4117"/>
                    <a:pt x="2269" y="4117"/>
                  </a:cubicBezTo>
                  <a:cubicBezTo>
                    <a:pt x="1182" y="4117"/>
                    <a:pt x="297" y="3232"/>
                    <a:pt x="297" y="2145"/>
                  </a:cubicBezTo>
                  <a:cubicBezTo>
                    <a:pt x="297" y="1710"/>
                    <a:pt x="437" y="1297"/>
                    <a:pt x="701" y="950"/>
                  </a:cubicBezTo>
                  <a:cubicBezTo>
                    <a:pt x="751" y="886"/>
                    <a:pt x="739" y="793"/>
                    <a:pt x="673" y="741"/>
                  </a:cubicBezTo>
                  <a:cubicBezTo>
                    <a:pt x="647" y="721"/>
                    <a:pt x="616" y="711"/>
                    <a:pt x="585" y="711"/>
                  </a:cubicBezTo>
                  <a:cubicBezTo>
                    <a:pt x="540" y="711"/>
                    <a:pt x="496" y="732"/>
                    <a:pt x="466" y="769"/>
                  </a:cubicBezTo>
                  <a:cubicBezTo>
                    <a:pt x="163" y="1168"/>
                    <a:pt x="1" y="1643"/>
                    <a:pt x="1" y="2145"/>
                  </a:cubicBezTo>
                  <a:cubicBezTo>
                    <a:pt x="1" y="3395"/>
                    <a:pt x="1019" y="4413"/>
                    <a:pt x="2269" y="4413"/>
                  </a:cubicBezTo>
                  <a:cubicBezTo>
                    <a:pt x="3520" y="4413"/>
                    <a:pt x="4538" y="3397"/>
                    <a:pt x="4538" y="2145"/>
                  </a:cubicBezTo>
                  <a:cubicBezTo>
                    <a:pt x="4538" y="1191"/>
                    <a:pt x="3937" y="335"/>
                    <a:pt x="3044" y="8"/>
                  </a:cubicBezTo>
                  <a:cubicBezTo>
                    <a:pt x="3028" y="3"/>
                    <a:pt x="3011" y="0"/>
                    <a:pt x="29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1" name="Google Shape;1881;p2"/>
            <p:cNvSpPr/>
            <p:nvPr/>
          </p:nvSpPr>
          <p:spPr>
            <a:xfrm>
              <a:off x="1156160" y="1376096"/>
              <a:ext cx="23985" cy="55100"/>
            </a:xfrm>
            <a:custGeom>
              <a:rect b="b" l="l" r="r" t="t"/>
              <a:pathLst>
                <a:path extrusionOk="0" h="2040" w="888">
                  <a:moveTo>
                    <a:pt x="444" y="296"/>
                  </a:moveTo>
                  <a:cubicBezTo>
                    <a:pt x="526" y="296"/>
                    <a:pt x="592" y="363"/>
                    <a:pt x="592" y="444"/>
                  </a:cubicBezTo>
                  <a:lnTo>
                    <a:pt x="592" y="1596"/>
                  </a:lnTo>
                  <a:cubicBezTo>
                    <a:pt x="592" y="1678"/>
                    <a:pt x="526" y="1743"/>
                    <a:pt x="444" y="1743"/>
                  </a:cubicBezTo>
                  <a:cubicBezTo>
                    <a:pt x="363" y="1743"/>
                    <a:pt x="296" y="1678"/>
                    <a:pt x="296" y="1596"/>
                  </a:cubicBezTo>
                  <a:lnTo>
                    <a:pt x="296" y="444"/>
                  </a:lnTo>
                  <a:cubicBezTo>
                    <a:pt x="296" y="363"/>
                    <a:pt x="363" y="296"/>
                    <a:pt x="444" y="296"/>
                  </a:cubicBezTo>
                  <a:close/>
                  <a:moveTo>
                    <a:pt x="444" y="0"/>
                  </a:moveTo>
                  <a:cubicBezTo>
                    <a:pt x="199" y="0"/>
                    <a:pt x="0" y="199"/>
                    <a:pt x="0" y="444"/>
                  </a:cubicBezTo>
                  <a:lnTo>
                    <a:pt x="0" y="1596"/>
                  </a:lnTo>
                  <a:cubicBezTo>
                    <a:pt x="0" y="1841"/>
                    <a:pt x="199" y="2039"/>
                    <a:pt x="444" y="2039"/>
                  </a:cubicBezTo>
                  <a:cubicBezTo>
                    <a:pt x="690" y="2039"/>
                    <a:pt x="887" y="1841"/>
                    <a:pt x="887" y="1596"/>
                  </a:cubicBezTo>
                  <a:lnTo>
                    <a:pt x="887" y="444"/>
                  </a:lnTo>
                  <a:cubicBezTo>
                    <a:pt x="887" y="199"/>
                    <a:pt x="690" y="0"/>
                    <a:pt x="44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2" name="Google Shape;1882;p2"/>
            <p:cNvSpPr/>
            <p:nvPr/>
          </p:nvSpPr>
          <p:spPr>
            <a:xfrm>
              <a:off x="1051172" y="1327235"/>
              <a:ext cx="233934" cy="233907"/>
            </a:xfrm>
            <a:custGeom>
              <a:rect b="b" l="l" r="r" t="t"/>
              <a:pathLst>
                <a:path extrusionOk="0" h="8660" w="8661">
                  <a:moveTo>
                    <a:pt x="4331" y="1"/>
                  </a:moveTo>
                  <a:cubicBezTo>
                    <a:pt x="3636" y="1"/>
                    <a:pt x="2973" y="159"/>
                    <a:pt x="2359" y="475"/>
                  </a:cubicBezTo>
                  <a:cubicBezTo>
                    <a:pt x="2287" y="511"/>
                    <a:pt x="2258" y="601"/>
                    <a:pt x="2295" y="673"/>
                  </a:cubicBezTo>
                  <a:cubicBezTo>
                    <a:pt x="2320" y="724"/>
                    <a:pt x="2372" y="753"/>
                    <a:pt x="2425" y="753"/>
                  </a:cubicBezTo>
                  <a:cubicBezTo>
                    <a:pt x="2448" y="753"/>
                    <a:pt x="2471" y="748"/>
                    <a:pt x="2493" y="737"/>
                  </a:cubicBezTo>
                  <a:cubicBezTo>
                    <a:pt x="3065" y="444"/>
                    <a:pt x="3683" y="296"/>
                    <a:pt x="4329" y="296"/>
                  </a:cubicBezTo>
                  <a:cubicBezTo>
                    <a:pt x="6553" y="296"/>
                    <a:pt x="8362" y="2105"/>
                    <a:pt x="8362" y="4329"/>
                  </a:cubicBezTo>
                  <a:cubicBezTo>
                    <a:pt x="8362" y="6553"/>
                    <a:pt x="6553" y="8362"/>
                    <a:pt x="4329" y="8362"/>
                  </a:cubicBezTo>
                  <a:cubicBezTo>
                    <a:pt x="2105" y="8362"/>
                    <a:pt x="296" y="6553"/>
                    <a:pt x="296" y="4329"/>
                  </a:cubicBezTo>
                  <a:cubicBezTo>
                    <a:pt x="296" y="3185"/>
                    <a:pt x="785" y="2089"/>
                    <a:pt x="1637" y="1327"/>
                  </a:cubicBezTo>
                  <a:cubicBezTo>
                    <a:pt x="1697" y="1272"/>
                    <a:pt x="1703" y="1179"/>
                    <a:pt x="1649" y="1118"/>
                  </a:cubicBezTo>
                  <a:cubicBezTo>
                    <a:pt x="1620" y="1086"/>
                    <a:pt x="1579" y="1070"/>
                    <a:pt x="1538" y="1070"/>
                  </a:cubicBezTo>
                  <a:cubicBezTo>
                    <a:pt x="1504" y="1070"/>
                    <a:pt x="1468" y="1082"/>
                    <a:pt x="1440" y="1107"/>
                  </a:cubicBezTo>
                  <a:cubicBezTo>
                    <a:pt x="525" y="1928"/>
                    <a:pt x="1" y="3103"/>
                    <a:pt x="1" y="4331"/>
                  </a:cubicBezTo>
                  <a:cubicBezTo>
                    <a:pt x="1" y="5487"/>
                    <a:pt x="451" y="6573"/>
                    <a:pt x="1269" y="7391"/>
                  </a:cubicBezTo>
                  <a:cubicBezTo>
                    <a:pt x="2086" y="8208"/>
                    <a:pt x="3174" y="8659"/>
                    <a:pt x="4329" y="8659"/>
                  </a:cubicBezTo>
                  <a:cubicBezTo>
                    <a:pt x="5486" y="8659"/>
                    <a:pt x="6572" y="8211"/>
                    <a:pt x="7389" y="7391"/>
                  </a:cubicBezTo>
                  <a:cubicBezTo>
                    <a:pt x="8206" y="6572"/>
                    <a:pt x="8657" y="5487"/>
                    <a:pt x="8657" y="4331"/>
                  </a:cubicBezTo>
                  <a:cubicBezTo>
                    <a:pt x="8661" y="3174"/>
                    <a:pt x="8211" y="2086"/>
                    <a:pt x="7392" y="1269"/>
                  </a:cubicBezTo>
                  <a:cubicBezTo>
                    <a:pt x="6575" y="452"/>
                    <a:pt x="5487" y="1"/>
                    <a:pt x="433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3" name="Google Shape;1883;p2"/>
            <p:cNvSpPr/>
            <p:nvPr/>
          </p:nvSpPr>
          <p:spPr>
            <a:xfrm>
              <a:off x="1033697" y="1309625"/>
              <a:ext cx="269074" cy="269047"/>
            </a:xfrm>
            <a:custGeom>
              <a:rect b="b" l="l" r="r" t="t"/>
              <a:pathLst>
                <a:path extrusionOk="0" h="9961" w="9962">
                  <a:moveTo>
                    <a:pt x="4978" y="1"/>
                  </a:moveTo>
                  <a:cubicBezTo>
                    <a:pt x="4304" y="1"/>
                    <a:pt x="3650" y="133"/>
                    <a:pt x="3035" y="394"/>
                  </a:cubicBezTo>
                  <a:cubicBezTo>
                    <a:pt x="2959" y="425"/>
                    <a:pt x="2923" y="513"/>
                    <a:pt x="2957" y="589"/>
                  </a:cubicBezTo>
                  <a:cubicBezTo>
                    <a:pt x="2981" y="645"/>
                    <a:pt x="3035" y="679"/>
                    <a:pt x="3093" y="679"/>
                  </a:cubicBezTo>
                  <a:cubicBezTo>
                    <a:pt x="3113" y="679"/>
                    <a:pt x="3133" y="675"/>
                    <a:pt x="3152" y="667"/>
                  </a:cubicBezTo>
                  <a:cubicBezTo>
                    <a:pt x="3731" y="421"/>
                    <a:pt x="4346" y="296"/>
                    <a:pt x="4981" y="296"/>
                  </a:cubicBezTo>
                  <a:cubicBezTo>
                    <a:pt x="7564" y="296"/>
                    <a:pt x="9666" y="2397"/>
                    <a:pt x="9666" y="4981"/>
                  </a:cubicBezTo>
                  <a:cubicBezTo>
                    <a:pt x="9666" y="7565"/>
                    <a:pt x="7564" y="9666"/>
                    <a:pt x="4981" y="9666"/>
                  </a:cubicBezTo>
                  <a:cubicBezTo>
                    <a:pt x="2397" y="9666"/>
                    <a:pt x="296" y="7565"/>
                    <a:pt x="296" y="4981"/>
                  </a:cubicBezTo>
                  <a:cubicBezTo>
                    <a:pt x="296" y="3534"/>
                    <a:pt x="950" y="2189"/>
                    <a:pt x="2089" y="1294"/>
                  </a:cubicBezTo>
                  <a:cubicBezTo>
                    <a:pt x="2153" y="1244"/>
                    <a:pt x="2165" y="1151"/>
                    <a:pt x="2114" y="1087"/>
                  </a:cubicBezTo>
                  <a:cubicBezTo>
                    <a:pt x="2085" y="1049"/>
                    <a:pt x="2041" y="1029"/>
                    <a:pt x="1997" y="1029"/>
                  </a:cubicBezTo>
                  <a:cubicBezTo>
                    <a:pt x="1966" y="1029"/>
                    <a:pt x="1934" y="1040"/>
                    <a:pt x="1907" y="1060"/>
                  </a:cubicBezTo>
                  <a:cubicBezTo>
                    <a:pt x="1325" y="1517"/>
                    <a:pt x="844" y="2106"/>
                    <a:pt x="517" y="2765"/>
                  </a:cubicBezTo>
                  <a:cubicBezTo>
                    <a:pt x="173" y="3457"/>
                    <a:pt x="0" y="4203"/>
                    <a:pt x="0" y="4980"/>
                  </a:cubicBezTo>
                  <a:cubicBezTo>
                    <a:pt x="0" y="6310"/>
                    <a:pt x="517" y="7562"/>
                    <a:pt x="1459" y="8500"/>
                  </a:cubicBezTo>
                  <a:cubicBezTo>
                    <a:pt x="2400" y="9442"/>
                    <a:pt x="3650" y="9960"/>
                    <a:pt x="4981" y="9960"/>
                  </a:cubicBezTo>
                  <a:cubicBezTo>
                    <a:pt x="6312" y="9960"/>
                    <a:pt x="7561" y="9442"/>
                    <a:pt x="8501" y="8500"/>
                  </a:cubicBezTo>
                  <a:cubicBezTo>
                    <a:pt x="9443" y="7559"/>
                    <a:pt x="9961" y="6310"/>
                    <a:pt x="9961" y="4980"/>
                  </a:cubicBezTo>
                  <a:cubicBezTo>
                    <a:pt x="9961" y="3649"/>
                    <a:pt x="9441" y="2401"/>
                    <a:pt x="8500" y="1460"/>
                  </a:cubicBezTo>
                  <a:cubicBezTo>
                    <a:pt x="7558" y="519"/>
                    <a:pt x="6308" y="1"/>
                    <a:pt x="49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7" name="Shape 1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8" name="Google Shape;1888;g39de3837a1a_0_120"/>
          <p:cNvSpPr txBox="1"/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en" sz="2500">
                <a:solidFill>
                  <a:schemeClr val="accent6"/>
                </a:solidFill>
              </a:rPr>
              <a:t>FUNCIONALIDADES, APIs y MODELO DE DATOS </a:t>
            </a:r>
            <a:endParaRPr sz="2500"/>
          </a:p>
        </p:txBody>
      </p:sp>
      <p:sp>
        <p:nvSpPr>
          <p:cNvPr id="1889" name="Google Shape;1889;g39de3837a1a_0_120"/>
          <p:cNvSpPr txBox="1"/>
          <p:nvPr>
            <p:ph idx="1" type="body"/>
          </p:nvPr>
        </p:nvSpPr>
        <p:spPr>
          <a:xfrm>
            <a:off x="621199" y="1225350"/>
            <a:ext cx="4218000" cy="3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/>
              <a:t>Funcionalidades Principales: </a:t>
            </a:r>
            <a:br>
              <a:rPr lang="en" sz="1150">
                <a:solidFill>
                  <a:schemeClr val="lt1"/>
                </a:solidFill>
              </a:rPr>
            </a:br>
            <a:endParaRPr sz="1150">
              <a:solidFill>
                <a:schemeClr val="lt1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</a:pPr>
            <a:r>
              <a:rPr lang="en" sz="1150">
                <a:solidFill>
                  <a:schemeClr val="lt1"/>
                </a:solidFill>
              </a:rPr>
              <a:t>Búsqueda</a:t>
            </a:r>
            <a:r>
              <a:rPr lang="en" sz="1150">
                <a:solidFill>
                  <a:schemeClr val="lt1"/>
                </a:solidFill>
              </a:rPr>
              <a:t> avanzada con Elasticsearch</a:t>
            </a:r>
            <a:endParaRPr sz="1150">
              <a:solidFill>
                <a:schemeClr val="lt1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</a:pPr>
            <a:r>
              <a:rPr lang="en" sz="1150">
                <a:solidFill>
                  <a:schemeClr val="lt1"/>
                </a:solidFill>
              </a:rPr>
              <a:t>Autentificación JWT: signup y login con tokens seguros </a:t>
            </a:r>
            <a:endParaRPr sz="1150">
              <a:solidFill>
                <a:schemeClr val="lt1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</a:pPr>
            <a:r>
              <a:rPr lang="en" sz="1150">
                <a:solidFill>
                  <a:schemeClr val="lt1"/>
                </a:solidFill>
              </a:rPr>
              <a:t>Reseñas y ratings</a:t>
            </a:r>
            <a:endParaRPr sz="1150">
              <a:solidFill>
                <a:schemeClr val="lt1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</a:pPr>
            <a:r>
              <a:rPr lang="en" sz="1150">
                <a:solidFill>
                  <a:schemeClr val="lt1"/>
                </a:solidFill>
              </a:rPr>
              <a:t>Listas personalizadas</a:t>
            </a:r>
            <a:endParaRPr sz="1150">
              <a:solidFill>
                <a:schemeClr val="lt1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</a:pPr>
            <a:r>
              <a:rPr lang="en" sz="1150">
                <a:solidFill>
                  <a:schemeClr val="lt1"/>
                </a:solidFill>
              </a:rPr>
              <a:t>Integración de OMDb API</a:t>
            </a:r>
            <a:br>
              <a:rPr lang="en" sz="1150">
                <a:solidFill>
                  <a:schemeClr val="lt1"/>
                </a:solidFill>
              </a:rPr>
            </a:br>
            <a:endParaRPr sz="11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/>
              <a:t>APIs REST: </a:t>
            </a:r>
            <a:br>
              <a:rPr lang="en" sz="1150">
                <a:solidFill>
                  <a:schemeClr val="lt1"/>
                </a:solidFill>
              </a:rPr>
            </a:br>
            <a:endParaRPr sz="1150">
              <a:solidFill>
                <a:schemeClr val="lt1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</a:pPr>
            <a:r>
              <a:rPr lang="en" sz="1150">
                <a:solidFill>
                  <a:schemeClr val="lt1"/>
                </a:solidFill>
              </a:rPr>
              <a:t>/api/users/* -&gt; Autentificación </a:t>
            </a:r>
            <a:endParaRPr sz="1150">
              <a:solidFill>
                <a:schemeClr val="lt1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</a:pPr>
            <a:r>
              <a:rPr lang="en" sz="1150">
                <a:solidFill>
                  <a:schemeClr val="lt1"/>
                </a:solidFill>
              </a:rPr>
              <a:t>/api/movies/* -&gt; Catálogo y búsqueda</a:t>
            </a:r>
            <a:endParaRPr sz="1150">
              <a:solidFill>
                <a:schemeClr val="lt1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</a:pPr>
            <a:r>
              <a:rPr lang="en" sz="1150">
                <a:solidFill>
                  <a:schemeClr val="lt1"/>
                </a:solidFill>
              </a:rPr>
              <a:t>/api/reviews/* -&gt; Reseñas </a:t>
            </a:r>
            <a:endParaRPr sz="1150">
              <a:solidFill>
                <a:schemeClr val="lt1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</a:pPr>
            <a:r>
              <a:rPr lang="en" sz="1150">
                <a:solidFill>
                  <a:schemeClr val="lt1"/>
                </a:solidFill>
              </a:rPr>
              <a:t>/api/mylist/* -&gt; Listas personalizadas</a:t>
            </a:r>
            <a:endParaRPr sz="11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lt1"/>
              </a:solidFill>
            </a:endParaRPr>
          </a:p>
        </p:txBody>
      </p:sp>
      <p:grpSp>
        <p:nvGrpSpPr>
          <p:cNvPr id="1890" name="Google Shape;1890;g39de3837a1a_0_120"/>
          <p:cNvGrpSpPr/>
          <p:nvPr/>
        </p:nvGrpSpPr>
        <p:grpSpPr>
          <a:xfrm>
            <a:off x="7557993" y="4443258"/>
            <a:ext cx="269722" cy="252273"/>
            <a:chOff x="7829968" y="1317971"/>
            <a:chExt cx="269722" cy="252273"/>
          </a:xfrm>
        </p:grpSpPr>
        <p:sp>
          <p:nvSpPr>
            <p:cNvPr id="1891" name="Google Shape;1891;g39de3837a1a_0_120"/>
            <p:cNvSpPr/>
            <p:nvPr/>
          </p:nvSpPr>
          <p:spPr>
            <a:xfrm>
              <a:off x="7829968" y="1317971"/>
              <a:ext cx="269722" cy="252273"/>
            </a:xfrm>
            <a:custGeom>
              <a:rect b="b" l="l" r="r" t="t"/>
              <a:pathLst>
                <a:path extrusionOk="0" h="9340" w="9986">
                  <a:moveTo>
                    <a:pt x="9556" y="1080"/>
                  </a:moveTo>
                  <a:lnTo>
                    <a:pt x="9657" y="1625"/>
                  </a:lnTo>
                  <a:lnTo>
                    <a:pt x="8471" y="1844"/>
                  </a:lnTo>
                  <a:lnTo>
                    <a:pt x="8471" y="1844"/>
                  </a:lnTo>
                  <a:lnTo>
                    <a:pt x="8966" y="1187"/>
                  </a:lnTo>
                  <a:lnTo>
                    <a:pt x="9556" y="1080"/>
                  </a:lnTo>
                  <a:close/>
                  <a:moveTo>
                    <a:pt x="8535" y="1270"/>
                  </a:moveTo>
                  <a:lnTo>
                    <a:pt x="8038" y="1925"/>
                  </a:lnTo>
                  <a:lnTo>
                    <a:pt x="6706" y="2171"/>
                  </a:lnTo>
                  <a:lnTo>
                    <a:pt x="7202" y="1514"/>
                  </a:lnTo>
                  <a:lnTo>
                    <a:pt x="8535" y="1270"/>
                  </a:lnTo>
                  <a:close/>
                  <a:moveTo>
                    <a:pt x="6770" y="1595"/>
                  </a:moveTo>
                  <a:lnTo>
                    <a:pt x="6273" y="2250"/>
                  </a:lnTo>
                  <a:lnTo>
                    <a:pt x="4941" y="2495"/>
                  </a:lnTo>
                  <a:lnTo>
                    <a:pt x="5437" y="1839"/>
                  </a:lnTo>
                  <a:lnTo>
                    <a:pt x="6770" y="1595"/>
                  </a:lnTo>
                  <a:close/>
                  <a:moveTo>
                    <a:pt x="5008" y="1919"/>
                  </a:moveTo>
                  <a:lnTo>
                    <a:pt x="4511" y="2576"/>
                  </a:lnTo>
                  <a:lnTo>
                    <a:pt x="3179" y="2820"/>
                  </a:lnTo>
                  <a:lnTo>
                    <a:pt x="3179" y="2820"/>
                  </a:lnTo>
                  <a:lnTo>
                    <a:pt x="3674" y="2165"/>
                  </a:lnTo>
                  <a:lnTo>
                    <a:pt x="5008" y="1919"/>
                  </a:lnTo>
                  <a:close/>
                  <a:moveTo>
                    <a:pt x="3243" y="2243"/>
                  </a:moveTo>
                  <a:lnTo>
                    <a:pt x="2746" y="2898"/>
                  </a:lnTo>
                  <a:lnTo>
                    <a:pt x="1414" y="3144"/>
                  </a:lnTo>
                  <a:lnTo>
                    <a:pt x="1910" y="2487"/>
                  </a:lnTo>
                  <a:lnTo>
                    <a:pt x="3243" y="2243"/>
                  </a:lnTo>
                  <a:close/>
                  <a:moveTo>
                    <a:pt x="1478" y="2568"/>
                  </a:moveTo>
                  <a:lnTo>
                    <a:pt x="981" y="3223"/>
                  </a:lnTo>
                  <a:lnTo>
                    <a:pt x="521" y="3307"/>
                  </a:lnTo>
                  <a:lnTo>
                    <a:pt x="419" y="2762"/>
                  </a:lnTo>
                  <a:lnTo>
                    <a:pt x="1478" y="2568"/>
                  </a:lnTo>
                  <a:close/>
                  <a:moveTo>
                    <a:pt x="1610" y="3643"/>
                  </a:moveTo>
                  <a:lnTo>
                    <a:pt x="1019" y="4182"/>
                  </a:lnTo>
                  <a:lnTo>
                    <a:pt x="561" y="4182"/>
                  </a:lnTo>
                  <a:lnTo>
                    <a:pt x="561" y="3643"/>
                  </a:lnTo>
                  <a:close/>
                  <a:moveTo>
                    <a:pt x="3375" y="3643"/>
                  </a:moveTo>
                  <a:lnTo>
                    <a:pt x="2784" y="4182"/>
                  </a:lnTo>
                  <a:lnTo>
                    <a:pt x="1459" y="4182"/>
                  </a:lnTo>
                  <a:lnTo>
                    <a:pt x="2051" y="3643"/>
                  </a:lnTo>
                  <a:close/>
                  <a:moveTo>
                    <a:pt x="5137" y="3643"/>
                  </a:moveTo>
                  <a:lnTo>
                    <a:pt x="4545" y="4182"/>
                  </a:lnTo>
                  <a:lnTo>
                    <a:pt x="3221" y="4182"/>
                  </a:lnTo>
                  <a:lnTo>
                    <a:pt x="3812" y="3643"/>
                  </a:lnTo>
                  <a:close/>
                  <a:moveTo>
                    <a:pt x="6902" y="3643"/>
                  </a:moveTo>
                  <a:lnTo>
                    <a:pt x="6310" y="4182"/>
                  </a:lnTo>
                  <a:lnTo>
                    <a:pt x="4986" y="4182"/>
                  </a:lnTo>
                  <a:lnTo>
                    <a:pt x="5577" y="3643"/>
                  </a:lnTo>
                  <a:close/>
                  <a:moveTo>
                    <a:pt x="8665" y="3643"/>
                  </a:moveTo>
                  <a:lnTo>
                    <a:pt x="8074" y="4182"/>
                  </a:lnTo>
                  <a:lnTo>
                    <a:pt x="6748" y="4182"/>
                  </a:lnTo>
                  <a:lnTo>
                    <a:pt x="7339" y="3643"/>
                  </a:lnTo>
                  <a:close/>
                  <a:moveTo>
                    <a:pt x="9689" y="3643"/>
                  </a:moveTo>
                  <a:lnTo>
                    <a:pt x="9689" y="4182"/>
                  </a:lnTo>
                  <a:lnTo>
                    <a:pt x="8513" y="4182"/>
                  </a:lnTo>
                  <a:lnTo>
                    <a:pt x="9104" y="3643"/>
                  </a:lnTo>
                  <a:close/>
                  <a:moveTo>
                    <a:pt x="9137" y="1"/>
                  </a:moveTo>
                  <a:cubicBezTo>
                    <a:pt x="9100" y="1"/>
                    <a:pt x="9062" y="4"/>
                    <a:pt x="9025" y="11"/>
                  </a:cubicBezTo>
                  <a:lnTo>
                    <a:pt x="3269" y="1069"/>
                  </a:lnTo>
                  <a:cubicBezTo>
                    <a:pt x="3190" y="1085"/>
                    <a:pt x="3135" y="1161"/>
                    <a:pt x="3151" y="1240"/>
                  </a:cubicBezTo>
                  <a:cubicBezTo>
                    <a:pt x="3165" y="1310"/>
                    <a:pt x="3226" y="1361"/>
                    <a:pt x="3295" y="1361"/>
                  </a:cubicBezTo>
                  <a:cubicBezTo>
                    <a:pt x="3304" y="1361"/>
                    <a:pt x="3313" y="1360"/>
                    <a:pt x="3322" y="1358"/>
                  </a:cubicBezTo>
                  <a:lnTo>
                    <a:pt x="9078" y="300"/>
                  </a:lnTo>
                  <a:cubicBezTo>
                    <a:pt x="9097" y="297"/>
                    <a:pt x="9116" y="295"/>
                    <a:pt x="9135" y="295"/>
                  </a:cubicBezTo>
                  <a:cubicBezTo>
                    <a:pt x="9201" y="295"/>
                    <a:pt x="9266" y="316"/>
                    <a:pt x="9322" y="353"/>
                  </a:cubicBezTo>
                  <a:cubicBezTo>
                    <a:pt x="9394" y="403"/>
                    <a:pt x="9444" y="478"/>
                    <a:pt x="9459" y="563"/>
                  </a:cubicBezTo>
                  <a:lnTo>
                    <a:pt x="9500" y="784"/>
                  </a:lnTo>
                  <a:lnTo>
                    <a:pt x="363" y="2465"/>
                  </a:lnTo>
                  <a:lnTo>
                    <a:pt x="323" y="2244"/>
                  </a:lnTo>
                  <a:cubicBezTo>
                    <a:pt x="307" y="2158"/>
                    <a:pt x="326" y="2071"/>
                    <a:pt x="374" y="1998"/>
                  </a:cubicBezTo>
                  <a:cubicBezTo>
                    <a:pt x="426" y="1927"/>
                    <a:pt x="499" y="1878"/>
                    <a:pt x="584" y="1863"/>
                  </a:cubicBezTo>
                  <a:lnTo>
                    <a:pt x="1850" y="1629"/>
                  </a:lnTo>
                  <a:cubicBezTo>
                    <a:pt x="1929" y="1614"/>
                    <a:pt x="1984" y="1537"/>
                    <a:pt x="1968" y="1458"/>
                  </a:cubicBezTo>
                  <a:cubicBezTo>
                    <a:pt x="1954" y="1388"/>
                    <a:pt x="1893" y="1337"/>
                    <a:pt x="1824" y="1337"/>
                  </a:cubicBezTo>
                  <a:cubicBezTo>
                    <a:pt x="1815" y="1337"/>
                    <a:pt x="1806" y="1338"/>
                    <a:pt x="1797" y="1340"/>
                  </a:cubicBezTo>
                  <a:lnTo>
                    <a:pt x="533" y="1573"/>
                  </a:lnTo>
                  <a:cubicBezTo>
                    <a:pt x="370" y="1601"/>
                    <a:pt x="226" y="1695"/>
                    <a:pt x="131" y="1832"/>
                  </a:cubicBezTo>
                  <a:cubicBezTo>
                    <a:pt x="37" y="1970"/>
                    <a:pt x="1" y="2135"/>
                    <a:pt x="30" y="2299"/>
                  </a:cubicBezTo>
                  <a:lnTo>
                    <a:pt x="253" y="3503"/>
                  </a:lnTo>
                  <a:cubicBezTo>
                    <a:pt x="254" y="3514"/>
                    <a:pt x="258" y="3523"/>
                    <a:pt x="262" y="3536"/>
                  </a:cubicBezTo>
                  <a:lnTo>
                    <a:pt x="262" y="5453"/>
                  </a:lnTo>
                  <a:cubicBezTo>
                    <a:pt x="262" y="5536"/>
                    <a:pt x="328" y="5601"/>
                    <a:pt x="410" y="5601"/>
                  </a:cubicBezTo>
                  <a:cubicBezTo>
                    <a:pt x="491" y="5601"/>
                    <a:pt x="558" y="5536"/>
                    <a:pt x="558" y="5453"/>
                  </a:cubicBezTo>
                  <a:lnTo>
                    <a:pt x="558" y="4476"/>
                  </a:lnTo>
                  <a:lnTo>
                    <a:pt x="9686" y="4476"/>
                  </a:lnTo>
                  <a:lnTo>
                    <a:pt x="9686" y="8421"/>
                  </a:lnTo>
                  <a:cubicBezTo>
                    <a:pt x="9686" y="8765"/>
                    <a:pt x="9406" y="9044"/>
                    <a:pt x="9064" y="9044"/>
                  </a:cubicBezTo>
                  <a:lnTo>
                    <a:pt x="1182" y="9044"/>
                  </a:lnTo>
                  <a:cubicBezTo>
                    <a:pt x="838" y="9044"/>
                    <a:pt x="559" y="8764"/>
                    <a:pt x="559" y="8421"/>
                  </a:cubicBezTo>
                  <a:lnTo>
                    <a:pt x="559" y="6814"/>
                  </a:lnTo>
                  <a:cubicBezTo>
                    <a:pt x="559" y="6733"/>
                    <a:pt x="494" y="6666"/>
                    <a:pt x="412" y="6666"/>
                  </a:cubicBezTo>
                  <a:cubicBezTo>
                    <a:pt x="331" y="6666"/>
                    <a:pt x="264" y="6733"/>
                    <a:pt x="264" y="6814"/>
                  </a:cubicBezTo>
                  <a:lnTo>
                    <a:pt x="264" y="8421"/>
                  </a:lnTo>
                  <a:cubicBezTo>
                    <a:pt x="264" y="8927"/>
                    <a:pt x="676" y="9340"/>
                    <a:pt x="1182" y="9340"/>
                  </a:cubicBezTo>
                  <a:lnTo>
                    <a:pt x="9064" y="9340"/>
                  </a:lnTo>
                  <a:cubicBezTo>
                    <a:pt x="9570" y="9340"/>
                    <a:pt x="9982" y="8927"/>
                    <a:pt x="9982" y="8421"/>
                  </a:cubicBezTo>
                  <a:lnTo>
                    <a:pt x="9982" y="3495"/>
                  </a:lnTo>
                  <a:cubicBezTo>
                    <a:pt x="9985" y="3413"/>
                    <a:pt x="9920" y="3348"/>
                    <a:pt x="9837" y="3348"/>
                  </a:cubicBezTo>
                  <a:lnTo>
                    <a:pt x="1937" y="3348"/>
                  </a:lnTo>
                  <a:lnTo>
                    <a:pt x="9853" y="1891"/>
                  </a:lnTo>
                  <a:cubicBezTo>
                    <a:pt x="9892" y="1883"/>
                    <a:pt x="9926" y="1861"/>
                    <a:pt x="9949" y="1827"/>
                  </a:cubicBezTo>
                  <a:cubicBezTo>
                    <a:pt x="9970" y="1794"/>
                    <a:pt x="9980" y="1755"/>
                    <a:pt x="9973" y="1716"/>
                  </a:cubicBezTo>
                  <a:lnTo>
                    <a:pt x="9750" y="512"/>
                  </a:lnTo>
                  <a:cubicBezTo>
                    <a:pt x="9721" y="348"/>
                    <a:pt x="9627" y="207"/>
                    <a:pt x="9492" y="112"/>
                  </a:cubicBezTo>
                  <a:cubicBezTo>
                    <a:pt x="9385" y="39"/>
                    <a:pt x="9262" y="1"/>
                    <a:pt x="913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2" name="Google Shape;1892;g39de3837a1a_0_120"/>
            <p:cNvSpPr/>
            <p:nvPr/>
          </p:nvSpPr>
          <p:spPr>
            <a:xfrm>
              <a:off x="7930822" y="1454829"/>
              <a:ext cx="87458" cy="87458"/>
            </a:xfrm>
            <a:custGeom>
              <a:rect b="b" l="l" r="r" t="t"/>
              <a:pathLst>
                <a:path extrusionOk="0" h="3238" w="3238">
                  <a:moveTo>
                    <a:pt x="1619" y="296"/>
                  </a:moveTo>
                  <a:cubicBezTo>
                    <a:pt x="2349" y="296"/>
                    <a:pt x="2942" y="889"/>
                    <a:pt x="2942" y="1619"/>
                  </a:cubicBezTo>
                  <a:cubicBezTo>
                    <a:pt x="2942" y="2349"/>
                    <a:pt x="2349" y="2942"/>
                    <a:pt x="1619" y="2942"/>
                  </a:cubicBezTo>
                  <a:cubicBezTo>
                    <a:pt x="889" y="2942"/>
                    <a:pt x="296" y="2349"/>
                    <a:pt x="296" y="1619"/>
                  </a:cubicBezTo>
                  <a:cubicBezTo>
                    <a:pt x="296" y="889"/>
                    <a:pt x="889" y="296"/>
                    <a:pt x="1619" y="296"/>
                  </a:cubicBezTo>
                  <a:close/>
                  <a:moveTo>
                    <a:pt x="1619" y="0"/>
                  </a:moveTo>
                  <a:cubicBezTo>
                    <a:pt x="726" y="0"/>
                    <a:pt x="1" y="726"/>
                    <a:pt x="1" y="1619"/>
                  </a:cubicBezTo>
                  <a:cubicBezTo>
                    <a:pt x="1" y="2512"/>
                    <a:pt x="726" y="3238"/>
                    <a:pt x="1619" y="3238"/>
                  </a:cubicBezTo>
                  <a:cubicBezTo>
                    <a:pt x="2513" y="3238"/>
                    <a:pt x="3238" y="2512"/>
                    <a:pt x="3238" y="1619"/>
                  </a:cubicBezTo>
                  <a:cubicBezTo>
                    <a:pt x="3238" y="726"/>
                    <a:pt x="2513" y="0"/>
                    <a:pt x="16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3" name="Google Shape;1893;g39de3837a1a_0_120"/>
            <p:cNvSpPr/>
            <p:nvPr/>
          </p:nvSpPr>
          <p:spPr>
            <a:xfrm>
              <a:off x="7961506" y="1473844"/>
              <a:ext cx="34033" cy="49320"/>
            </a:xfrm>
            <a:custGeom>
              <a:rect b="b" l="l" r="r" t="t"/>
              <a:pathLst>
                <a:path extrusionOk="0" h="1826" w="1260">
                  <a:moveTo>
                    <a:pt x="298" y="457"/>
                  </a:moveTo>
                  <a:lnTo>
                    <a:pt x="877" y="917"/>
                  </a:lnTo>
                  <a:lnTo>
                    <a:pt x="298" y="1374"/>
                  </a:lnTo>
                  <a:lnTo>
                    <a:pt x="298" y="457"/>
                  </a:lnTo>
                  <a:close/>
                  <a:moveTo>
                    <a:pt x="147" y="1"/>
                  </a:moveTo>
                  <a:cubicBezTo>
                    <a:pt x="126" y="1"/>
                    <a:pt x="104" y="6"/>
                    <a:pt x="85" y="15"/>
                  </a:cubicBezTo>
                  <a:cubicBezTo>
                    <a:pt x="33" y="42"/>
                    <a:pt x="1" y="92"/>
                    <a:pt x="1" y="148"/>
                  </a:cubicBezTo>
                  <a:lnTo>
                    <a:pt x="1" y="1678"/>
                  </a:lnTo>
                  <a:cubicBezTo>
                    <a:pt x="1" y="1734"/>
                    <a:pt x="33" y="1787"/>
                    <a:pt x="85" y="1810"/>
                  </a:cubicBezTo>
                  <a:cubicBezTo>
                    <a:pt x="107" y="1819"/>
                    <a:pt x="127" y="1826"/>
                    <a:pt x="149" y="1826"/>
                  </a:cubicBezTo>
                  <a:cubicBezTo>
                    <a:pt x="181" y="1826"/>
                    <a:pt x="216" y="1813"/>
                    <a:pt x="240" y="1794"/>
                  </a:cubicBezTo>
                  <a:lnTo>
                    <a:pt x="1204" y="1030"/>
                  </a:lnTo>
                  <a:cubicBezTo>
                    <a:pt x="1238" y="1002"/>
                    <a:pt x="1260" y="960"/>
                    <a:pt x="1260" y="914"/>
                  </a:cubicBezTo>
                  <a:cubicBezTo>
                    <a:pt x="1260" y="870"/>
                    <a:pt x="1240" y="828"/>
                    <a:pt x="1204" y="798"/>
                  </a:cubicBezTo>
                  <a:lnTo>
                    <a:pt x="240" y="34"/>
                  </a:lnTo>
                  <a:cubicBezTo>
                    <a:pt x="213" y="12"/>
                    <a:pt x="180" y="1"/>
                    <a:pt x="14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4" name="Google Shape;1894;g39de3837a1a_0_120"/>
            <p:cNvSpPr/>
            <p:nvPr/>
          </p:nvSpPr>
          <p:spPr>
            <a:xfrm>
              <a:off x="7862082" y="1497072"/>
              <a:ext cx="55316" cy="8022"/>
            </a:xfrm>
            <a:custGeom>
              <a:rect b="b" l="l" r="r" t="t"/>
              <a:pathLst>
                <a:path extrusionOk="0" h="297" w="2048">
                  <a:moveTo>
                    <a:pt x="149" y="1"/>
                  </a:moveTo>
                  <a:cubicBezTo>
                    <a:pt x="68" y="1"/>
                    <a:pt x="1" y="66"/>
                    <a:pt x="1" y="148"/>
                  </a:cubicBezTo>
                  <a:cubicBezTo>
                    <a:pt x="1" y="229"/>
                    <a:pt x="68" y="296"/>
                    <a:pt x="149" y="296"/>
                  </a:cubicBezTo>
                  <a:lnTo>
                    <a:pt x="1900" y="296"/>
                  </a:lnTo>
                  <a:cubicBezTo>
                    <a:pt x="1982" y="296"/>
                    <a:pt x="2048" y="229"/>
                    <a:pt x="2048" y="148"/>
                  </a:cubicBezTo>
                  <a:cubicBezTo>
                    <a:pt x="2048" y="66"/>
                    <a:pt x="1982" y="1"/>
                    <a:pt x="19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5" name="Google Shape;1895;g39de3837a1a_0_120"/>
            <p:cNvSpPr/>
            <p:nvPr/>
          </p:nvSpPr>
          <p:spPr>
            <a:xfrm>
              <a:off x="8027005" y="1497072"/>
              <a:ext cx="55316" cy="8022"/>
            </a:xfrm>
            <a:custGeom>
              <a:rect b="b" l="l" r="r" t="t"/>
              <a:pathLst>
                <a:path extrusionOk="0" h="297" w="2048">
                  <a:moveTo>
                    <a:pt x="149" y="1"/>
                  </a:moveTo>
                  <a:cubicBezTo>
                    <a:pt x="66" y="1"/>
                    <a:pt x="1" y="66"/>
                    <a:pt x="1" y="148"/>
                  </a:cubicBezTo>
                  <a:cubicBezTo>
                    <a:pt x="1" y="229"/>
                    <a:pt x="66" y="296"/>
                    <a:pt x="149" y="296"/>
                  </a:cubicBezTo>
                  <a:lnTo>
                    <a:pt x="1899" y="296"/>
                  </a:lnTo>
                  <a:cubicBezTo>
                    <a:pt x="1980" y="296"/>
                    <a:pt x="2047" y="229"/>
                    <a:pt x="2047" y="148"/>
                  </a:cubicBezTo>
                  <a:cubicBezTo>
                    <a:pt x="2047" y="66"/>
                    <a:pt x="1980" y="1"/>
                    <a:pt x="189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96" name="Google Shape;1896;g39de3837a1a_0_120"/>
          <p:cNvGrpSpPr/>
          <p:nvPr/>
        </p:nvGrpSpPr>
        <p:grpSpPr>
          <a:xfrm>
            <a:off x="6878413" y="4456967"/>
            <a:ext cx="269101" cy="224857"/>
            <a:chOff x="7150913" y="1331692"/>
            <a:chExt cx="269101" cy="224857"/>
          </a:xfrm>
        </p:grpSpPr>
        <p:sp>
          <p:nvSpPr>
            <p:cNvPr id="1897" name="Google Shape;1897;g39de3837a1a_0_120"/>
            <p:cNvSpPr/>
            <p:nvPr/>
          </p:nvSpPr>
          <p:spPr>
            <a:xfrm>
              <a:off x="7150913" y="1331692"/>
              <a:ext cx="269101" cy="109418"/>
            </a:xfrm>
            <a:custGeom>
              <a:rect b="b" l="l" r="r" t="t"/>
              <a:pathLst>
                <a:path extrusionOk="0" h="4051" w="9963">
                  <a:moveTo>
                    <a:pt x="2890" y="2567"/>
                  </a:moveTo>
                  <a:cubicBezTo>
                    <a:pt x="2977" y="2567"/>
                    <a:pt x="3048" y="2639"/>
                    <a:pt x="3048" y="2726"/>
                  </a:cubicBezTo>
                  <a:cubicBezTo>
                    <a:pt x="3048" y="2815"/>
                    <a:pt x="2977" y="2886"/>
                    <a:pt x="2890" y="2886"/>
                  </a:cubicBezTo>
                  <a:lnTo>
                    <a:pt x="869" y="2886"/>
                  </a:lnTo>
                  <a:cubicBezTo>
                    <a:pt x="782" y="2886"/>
                    <a:pt x="711" y="2815"/>
                    <a:pt x="711" y="2726"/>
                  </a:cubicBezTo>
                  <a:cubicBezTo>
                    <a:pt x="711" y="2639"/>
                    <a:pt x="782" y="2567"/>
                    <a:pt x="869" y="2567"/>
                  </a:cubicBezTo>
                  <a:close/>
                  <a:moveTo>
                    <a:pt x="5950" y="2567"/>
                  </a:moveTo>
                  <a:cubicBezTo>
                    <a:pt x="6037" y="2567"/>
                    <a:pt x="6110" y="2639"/>
                    <a:pt x="6110" y="2726"/>
                  </a:cubicBezTo>
                  <a:cubicBezTo>
                    <a:pt x="6110" y="2815"/>
                    <a:pt x="6037" y="2886"/>
                    <a:pt x="5950" y="2886"/>
                  </a:cubicBezTo>
                  <a:lnTo>
                    <a:pt x="3931" y="2886"/>
                  </a:lnTo>
                  <a:cubicBezTo>
                    <a:pt x="3842" y="2886"/>
                    <a:pt x="3771" y="2815"/>
                    <a:pt x="3771" y="2726"/>
                  </a:cubicBezTo>
                  <a:cubicBezTo>
                    <a:pt x="3771" y="2639"/>
                    <a:pt x="3842" y="2567"/>
                    <a:pt x="3931" y="2567"/>
                  </a:cubicBezTo>
                  <a:close/>
                  <a:moveTo>
                    <a:pt x="9092" y="2567"/>
                  </a:moveTo>
                  <a:cubicBezTo>
                    <a:pt x="9179" y="2567"/>
                    <a:pt x="9251" y="2639"/>
                    <a:pt x="9251" y="2726"/>
                  </a:cubicBezTo>
                  <a:cubicBezTo>
                    <a:pt x="9251" y="2815"/>
                    <a:pt x="9181" y="2886"/>
                    <a:pt x="9092" y="2886"/>
                  </a:cubicBezTo>
                  <a:lnTo>
                    <a:pt x="7072" y="2886"/>
                  </a:lnTo>
                  <a:cubicBezTo>
                    <a:pt x="6985" y="2886"/>
                    <a:pt x="6913" y="2815"/>
                    <a:pt x="6913" y="2726"/>
                  </a:cubicBezTo>
                  <a:cubicBezTo>
                    <a:pt x="6913" y="2639"/>
                    <a:pt x="6985" y="2567"/>
                    <a:pt x="7072" y="2567"/>
                  </a:cubicBezTo>
                  <a:close/>
                  <a:moveTo>
                    <a:pt x="415" y="2138"/>
                  </a:moveTo>
                  <a:lnTo>
                    <a:pt x="415" y="3759"/>
                  </a:lnTo>
                  <a:lnTo>
                    <a:pt x="297" y="3759"/>
                  </a:lnTo>
                  <a:lnTo>
                    <a:pt x="297" y="2138"/>
                  </a:lnTo>
                  <a:close/>
                  <a:moveTo>
                    <a:pt x="3475" y="2138"/>
                  </a:moveTo>
                  <a:lnTo>
                    <a:pt x="3475" y="3759"/>
                  </a:lnTo>
                  <a:lnTo>
                    <a:pt x="3357" y="3759"/>
                  </a:lnTo>
                  <a:lnTo>
                    <a:pt x="3357" y="2138"/>
                  </a:lnTo>
                  <a:close/>
                  <a:moveTo>
                    <a:pt x="6524" y="2138"/>
                  </a:moveTo>
                  <a:lnTo>
                    <a:pt x="6524" y="3759"/>
                  </a:lnTo>
                  <a:lnTo>
                    <a:pt x="6406" y="3759"/>
                  </a:lnTo>
                  <a:lnTo>
                    <a:pt x="6406" y="2138"/>
                  </a:lnTo>
                  <a:close/>
                  <a:moveTo>
                    <a:pt x="9666" y="2138"/>
                  </a:moveTo>
                  <a:lnTo>
                    <a:pt x="9666" y="3759"/>
                  </a:lnTo>
                  <a:lnTo>
                    <a:pt x="9546" y="3759"/>
                  </a:lnTo>
                  <a:lnTo>
                    <a:pt x="9546" y="2138"/>
                  </a:lnTo>
                  <a:close/>
                  <a:moveTo>
                    <a:pt x="1834" y="1"/>
                  </a:moveTo>
                  <a:cubicBezTo>
                    <a:pt x="1753" y="1"/>
                    <a:pt x="1687" y="66"/>
                    <a:pt x="1687" y="149"/>
                  </a:cubicBezTo>
                  <a:cubicBezTo>
                    <a:pt x="1687" y="229"/>
                    <a:pt x="1753" y="296"/>
                    <a:pt x="1834" y="296"/>
                  </a:cubicBezTo>
                  <a:lnTo>
                    <a:pt x="1917" y="296"/>
                  </a:lnTo>
                  <a:cubicBezTo>
                    <a:pt x="2356" y="296"/>
                    <a:pt x="2714" y="654"/>
                    <a:pt x="2714" y="1093"/>
                  </a:cubicBezTo>
                  <a:lnTo>
                    <a:pt x="2714" y="2265"/>
                  </a:lnTo>
                  <a:lnTo>
                    <a:pt x="1036" y="2265"/>
                  </a:lnTo>
                  <a:lnTo>
                    <a:pt x="1036" y="1093"/>
                  </a:lnTo>
                  <a:cubicBezTo>
                    <a:pt x="1036" y="896"/>
                    <a:pt x="1109" y="704"/>
                    <a:pt x="1243" y="556"/>
                  </a:cubicBezTo>
                  <a:cubicBezTo>
                    <a:pt x="1297" y="497"/>
                    <a:pt x="1294" y="404"/>
                    <a:pt x="1234" y="349"/>
                  </a:cubicBezTo>
                  <a:cubicBezTo>
                    <a:pt x="1205" y="324"/>
                    <a:pt x="1169" y="311"/>
                    <a:pt x="1133" y="311"/>
                  </a:cubicBezTo>
                  <a:cubicBezTo>
                    <a:pt x="1093" y="311"/>
                    <a:pt x="1054" y="327"/>
                    <a:pt x="1025" y="359"/>
                  </a:cubicBezTo>
                  <a:cubicBezTo>
                    <a:pt x="841" y="561"/>
                    <a:pt x="740" y="821"/>
                    <a:pt x="740" y="1093"/>
                  </a:cubicBezTo>
                  <a:lnTo>
                    <a:pt x="740" y="2284"/>
                  </a:lnTo>
                  <a:cubicBezTo>
                    <a:pt x="729" y="2289"/>
                    <a:pt x="720" y="2290"/>
                    <a:pt x="711" y="2295"/>
                  </a:cubicBezTo>
                  <a:lnTo>
                    <a:pt x="711" y="1984"/>
                  </a:lnTo>
                  <a:cubicBezTo>
                    <a:pt x="711" y="1901"/>
                    <a:pt x="644" y="1836"/>
                    <a:pt x="563" y="1836"/>
                  </a:cubicBezTo>
                  <a:lnTo>
                    <a:pt x="149" y="1836"/>
                  </a:lnTo>
                  <a:cubicBezTo>
                    <a:pt x="66" y="1836"/>
                    <a:pt x="1" y="1901"/>
                    <a:pt x="1" y="1984"/>
                  </a:cubicBezTo>
                  <a:lnTo>
                    <a:pt x="1" y="3901"/>
                  </a:lnTo>
                  <a:cubicBezTo>
                    <a:pt x="1" y="3984"/>
                    <a:pt x="66" y="4049"/>
                    <a:pt x="149" y="4049"/>
                  </a:cubicBezTo>
                  <a:lnTo>
                    <a:pt x="563" y="4049"/>
                  </a:lnTo>
                  <a:cubicBezTo>
                    <a:pt x="644" y="4049"/>
                    <a:pt x="711" y="3984"/>
                    <a:pt x="711" y="3901"/>
                  </a:cubicBezTo>
                  <a:lnTo>
                    <a:pt x="711" y="3146"/>
                  </a:lnTo>
                  <a:cubicBezTo>
                    <a:pt x="760" y="3166"/>
                    <a:pt x="813" y="3176"/>
                    <a:pt x="869" y="3176"/>
                  </a:cubicBezTo>
                  <a:lnTo>
                    <a:pt x="2890" y="3176"/>
                  </a:lnTo>
                  <a:cubicBezTo>
                    <a:pt x="2950" y="3176"/>
                    <a:pt x="3008" y="3163"/>
                    <a:pt x="3061" y="3143"/>
                  </a:cubicBezTo>
                  <a:lnTo>
                    <a:pt x="3061" y="3901"/>
                  </a:lnTo>
                  <a:cubicBezTo>
                    <a:pt x="3061" y="3984"/>
                    <a:pt x="3126" y="4049"/>
                    <a:pt x="3209" y="4049"/>
                  </a:cubicBezTo>
                  <a:lnTo>
                    <a:pt x="3623" y="4049"/>
                  </a:lnTo>
                  <a:cubicBezTo>
                    <a:pt x="3705" y="4049"/>
                    <a:pt x="3771" y="3984"/>
                    <a:pt x="3771" y="3901"/>
                  </a:cubicBezTo>
                  <a:lnTo>
                    <a:pt x="3771" y="3146"/>
                  </a:lnTo>
                  <a:cubicBezTo>
                    <a:pt x="3822" y="3166"/>
                    <a:pt x="3873" y="3176"/>
                    <a:pt x="3931" y="3176"/>
                  </a:cubicBezTo>
                  <a:lnTo>
                    <a:pt x="5950" y="3176"/>
                  </a:lnTo>
                  <a:cubicBezTo>
                    <a:pt x="6006" y="3176"/>
                    <a:pt x="6059" y="3166"/>
                    <a:pt x="6110" y="3146"/>
                  </a:cubicBezTo>
                  <a:lnTo>
                    <a:pt x="6110" y="3901"/>
                  </a:lnTo>
                  <a:cubicBezTo>
                    <a:pt x="6110" y="3984"/>
                    <a:pt x="6175" y="4049"/>
                    <a:pt x="6258" y="4049"/>
                  </a:cubicBezTo>
                  <a:lnTo>
                    <a:pt x="6672" y="4049"/>
                  </a:lnTo>
                  <a:cubicBezTo>
                    <a:pt x="6753" y="4049"/>
                    <a:pt x="6820" y="3984"/>
                    <a:pt x="6820" y="3901"/>
                  </a:cubicBezTo>
                  <a:lnTo>
                    <a:pt x="6820" y="3099"/>
                  </a:lnTo>
                  <a:cubicBezTo>
                    <a:pt x="6891" y="3148"/>
                    <a:pt x="6978" y="3177"/>
                    <a:pt x="7072" y="3177"/>
                  </a:cubicBezTo>
                  <a:lnTo>
                    <a:pt x="9092" y="3177"/>
                  </a:lnTo>
                  <a:cubicBezTo>
                    <a:pt x="9148" y="3177"/>
                    <a:pt x="9201" y="3168"/>
                    <a:pt x="9251" y="3148"/>
                  </a:cubicBezTo>
                  <a:lnTo>
                    <a:pt x="9251" y="3903"/>
                  </a:lnTo>
                  <a:cubicBezTo>
                    <a:pt x="9251" y="3985"/>
                    <a:pt x="9318" y="4050"/>
                    <a:pt x="9399" y="4050"/>
                  </a:cubicBezTo>
                  <a:lnTo>
                    <a:pt x="9814" y="4050"/>
                  </a:lnTo>
                  <a:cubicBezTo>
                    <a:pt x="9895" y="4050"/>
                    <a:pt x="9962" y="3985"/>
                    <a:pt x="9962" y="3903"/>
                  </a:cubicBezTo>
                  <a:lnTo>
                    <a:pt x="9962" y="1985"/>
                  </a:lnTo>
                  <a:cubicBezTo>
                    <a:pt x="9962" y="1907"/>
                    <a:pt x="9895" y="1842"/>
                    <a:pt x="9814" y="1842"/>
                  </a:cubicBezTo>
                  <a:lnTo>
                    <a:pt x="9399" y="1842"/>
                  </a:lnTo>
                  <a:cubicBezTo>
                    <a:pt x="9318" y="1842"/>
                    <a:pt x="9251" y="1907"/>
                    <a:pt x="9251" y="1990"/>
                  </a:cubicBezTo>
                  <a:lnTo>
                    <a:pt x="9251" y="2301"/>
                  </a:lnTo>
                  <a:cubicBezTo>
                    <a:pt x="9238" y="2296"/>
                    <a:pt x="9226" y="2290"/>
                    <a:pt x="9212" y="2287"/>
                  </a:cubicBezTo>
                  <a:lnTo>
                    <a:pt x="9212" y="1098"/>
                  </a:lnTo>
                  <a:cubicBezTo>
                    <a:pt x="9212" y="494"/>
                    <a:pt x="8722" y="4"/>
                    <a:pt x="8119" y="4"/>
                  </a:cubicBezTo>
                  <a:cubicBezTo>
                    <a:pt x="8037" y="4"/>
                    <a:pt x="7971" y="71"/>
                    <a:pt x="7971" y="152"/>
                  </a:cubicBezTo>
                  <a:cubicBezTo>
                    <a:pt x="7971" y="234"/>
                    <a:pt x="8037" y="300"/>
                    <a:pt x="8119" y="300"/>
                  </a:cubicBezTo>
                  <a:cubicBezTo>
                    <a:pt x="8558" y="300"/>
                    <a:pt x="8916" y="657"/>
                    <a:pt x="8916" y="1098"/>
                  </a:cubicBezTo>
                  <a:lnTo>
                    <a:pt x="8916" y="2270"/>
                  </a:lnTo>
                  <a:lnTo>
                    <a:pt x="7238" y="2270"/>
                  </a:lnTo>
                  <a:lnTo>
                    <a:pt x="7238" y="1098"/>
                  </a:lnTo>
                  <a:cubicBezTo>
                    <a:pt x="7238" y="869"/>
                    <a:pt x="7336" y="648"/>
                    <a:pt x="7512" y="497"/>
                  </a:cubicBezTo>
                  <a:cubicBezTo>
                    <a:pt x="7574" y="443"/>
                    <a:pt x="7581" y="349"/>
                    <a:pt x="7526" y="289"/>
                  </a:cubicBezTo>
                  <a:cubicBezTo>
                    <a:pt x="7497" y="255"/>
                    <a:pt x="7456" y="238"/>
                    <a:pt x="7414" y="238"/>
                  </a:cubicBezTo>
                  <a:cubicBezTo>
                    <a:pt x="7380" y="238"/>
                    <a:pt x="7345" y="250"/>
                    <a:pt x="7318" y="275"/>
                  </a:cubicBezTo>
                  <a:cubicBezTo>
                    <a:pt x="7078" y="483"/>
                    <a:pt x="6943" y="785"/>
                    <a:pt x="6943" y="1098"/>
                  </a:cubicBezTo>
                  <a:lnTo>
                    <a:pt x="6943" y="2289"/>
                  </a:lnTo>
                  <a:cubicBezTo>
                    <a:pt x="6897" y="2303"/>
                    <a:pt x="6857" y="2321"/>
                    <a:pt x="6820" y="2346"/>
                  </a:cubicBezTo>
                  <a:lnTo>
                    <a:pt x="6820" y="1987"/>
                  </a:lnTo>
                  <a:cubicBezTo>
                    <a:pt x="6820" y="1906"/>
                    <a:pt x="6753" y="1839"/>
                    <a:pt x="6672" y="1839"/>
                  </a:cubicBezTo>
                  <a:lnTo>
                    <a:pt x="6258" y="1839"/>
                  </a:lnTo>
                  <a:cubicBezTo>
                    <a:pt x="6175" y="1839"/>
                    <a:pt x="6110" y="1906"/>
                    <a:pt x="6110" y="1987"/>
                  </a:cubicBezTo>
                  <a:lnTo>
                    <a:pt x="6110" y="2298"/>
                  </a:lnTo>
                  <a:cubicBezTo>
                    <a:pt x="6096" y="2295"/>
                    <a:pt x="6083" y="2289"/>
                    <a:pt x="6071" y="2284"/>
                  </a:cubicBezTo>
                  <a:lnTo>
                    <a:pt x="6071" y="1096"/>
                  </a:lnTo>
                  <a:cubicBezTo>
                    <a:pt x="6071" y="492"/>
                    <a:pt x="5581" y="2"/>
                    <a:pt x="4977" y="2"/>
                  </a:cubicBezTo>
                  <a:cubicBezTo>
                    <a:pt x="4896" y="2"/>
                    <a:pt x="4829" y="69"/>
                    <a:pt x="4829" y="150"/>
                  </a:cubicBezTo>
                  <a:cubicBezTo>
                    <a:pt x="4829" y="233"/>
                    <a:pt x="4896" y="298"/>
                    <a:pt x="4977" y="298"/>
                  </a:cubicBezTo>
                  <a:cubicBezTo>
                    <a:pt x="5417" y="298"/>
                    <a:pt x="5775" y="656"/>
                    <a:pt x="5775" y="1096"/>
                  </a:cubicBezTo>
                  <a:lnTo>
                    <a:pt x="5775" y="2267"/>
                  </a:lnTo>
                  <a:lnTo>
                    <a:pt x="4096" y="2267"/>
                  </a:lnTo>
                  <a:lnTo>
                    <a:pt x="4096" y="1096"/>
                  </a:lnTo>
                  <a:cubicBezTo>
                    <a:pt x="4096" y="866"/>
                    <a:pt x="4196" y="647"/>
                    <a:pt x="4370" y="494"/>
                  </a:cubicBezTo>
                  <a:cubicBezTo>
                    <a:pt x="4432" y="440"/>
                    <a:pt x="4438" y="346"/>
                    <a:pt x="4384" y="287"/>
                  </a:cubicBezTo>
                  <a:cubicBezTo>
                    <a:pt x="4354" y="253"/>
                    <a:pt x="4313" y="236"/>
                    <a:pt x="4272" y="236"/>
                  </a:cubicBezTo>
                  <a:cubicBezTo>
                    <a:pt x="4238" y="236"/>
                    <a:pt x="4203" y="248"/>
                    <a:pt x="4175" y="273"/>
                  </a:cubicBezTo>
                  <a:cubicBezTo>
                    <a:pt x="3936" y="482"/>
                    <a:pt x="3800" y="782"/>
                    <a:pt x="3800" y="1096"/>
                  </a:cubicBezTo>
                  <a:lnTo>
                    <a:pt x="3800" y="2287"/>
                  </a:lnTo>
                  <a:cubicBezTo>
                    <a:pt x="3791" y="2290"/>
                    <a:pt x="3780" y="2292"/>
                    <a:pt x="3771" y="2296"/>
                  </a:cubicBezTo>
                  <a:lnTo>
                    <a:pt x="3771" y="1985"/>
                  </a:lnTo>
                  <a:cubicBezTo>
                    <a:pt x="3771" y="1903"/>
                    <a:pt x="3705" y="1837"/>
                    <a:pt x="3623" y="1837"/>
                  </a:cubicBezTo>
                  <a:lnTo>
                    <a:pt x="3209" y="1837"/>
                  </a:lnTo>
                  <a:cubicBezTo>
                    <a:pt x="3126" y="1837"/>
                    <a:pt x="3061" y="1903"/>
                    <a:pt x="3061" y="1985"/>
                  </a:cubicBezTo>
                  <a:lnTo>
                    <a:pt x="3061" y="2299"/>
                  </a:lnTo>
                  <a:cubicBezTo>
                    <a:pt x="3044" y="2295"/>
                    <a:pt x="3028" y="2289"/>
                    <a:pt x="3010" y="2282"/>
                  </a:cubicBezTo>
                  <a:lnTo>
                    <a:pt x="3010" y="1093"/>
                  </a:lnTo>
                  <a:cubicBezTo>
                    <a:pt x="3010" y="491"/>
                    <a:pt x="2519" y="1"/>
                    <a:pt x="19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8" name="Google Shape;1898;g39de3837a1a_0_120"/>
            <p:cNvSpPr/>
            <p:nvPr/>
          </p:nvSpPr>
          <p:spPr>
            <a:xfrm>
              <a:off x="7191104" y="1447104"/>
              <a:ext cx="186477" cy="109445"/>
            </a:xfrm>
            <a:custGeom>
              <a:rect b="b" l="l" r="r" t="t"/>
              <a:pathLst>
                <a:path extrusionOk="0" h="4052" w="6904">
                  <a:moveTo>
                    <a:pt x="2891" y="2565"/>
                  </a:moveTo>
                  <a:cubicBezTo>
                    <a:pt x="2980" y="2565"/>
                    <a:pt x="3051" y="2637"/>
                    <a:pt x="3051" y="2724"/>
                  </a:cubicBezTo>
                  <a:cubicBezTo>
                    <a:pt x="3051" y="2811"/>
                    <a:pt x="2980" y="2884"/>
                    <a:pt x="2891" y="2884"/>
                  </a:cubicBezTo>
                  <a:lnTo>
                    <a:pt x="872" y="2884"/>
                  </a:lnTo>
                  <a:cubicBezTo>
                    <a:pt x="785" y="2884"/>
                    <a:pt x="712" y="2811"/>
                    <a:pt x="712" y="2724"/>
                  </a:cubicBezTo>
                  <a:cubicBezTo>
                    <a:pt x="712" y="2637"/>
                    <a:pt x="785" y="2565"/>
                    <a:pt x="872" y="2565"/>
                  </a:cubicBezTo>
                  <a:close/>
                  <a:moveTo>
                    <a:pt x="6034" y="2565"/>
                  </a:moveTo>
                  <a:cubicBezTo>
                    <a:pt x="6121" y="2565"/>
                    <a:pt x="6194" y="2637"/>
                    <a:pt x="6194" y="2724"/>
                  </a:cubicBezTo>
                  <a:cubicBezTo>
                    <a:pt x="6194" y="2811"/>
                    <a:pt x="6121" y="2884"/>
                    <a:pt x="6034" y="2884"/>
                  </a:cubicBezTo>
                  <a:lnTo>
                    <a:pt x="4015" y="2884"/>
                  </a:lnTo>
                  <a:cubicBezTo>
                    <a:pt x="3926" y="2884"/>
                    <a:pt x="3855" y="2811"/>
                    <a:pt x="3855" y="2724"/>
                  </a:cubicBezTo>
                  <a:cubicBezTo>
                    <a:pt x="3855" y="2637"/>
                    <a:pt x="3926" y="2565"/>
                    <a:pt x="4015" y="2565"/>
                  </a:cubicBezTo>
                  <a:close/>
                  <a:moveTo>
                    <a:pt x="415" y="2134"/>
                  </a:moveTo>
                  <a:lnTo>
                    <a:pt x="415" y="3757"/>
                  </a:lnTo>
                  <a:lnTo>
                    <a:pt x="297" y="3757"/>
                  </a:lnTo>
                  <a:lnTo>
                    <a:pt x="297" y="2134"/>
                  </a:lnTo>
                  <a:close/>
                  <a:moveTo>
                    <a:pt x="3464" y="2134"/>
                  </a:moveTo>
                  <a:lnTo>
                    <a:pt x="3464" y="3757"/>
                  </a:lnTo>
                  <a:lnTo>
                    <a:pt x="3346" y="3757"/>
                  </a:lnTo>
                  <a:lnTo>
                    <a:pt x="3346" y="2134"/>
                  </a:lnTo>
                  <a:close/>
                  <a:moveTo>
                    <a:pt x="6608" y="2134"/>
                  </a:moveTo>
                  <a:lnTo>
                    <a:pt x="6608" y="3757"/>
                  </a:lnTo>
                  <a:lnTo>
                    <a:pt x="6490" y="3757"/>
                  </a:lnTo>
                  <a:lnTo>
                    <a:pt x="6490" y="2134"/>
                  </a:lnTo>
                  <a:close/>
                  <a:moveTo>
                    <a:pt x="1834" y="0"/>
                  </a:moveTo>
                  <a:cubicBezTo>
                    <a:pt x="1753" y="0"/>
                    <a:pt x="1686" y="65"/>
                    <a:pt x="1686" y="148"/>
                  </a:cubicBezTo>
                  <a:cubicBezTo>
                    <a:pt x="1686" y="230"/>
                    <a:pt x="1753" y="296"/>
                    <a:pt x="1834" y="296"/>
                  </a:cubicBezTo>
                  <a:lnTo>
                    <a:pt x="1917" y="296"/>
                  </a:lnTo>
                  <a:cubicBezTo>
                    <a:pt x="2357" y="296"/>
                    <a:pt x="2715" y="654"/>
                    <a:pt x="2715" y="1094"/>
                  </a:cubicBezTo>
                  <a:lnTo>
                    <a:pt x="2715" y="2265"/>
                  </a:lnTo>
                  <a:lnTo>
                    <a:pt x="1036" y="2265"/>
                  </a:lnTo>
                  <a:lnTo>
                    <a:pt x="1036" y="1094"/>
                  </a:lnTo>
                  <a:cubicBezTo>
                    <a:pt x="1036" y="873"/>
                    <a:pt x="1129" y="662"/>
                    <a:pt x="1288" y="512"/>
                  </a:cubicBezTo>
                  <a:cubicBezTo>
                    <a:pt x="1349" y="456"/>
                    <a:pt x="1350" y="361"/>
                    <a:pt x="1296" y="304"/>
                  </a:cubicBezTo>
                  <a:cubicBezTo>
                    <a:pt x="1267" y="272"/>
                    <a:pt x="1227" y="256"/>
                    <a:pt x="1188" y="256"/>
                  </a:cubicBezTo>
                  <a:cubicBezTo>
                    <a:pt x="1152" y="256"/>
                    <a:pt x="1116" y="270"/>
                    <a:pt x="1087" y="296"/>
                  </a:cubicBezTo>
                  <a:cubicBezTo>
                    <a:pt x="868" y="503"/>
                    <a:pt x="740" y="794"/>
                    <a:pt x="740" y="1094"/>
                  </a:cubicBezTo>
                  <a:lnTo>
                    <a:pt x="740" y="2285"/>
                  </a:lnTo>
                  <a:cubicBezTo>
                    <a:pt x="731" y="2288"/>
                    <a:pt x="720" y="2290"/>
                    <a:pt x="711" y="2294"/>
                  </a:cubicBezTo>
                  <a:lnTo>
                    <a:pt x="711" y="1983"/>
                  </a:lnTo>
                  <a:cubicBezTo>
                    <a:pt x="711" y="1900"/>
                    <a:pt x="645" y="1835"/>
                    <a:pt x="563" y="1835"/>
                  </a:cubicBezTo>
                  <a:lnTo>
                    <a:pt x="149" y="1835"/>
                  </a:lnTo>
                  <a:cubicBezTo>
                    <a:pt x="66" y="1835"/>
                    <a:pt x="1" y="1900"/>
                    <a:pt x="1" y="1983"/>
                  </a:cubicBezTo>
                  <a:lnTo>
                    <a:pt x="1" y="3900"/>
                  </a:lnTo>
                  <a:cubicBezTo>
                    <a:pt x="1" y="3983"/>
                    <a:pt x="66" y="4048"/>
                    <a:pt x="149" y="4048"/>
                  </a:cubicBezTo>
                  <a:lnTo>
                    <a:pt x="563" y="4048"/>
                  </a:lnTo>
                  <a:cubicBezTo>
                    <a:pt x="645" y="4048"/>
                    <a:pt x="711" y="3983"/>
                    <a:pt x="711" y="3900"/>
                  </a:cubicBezTo>
                  <a:lnTo>
                    <a:pt x="711" y="3146"/>
                  </a:lnTo>
                  <a:cubicBezTo>
                    <a:pt x="762" y="3166"/>
                    <a:pt x="813" y="3175"/>
                    <a:pt x="871" y="3175"/>
                  </a:cubicBezTo>
                  <a:lnTo>
                    <a:pt x="2890" y="3175"/>
                  </a:lnTo>
                  <a:cubicBezTo>
                    <a:pt x="2946" y="3175"/>
                    <a:pt x="2999" y="3166"/>
                    <a:pt x="3050" y="3146"/>
                  </a:cubicBezTo>
                  <a:lnTo>
                    <a:pt x="3050" y="3900"/>
                  </a:lnTo>
                  <a:cubicBezTo>
                    <a:pt x="3050" y="3983"/>
                    <a:pt x="3115" y="4048"/>
                    <a:pt x="3198" y="4048"/>
                  </a:cubicBezTo>
                  <a:lnTo>
                    <a:pt x="3612" y="4048"/>
                  </a:lnTo>
                  <a:cubicBezTo>
                    <a:pt x="3693" y="4048"/>
                    <a:pt x="3760" y="3983"/>
                    <a:pt x="3760" y="3900"/>
                  </a:cubicBezTo>
                  <a:lnTo>
                    <a:pt x="3760" y="3099"/>
                  </a:lnTo>
                  <a:cubicBezTo>
                    <a:pt x="3831" y="3149"/>
                    <a:pt x="3918" y="3177"/>
                    <a:pt x="4012" y="3177"/>
                  </a:cubicBezTo>
                  <a:lnTo>
                    <a:pt x="6032" y="3177"/>
                  </a:lnTo>
                  <a:cubicBezTo>
                    <a:pt x="6088" y="3177"/>
                    <a:pt x="6141" y="3167"/>
                    <a:pt x="6191" y="3149"/>
                  </a:cubicBezTo>
                  <a:lnTo>
                    <a:pt x="6191" y="3902"/>
                  </a:lnTo>
                  <a:cubicBezTo>
                    <a:pt x="6191" y="3984"/>
                    <a:pt x="6258" y="4051"/>
                    <a:pt x="6339" y="4051"/>
                  </a:cubicBezTo>
                  <a:lnTo>
                    <a:pt x="6754" y="4051"/>
                  </a:lnTo>
                  <a:cubicBezTo>
                    <a:pt x="6835" y="4051"/>
                    <a:pt x="6902" y="3984"/>
                    <a:pt x="6902" y="3902"/>
                  </a:cubicBezTo>
                  <a:lnTo>
                    <a:pt x="6902" y="1984"/>
                  </a:lnTo>
                  <a:cubicBezTo>
                    <a:pt x="6904" y="1905"/>
                    <a:pt x="6837" y="1838"/>
                    <a:pt x="6756" y="1838"/>
                  </a:cubicBezTo>
                  <a:lnTo>
                    <a:pt x="6342" y="1838"/>
                  </a:lnTo>
                  <a:cubicBezTo>
                    <a:pt x="6259" y="1838"/>
                    <a:pt x="6194" y="1905"/>
                    <a:pt x="6194" y="1986"/>
                  </a:cubicBezTo>
                  <a:lnTo>
                    <a:pt x="6194" y="2297"/>
                  </a:lnTo>
                  <a:cubicBezTo>
                    <a:pt x="6180" y="2294"/>
                    <a:pt x="6167" y="2288"/>
                    <a:pt x="6155" y="2285"/>
                  </a:cubicBezTo>
                  <a:lnTo>
                    <a:pt x="6155" y="1096"/>
                  </a:lnTo>
                  <a:cubicBezTo>
                    <a:pt x="6155" y="492"/>
                    <a:pt x="5665" y="2"/>
                    <a:pt x="5061" y="2"/>
                  </a:cubicBezTo>
                  <a:cubicBezTo>
                    <a:pt x="4978" y="2"/>
                    <a:pt x="4913" y="69"/>
                    <a:pt x="4913" y="149"/>
                  </a:cubicBezTo>
                  <a:cubicBezTo>
                    <a:pt x="4913" y="232"/>
                    <a:pt x="4978" y="297"/>
                    <a:pt x="5061" y="297"/>
                  </a:cubicBezTo>
                  <a:cubicBezTo>
                    <a:pt x="5501" y="297"/>
                    <a:pt x="5859" y="655"/>
                    <a:pt x="5859" y="1096"/>
                  </a:cubicBezTo>
                  <a:lnTo>
                    <a:pt x="5859" y="2266"/>
                  </a:lnTo>
                  <a:lnTo>
                    <a:pt x="4180" y="2266"/>
                  </a:lnTo>
                  <a:lnTo>
                    <a:pt x="4180" y="1096"/>
                  </a:lnTo>
                  <a:cubicBezTo>
                    <a:pt x="4180" y="837"/>
                    <a:pt x="4306" y="593"/>
                    <a:pt x="4521" y="442"/>
                  </a:cubicBezTo>
                  <a:cubicBezTo>
                    <a:pt x="4586" y="395"/>
                    <a:pt x="4603" y="302"/>
                    <a:pt x="4555" y="235"/>
                  </a:cubicBezTo>
                  <a:cubicBezTo>
                    <a:pt x="4526" y="195"/>
                    <a:pt x="4480" y="173"/>
                    <a:pt x="4434" y="173"/>
                  </a:cubicBezTo>
                  <a:cubicBezTo>
                    <a:pt x="4405" y="173"/>
                    <a:pt x="4375" y="182"/>
                    <a:pt x="4350" y="201"/>
                  </a:cubicBezTo>
                  <a:cubicBezTo>
                    <a:pt x="4057" y="406"/>
                    <a:pt x="3883" y="741"/>
                    <a:pt x="3883" y="1096"/>
                  </a:cubicBezTo>
                  <a:lnTo>
                    <a:pt x="3883" y="2286"/>
                  </a:lnTo>
                  <a:cubicBezTo>
                    <a:pt x="3837" y="2300"/>
                    <a:pt x="3797" y="2319"/>
                    <a:pt x="3760" y="2344"/>
                  </a:cubicBezTo>
                  <a:lnTo>
                    <a:pt x="3760" y="1984"/>
                  </a:lnTo>
                  <a:cubicBezTo>
                    <a:pt x="3760" y="1904"/>
                    <a:pt x="3693" y="1837"/>
                    <a:pt x="3612" y="1837"/>
                  </a:cubicBezTo>
                  <a:lnTo>
                    <a:pt x="3198" y="1837"/>
                  </a:lnTo>
                  <a:cubicBezTo>
                    <a:pt x="3115" y="1837"/>
                    <a:pt x="3050" y="1904"/>
                    <a:pt x="3050" y="1984"/>
                  </a:cubicBezTo>
                  <a:lnTo>
                    <a:pt x="3050" y="2296"/>
                  </a:lnTo>
                  <a:cubicBezTo>
                    <a:pt x="3036" y="2293"/>
                    <a:pt x="3023" y="2286"/>
                    <a:pt x="3011" y="2282"/>
                  </a:cubicBezTo>
                  <a:lnTo>
                    <a:pt x="3011" y="1094"/>
                  </a:lnTo>
                  <a:cubicBezTo>
                    <a:pt x="3011" y="490"/>
                    <a:pt x="2521" y="0"/>
                    <a:pt x="19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99" name="Google Shape;1899;g39de3837a1a_0_120"/>
          <p:cNvGrpSpPr/>
          <p:nvPr/>
        </p:nvGrpSpPr>
        <p:grpSpPr>
          <a:xfrm>
            <a:off x="6198738" y="4454455"/>
            <a:ext cx="269209" cy="230017"/>
            <a:chOff x="6471238" y="1329180"/>
            <a:chExt cx="269209" cy="230017"/>
          </a:xfrm>
        </p:grpSpPr>
        <p:sp>
          <p:nvSpPr>
            <p:cNvPr id="1900" name="Google Shape;1900;g39de3837a1a_0_120"/>
            <p:cNvSpPr/>
            <p:nvPr/>
          </p:nvSpPr>
          <p:spPr>
            <a:xfrm>
              <a:off x="6471238" y="1329180"/>
              <a:ext cx="269209" cy="230017"/>
            </a:xfrm>
            <a:custGeom>
              <a:rect b="b" l="l" r="r" t="t"/>
              <a:pathLst>
                <a:path extrusionOk="0" h="8516" w="9967">
                  <a:moveTo>
                    <a:pt x="1299" y="3066"/>
                  </a:moveTo>
                  <a:cubicBezTo>
                    <a:pt x="1836" y="3066"/>
                    <a:pt x="2275" y="3487"/>
                    <a:pt x="2297" y="4024"/>
                  </a:cubicBezTo>
                  <a:cubicBezTo>
                    <a:pt x="2297" y="4028"/>
                    <a:pt x="2297" y="4031"/>
                    <a:pt x="2298" y="4038"/>
                  </a:cubicBezTo>
                  <a:lnTo>
                    <a:pt x="2298" y="5250"/>
                  </a:lnTo>
                  <a:lnTo>
                    <a:pt x="2298" y="5960"/>
                  </a:lnTo>
                  <a:lnTo>
                    <a:pt x="2298" y="6192"/>
                  </a:lnTo>
                  <a:lnTo>
                    <a:pt x="2298" y="8217"/>
                  </a:lnTo>
                  <a:lnTo>
                    <a:pt x="1153" y="8217"/>
                  </a:lnTo>
                  <a:lnTo>
                    <a:pt x="1153" y="5177"/>
                  </a:lnTo>
                  <a:cubicBezTo>
                    <a:pt x="1153" y="5110"/>
                    <a:pt x="1107" y="5051"/>
                    <a:pt x="1042" y="5034"/>
                  </a:cubicBezTo>
                  <a:cubicBezTo>
                    <a:pt x="605" y="4917"/>
                    <a:pt x="298" y="4520"/>
                    <a:pt x="298" y="4067"/>
                  </a:cubicBezTo>
                  <a:cubicBezTo>
                    <a:pt x="298" y="3516"/>
                    <a:pt x="748" y="3066"/>
                    <a:pt x="1299" y="3066"/>
                  </a:cubicBezTo>
                  <a:close/>
                  <a:moveTo>
                    <a:pt x="7364" y="6341"/>
                  </a:moveTo>
                  <a:lnTo>
                    <a:pt x="7364" y="8217"/>
                  </a:lnTo>
                  <a:lnTo>
                    <a:pt x="2597" y="8217"/>
                  </a:lnTo>
                  <a:lnTo>
                    <a:pt x="2597" y="6341"/>
                  </a:lnTo>
                  <a:close/>
                  <a:moveTo>
                    <a:pt x="8662" y="3065"/>
                  </a:moveTo>
                  <a:cubicBezTo>
                    <a:pt x="9213" y="3065"/>
                    <a:pt x="9663" y="3515"/>
                    <a:pt x="9663" y="4064"/>
                  </a:cubicBezTo>
                  <a:cubicBezTo>
                    <a:pt x="9663" y="4520"/>
                    <a:pt x="9356" y="4917"/>
                    <a:pt x="8919" y="5034"/>
                  </a:cubicBezTo>
                  <a:cubicBezTo>
                    <a:pt x="8854" y="5051"/>
                    <a:pt x="8809" y="5110"/>
                    <a:pt x="8809" y="5177"/>
                  </a:cubicBezTo>
                  <a:lnTo>
                    <a:pt x="8809" y="8218"/>
                  </a:lnTo>
                  <a:lnTo>
                    <a:pt x="7663" y="8218"/>
                  </a:lnTo>
                  <a:lnTo>
                    <a:pt x="7663" y="6192"/>
                  </a:lnTo>
                  <a:lnTo>
                    <a:pt x="7663" y="5960"/>
                  </a:lnTo>
                  <a:lnTo>
                    <a:pt x="7663" y="5250"/>
                  </a:lnTo>
                  <a:lnTo>
                    <a:pt x="7663" y="4036"/>
                  </a:lnTo>
                  <a:cubicBezTo>
                    <a:pt x="7663" y="4031"/>
                    <a:pt x="7663" y="4028"/>
                    <a:pt x="7665" y="4022"/>
                  </a:cubicBezTo>
                  <a:cubicBezTo>
                    <a:pt x="7688" y="3485"/>
                    <a:pt x="8125" y="3065"/>
                    <a:pt x="8662" y="3065"/>
                  </a:cubicBezTo>
                  <a:close/>
                  <a:moveTo>
                    <a:pt x="3839" y="0"/>
                  </a:moveTo>
                  <a:cubicBezTo>
                    <a:pt x="3469" y="0"/>
                    <a:pt x="3107" y="78"/>
                    <a:pt x="2771" y="229"/>
                  </a:cubicBezTo>
                  <a:cubicBezTo>
                    <a:pt x="2695" y="263"/>
                    <a:pt x="2662" y="352"/>
                    <a:pt x="2698" y="428"/>
                  </a:cubicBezTo>
                  <a:cubicBezTo>
                    <a:pt x="2722" y="484"/>
                    <a:pt x="2775" y="516"/>
                    <a:pt x="2831" y="516"/>
                  </a:cubicBezTo>
                  <a:cubicBezTo>
                    <a:pt x="2853" y="516"/>
                    <a:pt x="2875" y="511"/>
                    <a:pt x="2896" y="501"/>
                  </a:cubicBezTo>
                  <a:cubicBezTo>
                    <a:pt x="3193" y="368"/>
                    <a:pt x="3512" y="299"/>
                    <a:pt x="3842" y="299"/>
                  </a:cubicBezTo>
                  <a:lnTo>
                    <a:pt x="6099" y="299"/>
                  </a:lnTo>
                  <a:cubicBezTo>
                    <a:pt x="7375" y="299"/>
                    <a:pt x="8413" y="1339"/>
                    <a:pt x="8413" y="2615"/>
                  </a:cubicBezTo>
                  <a:lnTo>
                    <a:pt x="8413" y="2794"/>
                  </a:lnTo>
                  <a:cubicBezTo>
                    <a:pt x="7842" y="2906"/>
                    <a:pt x="7403" y="3392"/>
                    <a:pt x="7370" y="3992"/>
                  </a:cubicBezTo>
                  <a:cubicBezTo>
                    <a:pt x="7369" y="4000"/>
                    <a:pt x="7369" y="4010"/>
                    <a:pt x="7369" y="4021"/>
                  </a:cubicBezTo>
                  <a:lnTo>
                    <a:pt x="7369" y="4777"/>
                  </a:lnTo>
                  <a:cubicBezTo>
                    <a:pt x="7299" y="4743"/>
                    <a:pt x="7221" y="4724"/>
                    <a:pt x="7139" y="4724"/>
                  </a:cubicBezTo>
                  <a:lnTo>
                    <a:pt x="6231" y="4724"/>
                  </a:lnTo>
                  <a:lnTo>
                    <a:pt x="6591" y="3759"/>
                  </a:lnTo>
                  <a:cubicBezTo>
                    <a:pt x="6620" y="3681"/>
                    <a:pt x="6581" y="3596"/>
                    <a:pt x="6504" y="3566"/>
                  </a:cubicBezTo>
                  <a:cubicBezTo>
                    <a:pt x="6486" y="3559"/>
                    <a:pt x="6468" y="3556"/>
                    <a:pt x="6450" y="3556"/>
                  </a:cubicBezTo>
                  <a:cubicBezTo>
                    <a:pt x="6390" y="3556"/>
                    <a:pt x="6333" y="3593"/>
                    <a:pt x="6311" y="3653"/>
                  </a:cubicBezTo>
                  <a:lnTo>
                    <a:pt x="5912" y="4724"/>
                  </a:lnTo>
                  <a:lnTo>
                    <a:pt x="5120" y="4724"/>
                  </a:lnTo>
                  <a:lnTo>
                    <a:pt x="5120" y="3166"/>
                  </a:lnTo>
                  <a:cubicBezTo>
                    <a:pt x="5120" y="3084"/>
                    <a:pt x="5053" y="3015"/>
                    <a:pt x="4970" y="3015"/>
                  </a:cubicBezTo>
                  <a:cubicBezTo>
                    <a:pt x="4888" y="3015"/>
                    <a:pt x="4820" y="3082"/>
                    <a:pt x="4820" y="3166"/>
                  </a:cubicBezTo>
                  <a:lnTo>
                    <a:pt x="4820" y="4724"/>
                  </a:lnTo>
                  <a:lnTo>
                    <a:pt x="4041" y="4724"/>
                  </a:lnTo>
                  <a:lnTo>
                    <a:pt x="3643" y="3653"/>
                  </a:lnTo>
                  <a:cubicBezTo>
                    <a:pt x="3620" y="3593"/>
                    <a:pt x="3564" y="3556"/>
                    <a:pt x="3503" y="3556"/>
                  </a:cubicBezTo>
                  <a:cubicBezTo>
                    <a:pt x="3486" y="3556"/>
                    <a:pt x="3468" y="3559"/>
                    <a:pt x="3450" y="3566"/>
                  </a:cubicBezTo>
                  <a:cubicBezTo>
                    <a:pt x="3372" y="3596"/>
                    <a:pt x="3333" y="3681"/>
                    <a:pt x="3363" y="3759"/>
                  </a:cubicBezTo>
                  <a:lnTo>
                    <a:pt x="3722" y="4724"/>
                  </a:lnTo>
                  <a:lnTo>
                    <a:pt x="3588" y="4724"/>
                  </a:lnTo>
                  <a:cubicBezTo>
                    <a:pt x="3507" y="4724"/>
                    <a:pt x="3439" y="4789"/>
                    <a:pt x="3439" y="4873"/>
                  </a:cubicBezTo>
                  <a:cubicBezTo>
                    <a:pt x="3439" y="4956"/>
                    <a:pt x="3504" y="5024"/>
                    <a:pt x="3588" y="5024"/>
                  </a:cubicBezTo>
                  <a:lnTo>
                    <a:pt x="7137" y="5024"/>
                  </a:lnTo>
                  <a:cubicBezTo>
                    <a:pt x="7263" y="5024"/>
                    <a:pt x="7367" y="5127"/>
                    <a:pt x="7367" y="5253"/>
                  </a:cubicBezTo>
                  <a:lnTo>
                    <a:pt x="7367" y="5963"/>
                  </a:lnTo>
                  <a:cubicBezTo>
                    <a:pt x="7367" y="6010"/>
                    <a:pt x="7330" y="6047"/>
                    <a:pt x="7283" y="6047"/>
                  </a:cubicBezTo>
                  <a:lnTo>
                    <a:pt x="2683" y="6047"/>
                  </a:lnTo>
                  <a:cubicBezTo>
                    <a:pt x="2636" y="6047"/>
                    <a:pt x="2599" y="6010"/>
                    <a:pt x="2599" y="5963"/>
                  </a:cubicBezTo>
                  <a:lnTo>
                    <a:pt x="2599" y="5253"/>
                  </a:lnTo>
                  <a:cubicBezTo>
                    <a:pt x="2599" y="5127"/>
                    <a:pt x="2701" y="5024"/>
                    <a:pt x="2827" y="5024"/>
                  </a:cubicBezTo>
                  <a:cubicBezTo>
                    <a:pt x="2910" y="5024"/>
                    <a:pt x="2978" y="4957"/>
                    <a:pt x="2978" y="4873"/>
                  </a:cubicBezTo>
                  <a:cubicBezTo>
                    <a:pt x="2978" y="4792"/>
                    <a:pt x="2911" y="4724"/>
                    <a:pt x="2827" y="4724"/>
                  </a:cubicBezTo>
                  <a:cubicBezTo>
                    <a:pt x="2746" y="4724"/>
                    <a:pt x="2669" y="4743"/>
                    <a:pt x="2599" y="4777"/>
                  </a:cubicBezTo>
                  <a:lnTo>
                    <a:pt x="2599" y="4021"/>
                  </a:lnTo>
                  <a:cubicBezTo>
                    <a:pt x="2599" y="4010"/>
                    <a:pt x="2599" y="4002"/>
                    <a:pt x="2597" y="3992"/>
                  </a:cubicBezTo>
                  <a:cubicBezTo>
                    <a:pt x="2561" y="3382"/>
                    <a:pt x="2110" y="2892"/>
                    <a:pt x="1525" y="2791"/>
                  </a:cubicBezTo>
                  <a:lnTo>
                    <a:pt x="1525" y="2615"/>
                  </a:lnTo>
                  <a:cubicBezTo>
                    <a:pt x="1525" y="1986"/>
                    <a:pt x="1775" y="1398"/>
                    <a:pt x="2228" y="957"/>
                  </a:cubicBezTo>
                  <a:cubicBezTo>
                    <a:pt x="2287" y="898"/>
                    <a:pt x="2289" y="807"/>
                    <a:pt x="2233" y="746"/>
                  </a:cubicBezTo>
                  <a:cubicBezTo>
                    <a:pt x="2202" y="715"/>
                    <a:pt x="2163" y="700"/>
                    <a:pt x="2124" y="700"/>
                  </a:cubicBezTo>
                  <a:cubicBezTo>
                    <a:pt x="2087" y="700"/>
                    <a:pt x="2050" y="714"/>
                    <a:pt x="2021" y="741"/>
                  </a:cubicBezTo>
                  <a:cubicBezTo>
                    <a:pt x="1509" y="1239"/>
                    <a:pt x="1227" y="1905"/>
                    <a:pt x="1227" y="2614"/>
                  </a:cubicBezTo>
                  <a:lnTo>
                    <a:pt x="1227" y="2771"/>
                  </a:lnTo>
                  <a:cubicBezTo>
                    <a:pt x="546" y="2810"/>
                    <a:pt x="1" y="3376"/>
                    <a:pt x="1" y="4067"/>
                  </a:cubicBezTo>
                  <a:cubicBezTo>
                    <a:pt x="1" y="4615"/>
                    <a:pt x="348" y="5102"/>
                    <a:pt x="855" y="5286"/>
                  </a:cubicBezTo>
                  <a:lnTo>
                    <a:pt x="855" y="8366"/>
                  </a:lnTo>
                  <a:cubicBezTo>
                    <a:pt x="855" y="8449"/>
                    <a:pt x="921" y="8515"/>
                    <a:pt x="1005" y="8515"/>
                  </a:cubicBezTo>
                  <a:lnTo>
                    <a:pt x="8963" y="8515"/>
                  </a:lnTo>
                  <a:cubicBezTo>
                    <a:pt x="9044" y="8515"/>
                    <a:pt x="9112" y="8450"/>
                    <a:pt x="9112" y="8366"/>
                  </a:cubicBezTo>
                  <a:lnTo>
                    <a:pt x="9112" y="5286"/>
                  </a:lnTo>
                  <a:cubicBezTo>
                    <a:pt x="9619" y="5102"/>
                    <a:pt x="9967" y="4615"/>
                    <a:pt x="9967" y="4066"/>
                  </a:cubicBezTo>
                  <a:cubicBezTo>
                    <a:pt x="9960" y="3367"/>
                    <a:pt x="9403" y="2794"/>
                    <a:pt x="8709" y="2769"/>
                  </a:cubicBezTo>
                  <a:lnTo>
                    <a:pt x="8709" y="2614"/>
                  </a:lnTo>
                  <a:cubicBezTo>
                    <a:pt x="8709" y="1171"/>
                    <a:pt x="7535" y="0"/>
                    <a:pt x="609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1" name="Google Shape;1901;g39de3837a1a_0_120"/>
            <p:cNvSpPr/>
            <p:nvPr/>
          </p:nvSpPr>
          <p:spPr>
            <a:xfrm>
              <a:off x="6561207" y="1343684"/>
              <a:ext cx="88728" cy="50077"/>
            </a:xfrm>
            <a:custGeom>
              <a:rect b="b" l="l" r="r" t="t"/>
              <a:pathLst>
                <a:path extrusionOk="0" h="1854" w="3285">
                  <a:moveTo>
                    <a:pt x="900" y="0"/>
                  </a:moveTo>
                  <a:cubicBezTo>
                    <a:pt x="404" y="0"/>
                    <a:pt x="1" y="403"/>
                    <a:pt x="1" y="900"/>
                  </a:cubicBezTo>
                  <a:lnTo>
                    <a:pt x="1" y="956"/>
                  </a:lnTo>
                  <a:cubicBezTo>
                    <a:pt x="1" y="1452"/>
                    <a:pt x="404" y="1854"/>
                    <a:pt x="900" y="1854"/>
                  </a:cubicBezTo>
                  <a:lnTo>
                    <a:pt x="2387" y="1854"/>
                  </a:lnTo>
                  <a:cubicBezTo>
                    <a:pt x="2882" y="1854"/>
                    <a:pt x="3285" y="1452"/>
                    <a:pt x="3285" y="956"/>
                  </a:cubicBezTo>
                  <a:lnTo>
                    <a:pt x="3285" y="900"/>
                  </a:lnTo>
                  <a:cubicBezTo>
                    <a:pt x="3285" y="403"/>
                    <a:pt x="2882" y="0"/>
                    <a:pt x="2387" y="0"/>
                  </a:cubicBezTo>
                  <a:lnTo>
                    <a:pt x="1870" y="0"/>
                  </a:lnTo>
                  <a:cubicBezTo>
                    <a:pt x="1789" y="0"/>
                    <a:pt x="1720" y="67"/>
                    <a:pt x="1720" y="150"/>
                  </a:cubicBezTo>
                  <a:cubicBezTo>
                    <a:pt x="1720" y="232"/>
                    <a:pt x="1787" y="301"/>
                    <a:pt x="1870" y="301"/>
                  </a:cubicBezTo>
                  <a:lnTo>
                    <a:pt x="2387" y="301"/>
                  </a:lnTo>
                  <a:cubicBezTo>
                    <a:pt x="2717" y="301"/>
                    <a:pt x="2987" y="568"/>
                    <a:pt x="2987" y="901"/>
                  </a:cubicBezTo>
                  <a:lnTo>
                    <a:pt x="2987" y="957"/>
                  </a:lnTo>
                  <a:cubicBezTo>
                    <a:pt x="2987" y="1289"/>
                    <a:pt x="2718" y="1558"/>
                    <a:pt x="2387" y="1558"/>
                  </a:cubicBezTo>
                  <a:lnTo>
                    <a:pt x="900" y="1558"/>
                  </a:lnTo>
                  <a:cubicBezTo>
                    <a:pt x="569" y="1558"/>
                    <a:pt x="298" y="1291"/>
                    <a:pt x="298" y="957"/>
                  </a:cubicBezTo>
                  <a:lnTo>
                    <a:pt x="298" y="901"/>
                  </a:lnTo>
                  <a:cubicBezTo>
                    <a:pt x="298" y="570"/>
                    <a:pt x="567" y="301"/>
                    <a:pt x="900" y="301"/>
                  </a:cubicBezTo>
                  <a:lnTo>
                    <a:pt x="1075" y="301"/>
                  </a:lnTo>
                  <a:cubicBezTo>
                    <a:pt x="1157" y="301"/>
                    <a:pt x="1224" y="234"/>
                    <a:pt x="1224" y="150"/>
                  </a:cubicBezTo>
                  <a:cubicBezTo>
                    <a:pt x="1224" y="69"/>
                    <a:pt x="1159" y="0"/>
                    <a:pt x="10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2" name="Google Shape;1902;g39de3837a1a_0_120"/>
            <p:cNvSpPr/>
            <p:nvPr/>
          </p:nvSpPr>
          <p:spPr>
            <a:xfrm>
              <a:off x="6693177" y="1425659"/>
              <a:ext cx="24066" cy="24120"/>
            </a:xfrm>
            <a:custGeom>
              <a:rect b="b" l="l" r="r" t="t"/>
              <a:pathLst>
                <a:path extrusionOk="0" h="893" w="891">
                  <a:moveTo>
                    <a:pt x="445" y="301"/>
                  </a:moveTo>
                  <a:cubicBezTo>
                    <a:pt x="528" y="301"/>
                    <a:pt x="592" y="366"/>
                    <a:pt x="592" y="445"/>
                  </a:cubicBezTo>
                  <a:cubicBezTo>
                    <a:pt x="592" y="526"/>
                    <a:pt x="525" y="592"/>
                    <a:pt x="445" y="592"/>
                  </a:cubicBezTo>
                  <a:cubicBezTo>
                    <a:pt x="364" y="592"/>
                    <a:pt x="299" y="526"/>
                    <a:pt x="299" y="445"/>
                  </a:cubicBezTo>
                  <a:cubicBezTo>
                    <a:pt x="299" y="364"/>
                    <a:pt x="366" y="301"/>
                    <a:pt x="445" y="301"/>
                  </a:cubicBezTo>
                  <a:close/>
                  <a:moveTo>
                    <a:pt x="445" y="0"/>
                  </a:moveTo>
                  <a:cubicBezTo>
                    <a:pt x="201" y="0"/>
                    <a:pt x="0" y="201"/>
                    <a:pt x="0" y="445"/>
                  </a:cubicBezTo>
                  <a:cubicBezTo>
                    <a:pt x="0" y="691"/>
                    <a:pt x="201" y="892"/>
                    <a:pt x="445" y="892"/>
                  </a:cubicBezTo>
                  <a:cubicBezTo>
                    <a:pt x="691" y="892"/>
                    <a:pt x="890" y="691"/>
                    <a:pt x="890" y="445"/>
                  </a:cubicBezTo>
                  <a:cubicBezTo>
                    <a:pt x="890" y="201"/>
                    <a:pt x="691" y="0"/>
                    <a:pt x="44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3" name="Google Shape;1903;g39de3837a1a_0_120"/>
            <p:cNvSpPr/>
            <p:nvPr/>
          </p:nvSpPr>
          <p:spPr>
            <a:xfrm>
              <a:off x="6494277" y="1425659"/>
              <a:ext cx="24093" cy="24120"/>
            </a:xfrm>
            <a:custGeom>
              <a:rect b="b" l="l" r="r" t="t"/>
              <a:pathLst>
                <a:path extrusionOk="0" h="893" w="892">
                  <a:moveTo>
                    <a:pt x="446" y="301"/>
                  </a:moveTo>
                  <a:cubicBezTo>
                    <a:pt x="527" y="301"/>
                    <a:pt x="592" y="366"/>
                    <a:pt x="592" y="445"/>
                  </a:cubicBezTo>
                  <a:cubicBezTo>
                    <a:pt x="592" y="526"/>
                    <a:pt x="525" y="592"/>
                    <a:pt x="446" y="592"/>
                  </a:cubicBezTo>
                  <a:cubicBezTo>
                    <a:pt x="363" y="592"/>
                    <a:pt x="300" y="526"/>
                    <a:pt x="300" y="445"/>
                  </a:cubicBezTo>
                  <a:cubicBezTo>
                    <a:pt x="300" y="364"/>
                    <a:pt x="367" y="301"/>
                    <a:pt x="446" y="301"/>
                  </a:cubicBezTo>
                  <a:close/>
                  <a:moveTo>
                    <a:pt x="446" y="0"/>
                  </a:moveTo>
                  <a:cubicBezTo>
                    <a:pt x="200" y="0"/>
                    <a:pt x="1" y="201"/>
                    <a:pt x="1" y="445"/>
                  </a:cubicBezTo>
                  <a:cubicBezTo>
                    <a:pt x="1" y="691"/>
                    <a:pt x="200" y="892"/>
                    <a:pt x="446" y="892"/>
                  </a:cubicBezTo>
                  <a:cubicBezTo>
                    <a:pt x="690" y="892"/>
                    <a:pt x="891" y="691"/>
                    <a:pt x="891" y="445"/>
                  </a:cubicBezTo>
                  <a:cubicBezTo>
                    <a:pt x="891" y="199"/>
                    <a:pt x="690" y="0"/>
                    <a:pt x="44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04" name="Google Shape;1904;g39de3837a1a_0_120"/>
          <p:cNvGrpSpPr/>
          <p:nvPr/>
        </p:nvGrpSpPr>
        <p:grpSpPr>
          <a:xfrm>
            <a:off x="5519035" y="4434900"/>
            <a:ext cx="269074" cy="269047"/>
            <a:chOff x="5791535" y="1309625"/>
            <a:chExt cx="269074" cy="269047"/>
          </a:xfrm>
        </p:grpSpPr>
        <p:sp>
          <p:nvSpPr>
            <p:cNvPr id="1905" name="Google Shape;1905;g39de3837a1a_0_120"/>
            <p:cNvSpPr/>
            <p:nvPr/>
          </p:nvSpPr>
          <p:spPr>
            <a:xfrm>
              <a:off x="5900196" y="1381606"/>
              <a:ext cx="88890" cy="118952"/>
            </a:xfrm>
            <a:custGeom>
              <a:rect b="b" l="l" r="r" t="t"/>
              <a:pathLst>
                <a:path extrusionOk="0" h="4404" w="3291">
                  <a:moveTo>
                    <a:pt x="149" y="0"/>
                  </a:moveTo>
                  <a:cubicBezTo>
                    <a:pt x="126" y="0"/>
                    <a:pt x="103" y="6"/>
                    <a:pt x="81" y="17"/>
                  </a:cubicBezTo>
                  <a:cubicBezTo>
                    <a:pt x="32" y="42"/>
                    <a:pt x="1" y="92"/>
                    <a:pt x="1" y="146"/>
                  </a:cubicBezTo>
                  <a:lnTo>
                    <a:pt x="1" y="847"/>
                  </a:lnTo>
                  <a:cubicBezTo>
                    <a:pt x="1" y="929"/>
                    <a:pt x="67" y="995"/>
                    <a:pt x="148" y="995"/>
                  </a:cubicBezTo>
                  <a:cubicBezTo>
                    <a:pt x="231" y="995"/>
                    <a:pt x="296" y="929"/>
                    <a:pt x="296" y="847"/>
                  </a:cubicBezTo>
                  <a:lnTo>
                    <a:pt x="296" y="427"/>
                  </a:lnTo>
                  <a:lnTo>
                    <a:pt x="2880" y="2201"/>
                  </a:lnTo>
                  <a:lnTo>
                    <a:pt x="296" y="3975"/>
                  </a:lnTo>
                  <a:lnTo>
                    <a:pt x="296" y="2143"/>
                  </a:lnTo>
                  <a:cubicBezTo>
                    <a:pt x="296" y="2061"/>
                    <a:pt x="231" y="1995"/>
                    <a:pt x="148" y="1995"/>
                  </a:cubicBezTo>
                  <a:cubicBezTo>
                    <a:pt x="67" y="1995"/>
                    <a:pt x="1" y="2061"/>
                    <a:pt x="1" y="2143"/>
                  </a:cubicBezTo>
                  <a:lnTo>
                    <a:pt x="1" y="4255"/>
                  </a:lnTo>
                  <a:cubicBezTo>
                    <a:pt x="1" y="4310"/>
                    <a:pt x="32" y="4361"/>
                    <a:pt x="81" y="4386"/>
                  </a:cubicBezTo>
                  <a:cubicBezTo>
                    <a:pt x="102" y="4399"/>
                    <a:pt x="125" y="4403"/>
                    <a:pt x="148" y="4403"/>
                  </a:cubicBezTo>
                  <a:cubicBezTo>
                    <a:pt x="178" y="4403"/>
                    <a:pt x="208" y="4395"/>
                    <a:pt x="232" y="4378"/>
                  </a:cubicBezTo>
                  <a:lnTo>
                    <a:pt x="3227" y="2322"/>
                  </a:lnTo>
                  <a:cubicBezTo>
                    <a:pt x="3267" y="2294"/>
                    <a:pt x="3291" y="2248"/>
                    <a:pt x="3291" y="2199"/>
                  </a:cubicBezTo>
                  <a:cubicBezTo>
                    <a:pt x="3291" y="2154"/>
                    <a:pt x="3267" y="2111"/>
                    <a:pt x="3227" y="2083"/>
                  </a:cubicBezTo>
                  <a:lnTo>
                    <a:pt x="232" y="27"/>
                  </a:lnTo>
                  <a:cubicBezTo>
                    <a:pt x="207" y="9"/>
                    <a:pt x="178" y="0"/>
                    <a:pt x="1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6" name="Google Shape;1906;g39de3837a1a_0_120"/>
            <p:cNvSpPr/>
            <p:nvPr/>
          </p:nvSpPr>
          <p:spPr>
            <a:xfrm>
              <a:off x="5809145" y="1327235"/>
              <a:ext cx="233880" cy="233853"/>
            </a:xfrm>
            <a:custGeom>
              <a:rect b="b" l="l" r="r" t="t"/>
              <a:pathLst>
                <a:path extrusionOk="0" h="8658" w="8659">
                  <a:moveTo>
                    <a:pt x="4329" y="296"/>
                  </a:moveTo>
                  <a:cubicBezTo>
                    <a:pt x="6553" y="296"/>
                    <a:pt x="8361" y="2105"/>
                    <a:pt x="8361" y="4329"/>
                  </a:cubicBezTo>
                  <a:cubicBezTo>
                    <a:pt x="8361" y="6553"/>
                    <a:pt x="6553" y="8362"/>
                    <a:pt x="4329" y="8362"/>
                  </a:cubicBezTo>
                  <a:cubicBezTo>
                    <a:pt x="2106" y="8362"/>
                    <a:pt x="296" y="6553"/>
                    <a:pt x="296" y="4329"/>
                  </a:cubicBezTo>
                  <a:cubicBezTo>
                    <a:pt x="296" y="2105"/>
                    <a:pt x="2106" y="296"/>
                    <a:pt x="4329" y="296"/>
                  </a:cubicBezTo>
                  <a:close/>
                  <a:moveTo>
                    <a:pt x="4329" y="1"/>
                  </a:moveTo>
                  <a:cubicBezTo>
                    <a:pt x="3174" y="1"/>
                    <a:pt x="2086" y="450"/>
                    <a:pt x="1269" y="1269"/>
                  </a:cubicBezTo>
                  <a:cubicBezTo>
                    <a:pt x="452" y="2086"/>
                    <a:pt x="0" y="3174"/>
                    <a:pt x="0" y="4329"/>
                  </a:cubicBezTo>
                  <a:cubicBezTo>
                    <a:pt x="0" y="5485"/>
                    <a:pt x="450" y="6572"/>
                    <a:pt x="1269" y="7389"/>
                  </a:cubicBezTo>
                  <a:cubicBezTo>
                    <a:pt x="2086" y="8206"/>
                    <a:pt x="3174" y="8657"/>
                    <a:pt x="4329" y="8657"/>
                  </a:cubicBezTo>
                  <a:cubicBezTo>
                    <a:pt x="5485" y="8657"/>
                    <a:pt x="6573" y="8209"/>
                    <a:pt x="7390" y="7389"/>
                  </a:cubicBezTo>
                  <a:cubicBezTo>
                    <a:pt x="8207" y="6572"/>
                    <a:pt x="8659" y="5485"/>
                    <a:pt x="8659" y="4329"/>
                  </a:cubicBezTo>
                  <a:cubicBezTo>
                    <a:pt x="8659" y="3174"/>
                    <a:pt x="8207" y="2086"/>
                    <a:pt x="7390" y="1269"/>
                  </a:cubicBezTo>
                  <a:cubicBezTo>
                    <a:pt x="6573" y="452"/>
                    <a:pt x="5485" y="1"/>
                    <a:pt x="432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7" name="Google Shape;1907;g39de3837a1a_0_120"/>
            <p:cNvSpPr/>
            <p:nvPr/>
          </p:nvSpPr>
          <p:spPr>
            <a:xfrm>
              <a:off x="5791535" y="1309625"/>
              <a:ext cx="269074" cy="269047"/>
            </a:xfrm>
            <a:custGeom>
              <a:rect b="b" l="l" r="r" t="t"/>
              <a:pathLst>
                <a:path extrusionOk="0" h="9961" w="9962">
                  <a:moveTo>
                    <a:pt x="4981" y="1"/>
                  </a:moveTo>
                  <a:cubicBezTo>
                    <a:pt x="4160" y="1"/>
                    <a:pt x="3345" y="204"/>
                    <a:pt x="2627" y="590"/>
                  </a:cubicBezTo>
                  <a:cubicBezTo>
                    <a:pt x="2554" y="629"/>
                    <a:pt x="2528" y="718"/>
                    <a:pt x="2567" y="790"/>
                  </a:cubicBezTo>
                  <a:cubicBezTo>
                    <a:pt x="2593" y="840"/>
                    <a:pt x="2644" y="868"/>
                    <a:pt x="2697" y="868"/>
                  </a:cubicBezTo>
                  <a:cubicBezTo>
                    <a:pt x="2720" y="868"/>
                    <a:pt x="2745" y="862"/>
                    <a:pt x="2767" y="850"/>
                  </a:cubicBezTo>
                  <a:cubicBezTo>
                    <a:pt x="3441" y="486"/>
                    <a:pt x="4209" y="296"/>
                    <a:pt x="4981" y="296"/>
                  </a:cubicBezTo>
                  <a:cubicBezTo>
                    <a:pt x="7564" y="296"/>
                    <a:pt x="9666" y="2397"/>
                    <a:pt x="9666" y="4981"/>
                  </a:cubicBezTo>
                  <a:cubicBezTo>
                    <a:pt x="9666" y="7565"/>
                    <a:pt x="7564" y="9666"/>
                    <a:pt x="4981" y="9666"/>
                  </a:cubicBezTo>
                  <a:cubicBezTo>
                    <a:pt x="2397" y="9666"/>
                    <a:pt x="296" y="7565"/>
                    <a:pt x="296" y="4981"/>
                  </a:cubicBezTo>
                  <a:cubicBezTo>
                    <a:pt x="296" y="3699"/>
                    <a:pt x="803" y="2500"/>
                    <a:pt x="1728" y="1610"/>
                  </a:cubicBezTo>
                  <a:cubicBezTo>
                    <a:pt x="1787" y="1552"/>
                    <a:pt x="1788" y="1459"/>
                    <a:pt x="1732" y="1400"/>
                  </a:cubicBezTo>
                  <a:cubicBezTo>
                    <a:pt x="1704" y="1369"/>
                    <a:pt x="1665" y="1354"/>
                    <a:pt x="1625" y="1354"/>
                  </a:cubicBezTo>
                  <a:cubicBezTo>
                    <a:pt x="1588" y="1354"/>
                    <a:pt x="1551" y="1368"/>
                    <a:pt x="1522" y="1395"/>
                  </a:cubicBezTo>
                  <a:cubicBezTo>
                    <a:pt x="1046" y="1854"/>
                    <a:pt x="671" y="2396"/>
                    <a:pt x="410" y="2998"/>
                  </a:cubicBezTo>
                  <a:cubicBezTo>
                    <a:pt x="137" y="3625"/>
                    <a:pt x="0" y="4290"/>
                    <a:pt x="0" y="4980"/>
                  </a:cubicBezTo>
                  <a:cubicBezTo>
                    <a:pt x="0" y="6310"/>
                    <a:pt x="518" y="7560"/>
                    <a:pt x="1460" y="8500"/>
                  </a:cubicBezTo>
                  <a:cubicBezTo>
                    <a:pt x="2402" y="9442"/>
                    <a:pt x="3650" y="9960"/>
                    <a:pt x="4981" y="9960"/>
                  </a:cubicBezTo>
                  <a:cubicBezTo>
                    <a:pt x="6311" y="9960"/>
                    <a:pt x="7563" y="9442"/>
                    <a:pt x="8503" y="8500"/>
                  </a:cubicBezTo>
                  <a:cubicBezTo>
                    <a:pt x="9445" y="7559"/>
                    <a:pt x="9961" y="6310"/>
                    <a:pt x="9961" y="4980"/>
                  </a:cubicBezTo>
                  <a:cubicBezTo>
                    <a:pt x="9961" y="3649"/>
                    <a:pt x="9443" y="2401"/>
                    <a:pt x="8503" y="1460"/>
                  </a:cubicBezTo>
                  <a:cubicBezTo>
                    <a:pt x="7561" y="519"/>
                    <a:pt x="6311" y="1"/>
                    <a:pt x="498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08" name="Google Shape;1908;g39de3837a1a_0_120"/>
          <p:cNvGrpSpPr/>
          <p:nvPr/>
        </p:nvGrpSpPr>
        <p:grpSpPr>
          <a:xfrm>
            <a:off x="4839305" y="4435197"/>
            <a:ext cx="269074" cy="268398"/>
            <a:chOff x="5111805" y="1309922"/>
            <a:chExt cx="269074" cy="268398"/>
          </a:xfrm>
        </p:grpSpPr>
        <p:sp>
          <p:nvSpPr>
            <p:cNvPr id="1909" name="Google Shape;1909;g39de3837a1a_0_120"/>
            <p:cNvSpPr/>
            <p:nvPr/>
          </p:nvSpPr>
          <p:spPr>
            <a:xfrm>
              <a:off x="5111805" y="1309922"/>
              <a:ext cx="269074" cy="268398"/>
            </a:xfrm>
            <a:custGeom>
              <a:rect b="b" l="l" r="r" t="t"/>
              <a:pathLst>
                <a:path extrusionOk="0" h="9937" w="9962">
                  <a:moveTo>
                    <a:pt x="3711" y="299"/>
                  </a:moveTo>
                  <a:lnTo>
                    <a:pt x="3711" y="900"/>
                  </a:lnTo>
                  <a:lnTo>
                    <a:pt x="2052" y="900"/>
                  </a:lnTo>
                  <a:lnTo>
                    <a:pt x="2052" y="299"/>
                  </a:lnTo>
                  <a:close/>
                  <a:moveTo>
                    <a:pt x="5157" y="2092"/>
                  </a:moveTo>
                  <a:lnTo>
                    <a:pt x="5157" y="2788"/>
                  </a:lnTo>
                  <a:lnTo>
                    <a:pt x="4527" y="2788"/>
                  </a:lnTo>
                  <a:lnTo>
                    <a:pt x="4527" y="2637"/>
                  </a:lnTo>
                  <a:cubicBezTo>
                    <a:pt x="4527" y="2556"/>
                    <a:pt x="4461" y="2489"/>
                    <a:pt x="4379" y="2489"/>
                  </a:cubicBezTo>
                  <a:cubicBezTo>
                    <a:pt x="4298" y="2489"/>
                    <a:pt x="4231" y="2556"/>
                    <a:pt x="4231" y="2637"/>
                  </a:cubicBezTo>
                  <a:lnTo>
                    <a:pt x="4231" y="2934"/>
                  </a:lnTo>
                  <a:lnTo>
                    <a:pt x="4231" y="7930"/>
                  </a:lnTo>
                  <a:lnTo>
                    <a:pt x="4231" y="8229"/>
                  </a:lnTo>
                  <a:cubicBezTo>
                    <a:pt x="4231" y="8310"/>
                    <a:pt x="4298" y="8377"/>
                    <a:pt x="4379" y="8377"/>
                  </a:cubicBezTo>
                  <a:cubicBezTo>
                    <a:pt x="4461" y="8377"/>
                    <a:pt x="4527" y="8310"/>
                    <a:pt x="4527" y="8229"/>
                  </a:cubicBezTo>
                  <a:lnTo>
                    <a:pt x="4527" y="8078"/>
                  </a:lnTo>
                  <a:lnTo>
                    <a:pt x="5157" y="8078"/>
                  </a:lnTo>
                  <a:lnTo>
                    <a:pt x="5157" y="8746"/>
                  </a:lnTo>
                  <a:lnTo>
                    <a:pt x="544" y="8746"/>
                  </a:lnTo>
                  <a:lnTo>
                    <a:pt x="544" y="2092"/>
                  </a:lnTo>
                  <a:close/>
                  <a:moveTo>
                    <a:pt x="5404" y="9042"/>
                  </a:moveTo>
                  <a:lnTo>
                    <a:pt x="5404" y="9644"/>
                  </a:lnTo>
                  <a:lnTo>
                    <a:pt x="295" y="9644"/>
                  </a:lnTo>
                  <a:lnTo>
                    <a:pt x="295" y="9042"/>
                  </a:lnTo>
                  <a:close/>
                  <a:moveTo>
                    <a:pt x="1904" y="0"/>
                  </a:moveTo>
                  <a:cubicBezTo>
                    <a:pt x="1823" y="0"/>
                    <a:pt x="1756" y="67"/>
                    <a:pt x="1756" y="148"/>
                  </a:cubicBezTo>
                  <a:lnTo>
                    <a:pt x="1756" y="899"/>
                  </a:lnTo>
                  <a:lnTo>
                    <a:pt x="1585" y="899"/>
                  </a:lnTo>
                  <a:cubicBezTo>
                    <a:pt x="1504" y="899"/>
                    <a:pt x="1437" y="964"/>
                    <a:pt x="1437" y="1046"/>
                  </a:cubicBezTo>
                  <a:cubicBezTo>
                    <a:pt x="1437" y="1127"/>
                    <a:pt x="1504" y="1194"/>
                    <a:pt x="1585" y="1194"/>
                  </a:cubicBezTo>
                  <a:lnTo>
                    <a:pt x="5406" y="1194"/>
                  </a:lnTo>
                  <a:lnTo>
                    <a:pt x="5406" y="1795"/>
                  </a:lnTo>
                  <a:lnTo>
                    <a:pt x="296" y="1795"/>
                  </a:lnTo>
                  <a:lnTo>
                    <a:pt x="296" y="1194"/>
                  </a:lnTo>
                  <a:lnTo>
                    <a:pt x="565" y="1194"/>
                  </a:lnTo>
                  <a:cubicBezTo>
                    <a:pt x="646" y="1194"/>
                    <a:pt x="713" y="1127"/>
                    <a:pt x="713" y="1046"/>
                  </a:cubicBezTo>
                  <a:cubicBezTo>
                    <a:pt x="713" y="964"/>
                    <a:pt x="646" y="899"/>
                    <a:pt x="565" y="899"/>
                  </a:cubicBezTo>
                  <a:lnTo>
                    <a:pt x="148" y="899"/>
                  </a:lnTo>
                  <a:cubicBezTo>
                    <a:pt x="67" y="899"/>
                    <a:pt x="1" y="964"/>
                    <a:pt x="1" y="1046"/>
                  </a:cubicBezTo>
                  <a:lnTo>
                    <a:pt x="1" y="1943"/>
                  </a:lnTo>
                  <a:cubicBezTo>
                    <a:pt x="1" y="2024"/>
                    <a:pt x="67" y="2091"/>
                    <a:pt x="148" y="2091"/>
                  </a:cubicBezTo>
                  <a:lnTo>
                    <a:pt x="250" y="2091"/>
                  </a:lnTo>
                  <a:lnTo>
                    <a:pt x="250" y="8744"/>
                  </a:lnTo>
                  <a:lnTo>
                    <a:pt x="148" y="8744"/>
                  </a:lnTo>
                  <a:cubicBezTo>
                    <a:pt x="67" y="8744"/>
                    <a:pt x="1" y="8810"/>
                    <a:pt x="1" y="8892"/>
                  </a:cubicBezTo>
                  <a:lnTo>
                    <a:pt x="1" y="9789"/>
                  </a:lnTo>
                  <a:cubicBezTo>
                    <a:pt x="1" y="9871"/>
                    <a:pt x="67" y="9937"/>
                    <a:pt x="148" y="9937"/>
                  </a:cubicBezTo>
                  <a:lnTo>
                    <a:pt x="5554" y="9937"/>
                  </a:lnTo>
                  <a:cubicBezTo>
                    <a:pt x="5635" y="9937"/>
                    <a:pt x="5702" y="9871"/>
                    <a:pt x="5702" y="9789"/>
                  </a:cubicBezTo>
                  <a:lnTo>
                    <a:pt x="5702" y="8892"/>
                  </a:lnTo>
                  <a:cubicBezTo>
                    <a:pt x="5702" y="8810"/>
                    <a:pt x="5635" y="8744"/>
                    <a:pt x="5554" y="8744"/>
                  </a:cubicBezTo>
                  <a:lnTo>
                    <a:pt x="5453" y="8744"/>
                  </a:lnTo>
                  <a:lnTo>
                    <a:pt x="5453" y="8077"/>
                  </a:lnTo>
                  <a:lnTo>
                    <a:pt x="7565" y="8077"/>
                  </a:lnTo>
                  <a:cubicBezTo>
                    <a:pt x="7641" y="8077"/>
                    <a:pt x="7703" y="8021"/>
                    <a:pt x="7711" y="7946"/>
                  </a:cubicBezTo>
                  <a:cubicBezTo>
                    <a:pt x="7837" y="6846"/>
                    <a:pt x="8729" y="5958"/>
                    <a:pt x="9829" y="5835"/>
                  </a:cubicBezTo>
                  <a:cubicBezTo>
                    <a:pt x="9904" y="5828"/>
                    <a:pt x="9960" y="5764"/>
                    <a:pt x="9960" y="5689"/>
                  </a:cubicBezTo>
                  <a:lnTo>
                    <a:pt x="9960" y="2934"/>
                  </a:lnTo>
                  <a:cubicBezTo>
                    <a:pt x="9962" y="2853"/>
                    <a:pt x="9896" y="2788"/>
                    <a:pt x="9815" y="2788"/>
                  </a:cubicBezTo>
                  <a:lnTo>
                    <a:pt x="9079" y="2788"/>
                  </a:lnTo>
                  <a:cubicBezTo>
                    <a:pt x="8998" y="2788"/>
                    <a:pt x="8931" y="2853"/>
                    <a:pt x="8931" y="2936"/>
                  </a:cubicBezTo>
                  <a:cubicBezTo>
                    <a:pt x="8931" y="3017"/>
                    <a:pt x="8998" y="3084"/>
                    <a:pt x="9079" y="3084"/>
                  </a:cubicBezTo>
                  <a:lnTo>
                    <a:pt x="9669" y="3084"/>
                  </a:lnTo>
                  <a:lnTo>
                    <a:pt x="9669" y="5563"/>
                  </a:lnTo>
                  <a:cubicBezTo>
                    <a:pt x="9115" y="5653"/>
                    <a:pt x="8597" y="5916"/>
                    <a:pt x="8197" y="6315"/>
                  </a:cubicBezTo>
                  <a:cubicBezTo>
                    <a:pt x="7795" y="6713"/>
                    <a:pt x="7530" y="7232"/>
                    <a:pt x="7439" y="7784"/>
                  </a:cubicBezTo>
                  <a:lnTo>
                    <a:pt x="4528" y="7784"/>
                  </a:lnTo>
                  <a:lnTo>
                    <a:pt x="4528" y="3081"/>
                  </a:lnTo>
                  <a:lnTo>
                    <a:pt x="7840" y="3081"/>
                  </a:lnTo>
                  <a:cubicBezTo>
                    <a:pt x="7921" y="3081"/>
                    <a:pt x="7988" y="3015"/>
                    <a:pt x="7988" y="2933"/>
                  </a:cubicBezTo>
                  <a:cubicBezTo>
                    <a:pt x="7988" y="2852"/>
                    <a:pt x="7921" y="2785"/>
                    <a:pt x="7840" y="2785"/>
                  </a:cubicBezTo>
                  <a:lnTo>
                    <a:pt x="5453" y="2785"/>
                  </a:lnTo>
                  <a:lnTo>
                    <a:pt x="5453" y="2091"/>
                  </a:lnTo>
                  <a:lnTo>
                    <a:pt x="5554" y="2091"/>
                  </a:lnTo>
                  <a:cubicBezTo>
                    <a:pt x="5636" y="2091"/>
                    <a:pt x="5702" y="2024"/>
                    <a:pt x="5702" y="1943"/>
                  </a:cubicBezTo>
                  <a:lnTo>
                    <a:pt x="5702" y="1046"/>
                  </a:lnTo>
                  <a:cubicBezTo>
                    <a:pt x="5702" y="964"/>
                    <a:pt x="5636" y="899"/>
                    <a:pt x="5554" y="899"/>
                  </a:cubicBezTo>
                  <a:lnTo>
                    <a:pt x="4007" y="899"/>
                  </a:lnTo>
                  <a:lnTo>
                    <a:pt x="4007" y="148"/>
                  </a:lnTo>
                  <a:cubicBezTo>
                    <a:pt x="4007" y="67"/>
                    <a:pt x="3941" y="0"/>
                    <a:pt x="38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0" name="Google Shape;1910;g39de3837a1a_0_120"/>
            <p:cNvSpPr/>
            <p:nvPr/>
          </p:nvSpPr>
          <p:spPr>
            <a:xfrm>
              <a:off x="5272487" y="1401944"/>
              <a:ext cx="25957" cy="26011"/>
            </a:xfrm>
            <a:custGeom>
              <a:rect b="b" l="l" r="r" t="t"/>
              <a:pathLst>
                <a:path extrusionOk="0" h="963" w="961">
                  <a:moveTo>
                    <a:pt x="665" y="296"/>
                  </a:moveTo>
                  <a:lnTo>
                    <a:pt x="665" y="667"/>
                  </a:lnTo>
                  <a:lnTo>
                    <a:pt x="296" y="667"/>
                  </a:lnTo>
                  <a:lnTo>
                    <a:pt x="296" y="296"/>
                  </a:lnTo>
                  <a:close/>
                  <a:moveTo>
                    <a:pt x="148" y="0"/>
                  </a:moveTo>
                  <a:cubicBezTo>
                    <a:pt x="65" y="0"/>
                    <a:pt x="0" y="67"/>
                    <a:pt x="0" y="148"/>
                  </a:cubicBezTo>
                  <a:lnTo>
                    <a:pt x="0" y="814"/>
                  </a:lnTo>
                  <a:cubicBezTo>
                    <a:pt x="0" y="895"/>
                    <a:pt x="65" y="962"/>
                    <a:pt x="148" y="962"/>
                  </a:cubicBezTo>
                  <a:lnTo>
                    <a:pt x="813" y="962"/>
                  </a:lnTo>
                  <a:cubicBezTo>
                    <a:pt x="895" y="962"/>
                    <a:pt x="960" y="895"/>
                    <a:pt x="960" y="814"/>
                  </a:cubicBezTo>
                  <a:lnTo>
                    <a:pt x="960" y="148"/>
                  </a:lnTo>
                  <a:cubicBezTo>
                    <a:pt x="960" y="67"/>
                    <a:pt x="895" y="0"/>
                    <a:pt x="81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1" name="Google Shape;1911;g39de3837a1a_0_120"/>
            <p:cNvSpPr/>
            <p:nvPr/>
          </p:nvSpPr>
          <p:spPr>
            <a:xfrm>
              <a:off x="5239481" y="1401944"/>
              <a:ext cx="25957" cy="26011"/>
            </a:xfrm>
            <a:custGeom>
              <a:rect b="b" l="l" r="r" t="t"/>
              <a:pathLst>
                <a:path extrusionOk="0" h="963" w="961">
                  <a:moveTo>
                    <a:pt x="668" y="296"/>
                  </a:moveTo>
                  <a:lnTo>
                    <a:pt x="668" y="667"/>
                  </a:lnTo>
                  <a:lnTo>
                    <a:pt x="298" y="667"/>
                  </a:lnTo>
                  <a:lnTo>
                    <a:pt x="298" y="296"/>
                  </a:lnTo>
                  <a:close/>
                  <a:moveTo>
                    <a:pt x="148" y="0"/>
                  </a:moveTo>
                  <a:cubicBezTo>
                    <a:pt x="66" y="0"/>
                    <a:pt x="0" y="67"/>
                    <a:pt x="0" y="148"/>
                  </a:cubicBezTo>
                  <a:lnTo>
                    <a:pt x="0" y="814"/>
                  </a:lnTo>
                  <a:cubicBezTo>
                    <a:pt x="0" y="895"/>
                    <a:pt x="66" y="962"/>
                    <a:pt x="148" y="962"/>
                  </a:cubicBezTo>
                  <a:lnTo>
                    <a:pt x="813" y="962"/>
                  </a:lnTo>
                  <a:cubicBezTo>
                    <a:pt x="895" y="962"/>
                    <a:pt x="961" y="895"/>
                    <a:pt x="961" y="814"/>
                  </a:cubicBezTo>
                  <a:lnTo>
                    <a:pt x="961" y="148"/>
                  </a:lnTo>
                  <a:cubicBezTo>
                    <a:pt x="961" y="67"/>
                    <a:pt x="895" y="0"/>
                    <a:pt x="81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2" name="Google Shape;1912;g39de3837a1a_0_120"/>
            <p:cNvSpPr/>
            <p:nvPr/>
          </p:nvSpPr>
          <p:spPr>
            <a:xfrm>
              <a:off x="5270866" y="1480272"/>
              <a:ext cx="26011" cy="25957"/>
            </a:xfrm>
            <a:custGeom>
              <a:rect b="b" l="l" r="r" t="t"/>
              <a:pathLst>
                <a:path extrusionOk="0" h="961" w="963">
                  <a:moveTo>
                    <a:pt x="667" y="296"/>
                  </a:moveTo>
                  <a:lnTo>
                    <a:pt x="667" y="665"/>
                  </a:lnTo>
                  <a:lnTo>
                    <a:pt x="297" y="665"/>
                  </a:lnTo>
                  <a:lnTo>
                    <a:pt x="297" y="296"/>
                  </a:lnTo>
                  <a:close/>
                  <a:moveTo>
                    <a:pt x="149" y="0"/>
                  </a:moveTo>
                  <a:cubicBezTo>
                    <a:pt x="68" y="0"/>
                    <a:pt x="1" y="65"/>
                    <a:pt x="1" y="148"/>
                  </a:cubicBezTo>
                  <a:lnTo>
                    <a:pt x="1" y="812"/>
                  </a:lnTo>
                  <a:cubicBezTo>
                    <a:pt x="1" y="895"/>
                    <a:pt x="68" y="960"/>
                    <a:pt x="149" y="960"/>
                  </a:cubicBezTo>
                  <a:lnTo>
                    <a:pt x="815" y="960"/>
                  </a:lnTo>
                  <a:cubicBezTo>
                    <a:pt x="896" y="960"/>
                    <a:pt x="963" y="895"/>
                    <a:pt x="963" y="812"/>
                  </a:cubicBezTo>
                  <a:lnTo>
                    <a:pt x="963" y="148"/>
                  </a:lnTo>
                  <a:cubicBezTo>
                    <a:pt x="963" y="64"/>
                    <a:pt x="896" y="0"/>
                    <a:pt x="81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3" name="Google Shape;1913;g39de3837a1a_0_120"/>
            <p:cNvSpPr/>
            <p:nvPr/>
          </p:nvSpPr>
          <p:spPr>
            <a:xfrm>
              <a:off x="5239481" y="1480272"/>
              <a:ext cx="25957" cy="25957"/>
            </a:xfrm>
            <a:custGeom>
              <a:rect b="b" l="l" r="r" t="t"/>
              <a:pathLst>
                <a:path extrusionOk="0" h="961" w="961">
                  <a:moveTo>
                    <a:pt x="668" y="296"/>
                  </a:moveTo>
                  <a:lnTo>
                    <a:pt x="668" y="665"/>
                  </a:lnTo>
                  <a:lnTo>
                    <a:pt x="298" y="665"/>
                  </a:lnTo>
                  <a:lnTo>
                    <a:pt x="298" y="296"/>
                  </a:lnTo>
                  <a:close/>
                  <a:moveTo>
                    <a:pt x="148" y="0"/>
                  </a:moveTo>
                  <a:cubicBezTo>
                    <a:pt x="66" y="0"/>
                    <a:pt x="0" y="65"/>
                    <a:pt x="0" y="148"/>
                  </a:cubicBezTo>
                  <a:lnTo>
                    <a:pt x="0" y="812"/>
                  </a:lnTo>
                  <a:cubicBezTo>
                    <a:pt x="0" y="895"/>
                    <a:pt x="66" y="960"/>
                    <a:pt x="148" y="960"/>
                  </a:cubicBezTo>
                  <a:lnTo>
                    <a:pt x="813" y="960"/>
                  </a:lnTo>
                  <a:cubicBezTo>
                    <a:pt x="895" y="960"/>
                    <a:pt x="961" y="895"/>
                    <a:pt x="961" y="812"/>
                  </a:cubicBezTo>
                  <a:lnTo>
                    <a:pt x="961" y="148"/>
                  </a:lnTo>
                  <a:cubicBezTo>
                    <a:pt x="961" y="64"/>
                    <a:pt x="895" y="0"/>
                    <a:pt x="81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4" name="Google Shape;1914;g39de3837a1a_0_120"/>
            <p:cNvSpPr/>
            <p:nvPr/>
          </p:nvSpPr>
          <p:spPr>
            <a:xfrm>
              <a:off x="5305898" y="1401944"/>
              <a:ext cx="25957" cy="26011"/>
            </a:xfrm>
            <a:custGeom>
              <a:rect b="b" l="l" r="r" t="t"/>
              <a:pathLst>
                <a:path extrusionOk="0" h="963" w="961">
                  <a:moveTo>
                    <a:pt x="668" y="296"/>
                  </a:moveTo>
                  <a:lnTo>
                    <a:pt x="668" y="667"/>
                  </a:lnTo>
                  <a:lnTo>
                    <a:pt x="298" y="667"/>
                  </a:lnTo>
                  <a:lnTo>
                    <a:pt x="298" y="296"/>
                  </a:lnTo>
                  <a:close/>
                  <a:moveTo>
                    <a:pt x="148" y="0"/>
                  </a:moveTo>
                  <a:cubicBezTo>
                    <a:pt x="66" y="0"/>
                    <a:pt x="0" y="67"/>
                    <a:pt x="0" y="148"/>
                  </a:cubicBezTo>
                  <a:lnTo>
                    <a:pt x="0" y="814"/>
                  </a:lnTo>
                  <a:cubicBezTo>
                    <a:pt x="0" y="895"/>
                    <a:pt x="66" y="962"/>
                    <a:pt x="148" y="962"/>
                  </a:cubicBezTo>
                  <a:lnTo>
                    <a:pt x="813" y="962"/>
                  </a:lnTo>
                  <a:cubicBezTo>
                    <a:pt x="895" y="962"/>
                    <a:pt x="961" y="895"/>
                    <a:pt x="961" y="814"/>
                  </a:cubicBezTo>
                  <a:lnTo>
                    <a:pt x="961" y="148"/>
                  </a:lnTo>
                  <a:cubicBezTo>
                    <a:pt x="961" y="67"/>
                    <a:pt x="895" y="0"/>
                    <a:pt x="81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5" name="Google Shape;1915;g39de3837a1a_0_120"/>
            <p:cNvSpPr/>
            <p:nvPr/>
          </p:nvSpPr>
          <p:spPr>
            <a:xfrm>
              <a:off x="5339876" y="1401944"/>
              <a:ext cx="25984" cy="26011"/>
            </a:xfrm>
            <a:custGeom>
              <a:rect b="b" l="l" r="r" t="t"/>
              <a:pathLst>
                <a:path extrusionOk="0" h="963" w="962">
                  <a:moveTo>
                    <a:pt x="666" y="296"/>
                  </a:moveTo>
                  <a:lnTo>
                    <a:pt x="666" y="667"/>
                  </a:lnTo>
                  <a:lnTo>
                    <a:pt x="297" y="667"/>
                  </a:lnTo>
                  <a:lnTo>
                    <a:pt x="297" y="296"/>
                  </a:lnTo>
                  <a:close/>
                  <a:moveTo>
                    <a:pt x="149" y="0"/>
                  </a:moveTo>
                  <a:cubicBezTo>
                    <a:pt x="67" y="0"/>
                    <a:pt x="0" y="67"/>
                    <a:pt x="0" y="148"/>
                  </a:cubicBezTo>
                  <a:lnTo>
                    <a:pt x="0" y="814"/>
                  </a:lnTo>
                  <a:cubicBezTo>
                    <a:pt x="0" y="895"/>
                    <a:pt x="67" y="962"/>
                    <a:pt x="149" y="962"/>
                  </a:cubicBezTo>
                  <a:lnTo>
                    <a:pt x="814" y="962"/>
                  </a:lnTo>
                  <a:cubicBezTo>
                    <a:pt x="897" y="962"/>
                    <a:pt x="962" y="895"/>
                    <a:pt x="962" y="814"/>
                  </a:cubicBezTo>
                  <a:lnTo>
                    <a:pt x="962" y="148"/>
                  </a:lnTo>
                  <a:cubicBezTo>
                    <a:pt x="962" y="67"/>
                    <a:pt x="895" y="0"/>
                    <a:pt x="81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6" name="Google Shape;1916;g39de3837a1a_0_120"/>
            <p:cNvSpPr/>
            <p:nvPr/>
          </p:nvSpPr>
          <p:spPr>
            <a:xfrm>
              <a:off x="5138788" y="1380498"/>
              <a:ext cx="31656" cy="102260"/>
            </a:xfrm>
            <a:custGeom>
              <a:rect b="b" l="l" r="r" t="t"/>
              <a:pathLst>
                <a:path extrusionOk="0" h="3786" w="1172">
                  <a:moveTo>
                    <a:pt x="149" y="1"/>
                  </a:moveTo>
                  <a:cubicBezTo>
                    <a:pt x="66" y="1"/>
                    <a:pt x="1" y="68"/>
                    <a:pt x="1" y="149"/>
                  </a:cubicBezTo>
                  <a:lnTo>
                    <a:pt x="1" y="3638"/>
                  </a:lnTo>
                  <a:cubicBezTo>
                    <a:pt x="1" y="3719"/>
                    <a:pt x="66" y="3786"/>
                    <a:pt x="149" y="3786"/>
                  </a:cubicBezTo>
                  <a:lnTo>
                    <a:pt x="1023" y="3786"/>
                  </a:lnTo>
                  <a:cubicBezTo>
                    <a:pt x="1106" y="3786"/>
                    <a:pt x="1171" y="3719"/>
                    <a:pt x="1171" y="3638"/>
                  </a:cubicBezTo>
                  <a:lnTo>
                    <a:pt x="1171" y="1478"/>
                  </a:lnTo>
                  <a:cubicBezTo>
                    <a:pt x="1171" y="1397"/>
                    <a:pt x="1106" y="1330"/>
                    <a:pt x="1023" y="1330"/>
                  </a:cubicBezTo>
                  <a:cubicBezTo>
                    <a:pt x="942" y="1330"/>
                    <a:pt x="875" y="1397"/>
                    <a:pt x="875" y="1478"/>
                  </a:cubicBezTo>
                  <a:lnTo>
                    <a:pt x="875" y="3490"/>
                  </a:lnTo>
                  <a:lnTo>
                    <a:pt x="296" y="3490"/>
                  </a:lnTo>
                  <a:lnTo>
                    <a:pt x="296" y="296"/>
                  </a:lnTo>
                  <a:lnTo>
                    <a:pt x="875" y="296"/>
                  </a:lnTo>
                  <a:lnTo>
                    <a:pt x="875" y="480"/>
                  </a:lnTo>
                  <a:cubicBezTo>
                    <a:pt x="875" y="561"/>
                    <a:pt x="942" y="628"/>
                    <a:pt x="1023" y="628"/>
                  </a:cubicBezTo>
                  <a:cubicBezTo>
                    <a:pt x="1106" y="628"/>
                    <a:pt x="1171" y="561"/>
                    <a:pt x="1171" y="480"/>
                  </a:cubicBezTo>
                  <a:lnTo>
                    <a:pt x="1171" y="149"/>
                  </a:lnTo>
                  <a:cubicBezTo>
                    <a:pt x="1171" y="68"/>
                    <a:pt x="1106" y="1"/>
                    <a:pt x="102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7" name="Google Shape;1917;g39de3837a1a_0_120"/>
            <p:cNvSpPr/>
            <p:nvPr/>
          </p:nvSpPr>
          <p:spPr>
            <a:xfrm>
              <a:off x="5138788" y="1501691"/>
              <a:ext cx="31656" cy="33708"/>
            </a:xfrm>
            <a:custGeom>
              <a:rect b="b" l="l" r="r" t="t"/>
              <a:pathLst>
                <a:path extrusionOk="0" h="1248" w="1172">
                  <a:moveTo>
                    <a:pt x="875" y="295"/>
                  </a:moveTo>
                  <a:lnTo>
                    <a:pt x="875" y="950"/>
                  </a:lnTo>
                  <a:lnTo>
                    <a:pt x="296" y="950"/>
                  </a:lnTo>
                  <a:lnTo>
                    <a:pt x="296" y="295"/>
                  </a:lnTo>
                  <a:close/>
                  <a:moveTo>
                    <a:pt x="149" y="1"/>
                  </a:moveTo>
                  <a:cubicBezTo>
                    <a:pt x="66" y="1"/>
                    <a:pt x="1" y="66"/>
                    <a:pt x="1" y="149"/>
                  </a:cubicBezTo>
                  <a:lnTo>
                    <a:pt x="1" y="1100"/>
                  </a:lnTo>
                  <a:cubicBezTo>
                    <a:pt x="1" y="1182"/>
                    <a:pt x="66" y="1248"/>
                    <a:pt x="149" y="1248"/>
                  </a:cubicBezTo>
                  <a:lnTo>
                    <a:pt x="1023" y="1248"/>
                  </a:lnTo>
                  <a:cubicBezTo>
                    <a:pt x="1106" y="1248"/>
                    <a:pt x="1171" y="1182"/>
                    <a:pt x="1171" y="1100"/>
                  </a:cubicBezTo>
                  <a:lnTo>
                    <a:pt x="1171" y="149"/>
                  </a:lnTo>
                  <a:cubicBezTo>
                    <a:pt x="1171" y="66"/>
                    <a:pt x="1106" y="1"/>
                    <a:pt x="102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18" name="Google Shape;1918;g39de3837a1a_0_120"/>
          <p:cNvGrpSpPr/>
          <p:nvPr/>
        </p:nvGrpSpPr>
        <p:grpSpPr>
          <a:xfrm>
            <a:off x="4202791" y="4434900"/>
            <a:ext cx="183074" cy="269074"/>
            <a:chOff x="4475291" y="1309625"/>
            <a:chExt cx="183074" cy="269074"/>
          </a:xfrm>
        </p:grpSpPr>
        <p:sp>
          <p:nvSpPr>
            <p:cNvPr id="1919" name="Google Shape;1919;g39de3837a1a_0_120"/>
            <p:cNvSpPr/>
            <p:nvPr/>
          </p:nvSpPr>
          <p:spPr>
            <a:xfrm>
              <a:off x="4475291" y="1309625"/>
              <a:ext cx="183074" cy="269074"/>
            </a:xfrm>
            <a:custGeom>
              <a:rect b="b" l="l" r="r" t="t"/>
              <a:pathLst>
                <a:path extrusionOk="0" h="9962" w="6778">
                  <a:moveTo>
                    <a:pt x="5585" y="296"/>
                  </a:moveTo>
                  <a:cubicBezTo>
                    <a:pt x="5515" y="399"/>
                    <a:pt x="5472" y="520"/>
                    <a:pt x="5462" y="648"/>
                  </a:cubicBezTo>
                  <a:lnTo>
                    <a:pt x="5389" y="1518"/>
                  </a:lnTo>
                  <a:lnTo>
                    <a:pt x="5162" y="1518"/>
                  </a:lnTo>
                  <a:lnTo>
                    <a:pt x="5162" y="296"/>
                  </a:lnTo>
                  <a:close/>
                  <a:moveTo>
                    <a:pt x="2986" y="2905"/>
                  </a:moveTo>
                  <a:lnTo>
                    <a:pt x="2986" y="2994"/>
                  </a:lnTo>
                  <a:lnTo>
                    <a:pt x="2293" y="2994"/>
                  </a:lnTo>
                  <a:lnTo>
                    <a:pt x="2293" y="2905"/>
                  </a:lnTo>
                  <a:close/>
                  <a:moveTo>
                    <a:pt x="6120" y="297"/>
                  </a:moveTo>
                  <a:cubicBezTo>
                    <a:pt x="6128" y="297"/>
                    <a:pt x="6137" y="297"/>
                    <a:pt x="6146" y="298"/>
                  </a:cubicBezTo>
                  <a:cubicBezTo>
                    <a:pt x="6237" y="306"/>
                    <a:pt x="6320" y="355"/>
                    <a:pt x="6381" y="433"/>
                  </a:cubicBezTo>
                  <a:cubicBezTo>
                    <a:pt x="6447" y="516"/>
                    <a:pt x="6476" y="623"/>
                    <a:pt x="6466" y="734"/>
                  </a:cubicBezTo>
                  <a:lnTo>
                    <a:pt x="6270" y="3037"/>
                  </a:lnTo>
                  <a:lnTo>
                    <a:pt x="5556" y="3037"/>
                  </a:lnTo>
                  <a:lnTo>
                    <a:pt x="5756" y="674"/>
                  </a:lnTo>
                  <a:cubicBezTo>
                    <a:pt x="5766" y="562"/>
                    <a:pt x="5812" y="464"/>
                    <a:pt x="5890" y="391"/>
                  </a:cubicBezTo>
                  <a:cubicBezTo>
                    <a:pt x="5958" y="331"/>
                    <a:pt x="6037" y="297"/>
                    <a:pt x="6120" y="297"/>
                  </a:cubicBezTo>
                  <a:close/>
                  <a:moveTo>
                    <a:pt x="6202" y="3860"/>
                  </a:moveTo>
                  <a:lnTo>
                    <a:pt x="6122" y="4799"/>
                  </a:lnTo>
                  <a:lnTo>
                    <a:pt x="6122" y="4810"/>
                  </a:lnTo>
                  <a:lnTo>
                    <a:pt x="6122" y="4916"/>
                  </a:lnTo>
                  <a:cubicBezTo>
                    <a:pt x="5984" y="4802"/>
                    <a:pt x="5809" y="4734"/>
                    <a:pt x="5616" y="4734"/>
                  </a:cubicBezTo>
                  <a:lnTo>
                    <a:pt x="5412" y="4734"/>
                  </a:lnTo>
                  <a:lnTo>
                    <a:pt x="5486" y="3860"/>
                  </a:lnTo>
                  <a:close/>
                  <a:moveTo>
                    <a:pt x="5017" y="1"/>
                  </a:moveTo>
                  <a:cubicBezTo>
                    <a:pt x="4935" y="1"/>
                    <a:pt x="4869" y="66"/>
                    <a:pt x="4869" y="148"/>
                  </a:cubicBezTo>
                  <a:lnTo>
                    <a:pt x="4869" y="1666"/>
                  </a:lnTo>
                  <a:cubicBezTo>
                    <a:pt x="4869" y="1748"/>
                    <a:pt x="4935" y="1814"/>
                    <a:pt x="5017" y="1814"/>
                  </a:cubicBezTo>
                  <a:lnTo>
                    <a:pt x="5366" y="1814"/>
                  </a:lnTo>
                  <a:lnTo>
                    <a:pt x="5262" y="3037"/>
                  </a:lnTo>
                  <a:lnTo>
                    <a:pt x="4381" y="3037"/>
                  </a:lnTo>
                  <a:cubicBezTo>
                    <a:pt x="4300" y="3037"/>
                    <a:pt x="4233" y="3104"/>
                    <a:pt x="4233" y="3185"/>
                  </a:cubicBezTo>
                  <a:cubicBezTo>
                    <a:pt x="4233" y="3267"/>
                    <a:pt x="4298" y="3333"/>
                    <a:pt x="4381" y="3333"/>
                  </a:cubicBezTo>
                  <a:lnTo>
                    <a:pt x="6217" y="3333"/>
                  </a:lnTo>
                  <a:lnTo>
                    <a:pt x="6217" y="3569"/>
                  </a:lnTo>
                  <a:lnTo>
                    <a:pt x="2955" y="3569"/>
                  </a:lnTo>
                  <a:cubicBezTo>
                    <a:pt x="2754" y="3569"/>
                    <a:pt x="2592" y="3730"/>
                    <a:pt x="2592" y="3931"/>
                  </a:cubicBezTo>
                  <a:lnTo>
                    <a:pt x="2592" y="3937"/>
                  </a:lnTo>
                  <a:lnTo>
                    <a:pt x="2100" y="3937"/>
                  </a:lnTo>
                  <a:lnTo>
                    <a:pt x="2100" y="3333"/>
                  </a:lnTo>
                  <a:lnTo>
                    <a:pt x="3593" y="3333"/>
                  </a:lnTo>
                  <a:cubicBezTo>
                    <a:pt x="3674" y="3333"/>
                    <a:pt x="3741" y="3267"/>
                    <a:pt x="3741" y="3185"/>
                  </a:cubicBezTo>
                  <a:cubicBezTo>
                    <a:pt x="3741" y="3104"/>
                    <a:pt x="3674" y="3037"/>
                    <a:pt x="3593" y="3037"/>
                  </a:cubicBezTo>
                  <a:lnTo>
                    <a:pt x="3285" y="3037"/>
                  </a:lnTo>
                  <a:lnTo>
                    <a:pt x="3285" y="2760"/>
                  </a:lnTo>
                  <a:cubicBezTo>
                    <a:pt x="3285" y="2678"/>
                    <a:pt x="3219" y="2612"/>
                    <a:pt x="3137" y="2612"/>
                  </a:cubicBezTo>
                  <a:lnTo>
                    <a:pt x="2149" y="2612"/>
                  </a:lnTo>
                  <a:cubicBezTo>
                    <a:pt x="2068" y="2612"/>
                    <a:pt x="2001" y="2678"/>
                    <a:pt x="2001" y="2760"/>
                  </a:cubicBezTo>
                  <a:lnTo>
                    <a:pt x="2001" y="3037"/>
                  </a:lnTo>
                  <a:lnTo>
                    <a:pt x="1953" y="3037"/>
                  </a:lnTo>
                  <a:cubicBezTo>
                    <a:pt x="1870" y="3037"/>
                    <a:pt x="1805" y="3104"/>
                    <a:pt x="1805" y="3185"/>
                  </a:cubicBezTo>
                  <a:lnTo>
                    <a:pt x="1805" y="4085"/>
                  </a:lnTo>
                  <a:cubicBezTo>
                    <a:pt x="1805" y="4166"/>
                    <a:pt x="1870" y="4232"/>
                    <a:pt x="1953" y="4232"/>
                  </a:cubicBezTo>
                  <a:lnTo>
                    <a:pt x="2740" y="4232"/>
                  </a:lnTo>
                  <a:cubicBezTo>
                    <a:pt x="2823" y="4232"/>
                    <a:pt x="2888" y="4166"/>
                    <a:pt x="2888" y="4085"/>
                  </a:cubicBezTo>
                  <a:lnTo>
                    <a:pt x="2888" y="3931"/>
                  </a:lnTo>
                  <a:cubicBezTo>
                    <a:pt x="2888" y="3893"/>
                    <a:pt x="2918" y="3865"/>
                    <a:pt x="2955" y="3865"/>
                  </a:cubicBezTo>
                  <a:lnTo>
                    <a:pt x="5190" y="3865"/>
                  </a:lnTo>
                  <a:lnTo>
                    <a:pt x="5118" y="4715"/>
                  </a:lnTo>
                  <a:lnTo>
                    <a:pt x="5118" y="4738"/>
                  </a:lnTo>
                  <a:lnTo>
                    <a:pt x="2068" y="4738"/>
                  </a:lnTo>
                  <a:cubicBezTo>
                    <a:pt x="1985" y="4738"/>
                    <a:pt x="1920" y="4804"/>
                    <a:pt x="1920" y="4886"/>
                  </a:cubicBezTo>
                  <a:cubicBezTo>
                    <a:pt x="1920" y="4967"/>
                    <a:pt x="1985" y="5034"/>
                    <a:pt x="2068" y="5034"/>
                  </a:cubicBezTo>
                  <a:lnTo>
                    <a:pt x="5618" y="5034"/>
                  </a:lnTo>
                  <a:cubicBezTo>
                    <a:pt x="5897" y="5034"/>
                    <a:pt x="6124" y="5260"/>
                    <a:pt x="6124" y="5540"/>
                  </a:cubicBezTo>
                  <a:cubicBezTo>
                    <a:pt x="6124" y="5818"/>
                    <a:pt x="5898" y="6046"/>
                    <a:pt x="5618" y="6046"/>
                  </a:cubicBezTo>
                  <a:lnTo>
                    <a:pt x="802" y="6046"/>
                  </a:lnTo>
                  <a:cubicBezTo>
                    <a:pt x="524" y="6046"/>
                    <a:pt x="297" y="5820"/>
                    <a:pt x="297" y="5540"/>
                  </a:cubicBezTo>
                  <a:cubicBezTo>
                    <a:pt x="297" y="5260"/>
                    <a:pt x="522" y="5034"/>
                    <a:pt x="802" y="5034"/>
                  </a:cubicBezTo>
                  <a:lnTo>
                    <a:pt x="1188" y="5034"/>
                  </a:lnTo>
                  <a:cubicBezTo>
                    <a:pt x="1269" y="5034"/>
                    <a:pt x="1336" y="4967"/>
                    <a:pt x="1336" y="4886"/>
                  </a:cubicBezTo>
                  <a:cubicBezTo>
                    <a:pt x="1336" y="4804"/>
                    <a:pt x="1269" y="4738"/>
                    <a:pt x="1188" y="4738"/>
                  </a:cubicBezTo>
                  <a:lnTo>
                    <a:pt x="802" y="4738"/>
                  </a:lnTo>
                  <a:cubicBezTo>
                    <a:pt x="360" y="4738"/>
                    <a:pt x="1" y="5098"/>
                    <a:pt x="1" y="5540"/>
                  </a:cubicBezTo>
                  <a:cubicBezTo>
                    <a:pt x="1" y="5982"/>
                    <a:pt x="360" y="6341"/>
                    <a:pt x="802" y="6341"/>
                  </a:cubicBezTo>
                  <a:lnTo>
                    <a:pt x="5118" y="6341"/>
                  </a:lnTo>
                  <a:lnTo>
                    <a:pt x="5118" y="7138"/>
                  </a:lnTo>
                  <a:cubicBezTo>
                    <a:pt x="5118" y="7221"/>
                    <a:pt x="5184" y="7286"/>
                    <a:pt x="5266" y="7286"/>
                  </a:cubicBezTo>
                  <a:cubicBezTo>
                    <a:pt x="5347" y="7286"/>
                    <a:pt x="5414" y="7221"/>
                    <a:pt x="5414" y="7138"/>
                  </a:cubicBezTo>
                  <a:lnTo>
                    <a:pt x="5414" y="6341"/>
                  </a:lnTo>
                  <a:lnTo>
                    <a:pt x="5618" y="6341"/>
                  </a:lnTo>
                  <a:cubicBezTo>
                    <a:pt x="5808" y="6341"/>
                    <a:pt x="5985" y="6273"/>
                    <a:pt x="6124" y="6161"/>
                  </a:cubicBezTo>
                  <a:lnTo>
                    <a:pt x="6124" y="9671"/>
                  </a:lnTo>
                  <a:lnTo>
                    <a:pt x="2754" y="9671"/>
                  </a:lnTo>
                  <a:lnTo>
                    <a:pt x="2754" y="9604"/>
                  </a:lnTo>
                  <a:cubicBezTo>
                    <a:pt x="2754" y="9386"/>
                    <a:pt x="2932" y="9207"/>
                    <a:pt x="3151" y="9207"/>
                  </a:cubicBezTo>
                  <a:lnTo>
                    <a:pt x="4664" y="9207"/>
                  </a:lnTo>
                  <a:cubicBezTo>
                    <a:pt x="5076" y="9207"/>
                    <a:pt x="5414" y="8871"/>
                    <a:pt x="5414" y="8458"/>
                  </a:cubicBezTo>
                  <a:lnTo>
                    <a:pt x="5414" y="7867"/>
                  </a:lnTo>
                  <a:cubicBezTo>
                    <a:pt x="5414" y="7784"/>
                    <a:pt x="5347" y="7719"/>
                    <a:pt x="5266" y="7719"/>
                  </a:cubicBezTo>
                  <a:cubicBezTo>
                    <a:pt x="5184" y="7719"/>
                    <a:pt x="5118" y="7784"/>
                    <a:pt x="5118" y="7867"/>
                  </a:cubicBezTo>
                  <a:lnTo>
                    <a:pt x="5118" y="8458"/>
                  </a:lnTo>
                  <a:cubicBezTo>
                    <a:pt x="5118" y="8709"/>
                    <a:pt x="4913" y="8911"/>
                    <a:pt x="4664" y="8911"/>
                  </a:cubicBezTo>
                  <a:lnTo>
                    <a:pt x="3151" y="8911"/>
                  </a:lnTo>
                  <a:cubicBezTo>
                    <a:pt x="2770" y="8911"/>
                    <a:pt x="2458" y="9222"/>
                    <a:pt x="2458" y="9604"/>
                  </a:cubicBezTo>
                  <a:lnTo>
                    <a:pt x="2458" y="9814"/>
                  </a:lnTo>
                  <a:cubicBezTo>
                    <a:pt x="2458" y="9896"/>
                    <a:pt x="2524" y="9962"/>
                    <a:pt x="2606" y="9962"/>
                  </a:cubicBezTo>
                  <a:lnTo>
                    <a:pt x="6272" y="9962"/>
                  </a:lnTo>
                  <a:cubicBezTo>
                    <a:pt x="6353" y="9962"/>
                    <a:pt x="6419" y="9896"/>
                    <a:pt x="6419" y="9814"/>
                  </a:cubicBezTo>
                  <a:lnTo>
                    <a:pt x="6419" y="4818"/>
                  </a:lnTo>
                  <a:lnTo>
                    <a:pt x="6763" y="760"/>
                  </a:lnTo>
                  <a:cubicBezTo>
                    <a:pt x="6777" y="575"/>
                    <a:pt x="6728" y="396"/>
                    <a:pt x="6619" y="254"/>
                  </a:cubicBezTo>
                  <a:cubicBezTo>
                    <a:pt x="6511" y="114"/>
                    <a:pt x="6363" y="27"/>
                    <a:pt x="6198" y="7"/>
                  </a:cubicBezTo>
                  <a:cubicBezTo>
                    <a:pt x="6186" y="2"/>
                    <a:pt x="6172" y="1"/>
                    <a:pt x="616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0" name="Google Shape;1920;g39de3837a1a_0_120"/>
            <p:cNvSpPr/>
            <p:nvPr/>
          </p:nvSpPr>
          <p:spPr>
            <a:xfrm>
              <a:off x="4613393" y="1448266"/>
              <a:ext cx="19717" cy="19663"/>
            </a:xfrm>
            <a:custGeom>
              <a:rect b="b" l="l" r="r" t="t"/>
              <a:pathLst>
                <a:path extrusionOk="0" h="728" w="730">
                  <a:moveTo>
                    <a:pt x="365" y="296"/>
                  </a:moveTo>
                  <a:cubicBezTo>
                    <a:pt x="402" y="296"/>
                    <a:pt x="433" y="327"/>
                    <a:pt x="433" y="363"/>
                  </a:cubicBezTo>
                  <a:cubicBezTo>
                    <a:pt x="433" y="401"/>
                    <a:pt x="402" y="432"/>
                    <a:pt x="365" y="432"/>
                  </a:cubicBezTo>
                  <a:cubicBezTo>
                    <a:pt x="327" y="432"/>
                    <a:pt x="296" y="401"/>
                    <a:pt x="296" y="363"/>
                  </a:cubicBezTo>
                  <a:cubicBezTo>
                    <a:pt x="296" y="327"/>
                    <a:pt x="327" y="296"/>
                    <a:pt x="365" y="296"/>
                  </a:cubicBezTo>
                  <a:close/>
                  <a:moveTo>
                    <a:pt x="365" y="1"/>
                  </a:moveTo>
                  <a:cubicBezTo>
                    <a:pt x="164" y="1"/>
                    <a:pt x="1" y="164"/>
                    <a:pt x="1" y="363"/>
                  </a:cubicBezTo>
                  <a:cubicBezTo>
                    <a:pt x="1" y="564"/>
                    <a:pt x="164" y="727"/>
                    <a:pt x="365" y="727"/>
                  </a:cubicBezTo>
                  <a:cubicBezTo>
                    <a:pt x="566" y="727"/>
                    <a:pt x="729" y="564"/>
                    <a:pt x="729" y="363"/>
                  </a:cubicBezTo>
                  <a:cubicBezTo>
                    <a:pt x="729" y="164"/>
                    <a:pt x="566" y="1"/>
                    <a:pt x="3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21" name="Google Shape;1921;g39de3837a1a_0_120"/>
          <p:cNvSpPr/>
          <p:nvPr/>
        </p:nvSpPr>
        <p:spPr>
          <a:xfrm>
            <a:off x="3570410" y="4434900"/>
            <a:ext cx="88107" cy="269128"/>
          </a:xfrm>
          <a:custGeom>
            <a:rect b="b" l="l" r="r" t="t"/>
            <a:pathLst>
              <a:path extrusionOk="0" h="9964" w="3262">
                <a:moveTo>
                  <a:pt x="1588" y="3330"/>
                </a:moveTo>
                <a:lnTo>
                  <a:pt x="1761" y="3395"/>
                </a:lnTo>
                <a:cubicBezTo>
                  <a:pt x="1778" y="3401"/>
                  <a:pt x="1795" y="3406"/>
                  <a:pt x="1814" y="3406"/>
                </a:cubicBezTo>
                <a:lnTo>
                  <a:pt x="2262" y="3406"/>
                </a:lnTo>
                <a:lnTo>
                  <a:pt x="2262" y="4078"/>
                </a:lnTo>
                <a:lnTo>
                  <a:pt x="2262" y="4080"/>
                </a:lnTo>
                <a:lnTo>
                  <a:pt x="2290" y="5795"/>
                </a:lnTo>
                <a:lnTo>
                  <a:pt x="2004" y="7387"/>
                </a:lnTo>
                <a:lnTo>
                  <a:pt x="1739" y="7387"/>
                </a:lnTo>
                <a:lnTo>
                  <a:pt x="1739" y="4897"/>
                </a:lnTo>
                <a:cubicBezTo>
                  <a:pt x="1739" y="4816"/>
                  <a:pt x="1674" y="4749"/>
                  <a:pt x="1591" y="4749"/>
                </a:cubicBezTo>
                <a:cubicBezTo>
                  <a:pt x="1510" y="4749"/>
                  <a:pt x="1443" y="4816"/>
                  <a:pt x="1443" y="4897"/>
                </a:cubicBezTo>
                <a:lnTo>
                  <a:pt x="1443" y="7387"/>
                </a:lnTo>
                <a:lnTo>
                  <a:pt x="1179" y="7387"/>
                </a:lnTo>
                <a:lnTo>
                  <a:pt x="892" y="5795"/>
                </a:lnTo>
                <a:lnTo>
                  <a:pt x="919" y="4080"/>
                </a:lnTo>
                <a:lnTo>
                  <a:pt x="919" y="4078"/>
                </a:lnTo>
                <a:lnTo>
                  <a:pt x="919" y="3406"/>
                </a:lnTo>
                <a:lnTo>
                  <a:pt x="1339" y="3406"/>
                </a:lnTo>
                <a:cubicBezTo>
                  <a:pt x="1355" y="3406"/>
                  <a:pt x="1372" y="3403"/>
                  <a:pt x="1387" y="3398"/>
                </a:cubicBezTo>
                <a:lnTo>
                  <a:pt x="1588" y="3330"/>
                </a:lnTo>
                <a:close/>
                <a:moveTo>
                  <a:pt x="2265" y="7683"/>
                </a:moveTo>
                <a:lnTo>
                  <a:pt x="2265" y="7839"/>
                </a:lnTo>
                <a:lnTo>
                  <a:pt x="919" y="7839"/>
                </a:lnTo>
                <a:lnTo>
                  <a:pt x="919" y="7683"/>
                </a:lnTo>
                <a:close/>
                <a:moveTo>
                  <a:pt x="2603" y="8134"/>
                </a:moveTo>
                <a:lnTo>
                  <a:pt x="2603" y="8290"/>
                </a:lnTo>
                <a:lnTo>
                  <a:pt x="578" y="8290"/>
                </a:lnTo>
                <a:lnTo>
                  <a:pt x="578" y="8134"/>
                </a:lnTo>
                <a:close/>
                <a:moveTo>
                  <a:pt x="1440" y="1"/>
                </a:moveTo>
                <a:cubicBezTo>
                  <a:pt x="1165" y="1"/>
                  <a:pt x="944" y="223"/>
                  <a:pt x="944" y="497"/>
                </a:cubicBezTo>
                <a:lnTo>
                  <a:pt x="944" y="1188"/>
                </a:lnTo>
                <a:cubicBezTo>
                  <a:pt x="944" y="1345"/>
                  <a:pt x="1020" y="1493"/>
                  <a:pt x="1148" y="1582"/>
                </a:cubicBezTo>
                <a:lnTo>
                  <a:pt x="1170" y="1597"/>
                </a:lnTo>
                <a:lnTo>
                  <a:pt x="1170" y="1820"/>
                </a:lnTo>
                <a:cubicBezTo>
                  <a:pt x="1170" y="1915"/>
                  <a:pt x="1092" y="1993"/>
                  <a:pt x="997" y="1993"/>
                </a:cubicBezTo>
                <a:lnTo>
                  <a:pt x="807" y="1993"/>
                </a:lnTo>
                <a:cubicBezTo>
                  <a:pt x="362" y="1993"/>
                  <a:pt x="1" y="2355"/>
                  <a:pt x="1" y="2801"/>
                </a:cubicBezTo>
                <a:lnTo>
                  <a:pt x="1" y="2818"/>
                </a:lnTo>
                <a:lnTo>
                  <a:pt x="36" y="3141"/>
                </a:lnTo>
                <a:cubicBezTo>
                  <a:pt x="46" y="3216"/>
                  <a:pt x="108" y="3272"/>
                  <a:pt x="181" y="3272"/>
                </a:cubicBezTo>
                <a:cubicBezTo>
                  <a:pt x="187" y="3272"/>
                  <a:pt x="193" y="3271"/>
                  <a:pt x="200" y="3271"/>
                </a:cubicBezTo>
                <a:cubicBezTo>
                  <a:pt x="282" y="3261"/>
                  <a:pt x="340" y="3190"/>
                  <a:pt x="331" y="3107"/>
                </a:cubicBezTo>
                <a:lnTo>
                  <a:pt x="296" y="2793"/>
                </a:lnTo>
                <a:cubicBezTo>
                  <a:pt x="300" y="2514"/>
                  <a:pt x="527" y="2288"/>
                  <a:pt x="807" y="2288"/>
                </a:cubicBezTo>
                <a:lnTo>
                  <a:pt x="997" y="2288"/>
                </a:lnTo>
                <a:cubicBezTo>
                  <a:pt x="1255" y="2288"/>
                  <a:pt x="1464" y="2078"/>
                  <a:pt x="1464" y="1822"/>
                </a:cubicBezTo>
                <a:lnTo>
                  <a:pt x="1464" y="1524"/>
                </a:lnTo>
                <a:cubicBezTo>
                  <a:pt x="1464" y="1476"/>
                  <a:pt x="1440" y="1431"/>
                  <a:pt x="1401" y="1403"/>
                </a:cubicBezTo>
                <a:lnTo>
                  <a:pt x="1317" y="1345"/>
                </a:lnTo>
                <a:cubicBezTo>
                  <a:pt x="1266" y="1309"/>
                  <a:pt x="1238" y="1252"/>
                  <a:pt x="1238" y="1190"/>
                </a:cubicBezTo>
                <a:lnTo>
                  <a:pt x="1238" y="499"/>
                </a:lnTo>
                <a:cubicBezTo>
                  <a:pt x="1238" y="388"/>
                  <a:pt x="1327" y="298"/>
                  <a:pt x="1437" y="298"/>
                </a:cubicBezTo>
                <a:lnTo>
                  <a:pt x="1822" y="298"/>
                </a:lnTo>
                <a:cubicBezTo>
                  <a:pt x="1932" y="298"/>
                  <a:pt x="2021" y="388"/>
                  <a:pt x="2021" y="499"/>
                </a:cubicBezTo>
                <a:lnTo>
                  <a:pt x="2021" y="1190"/>
                </a:lnTo>
                <a:cubicBezTo>
                  <a:pt x="2021" y="1252"/>
                  <a:pt x="1993" y="1308"/>
                  <a:pt x="1942" y="1345"/>
                </a:cubicBezTo>
                <a:lnTo>
                  <a:pt x="1857" y="1403"/>
                </a:lnTo>
                <a:cubicBezTo>
                  <a:pt x="1819" y="1431"/>
                  <a:pt x="1795" y="1476"/>
                  <a:pt x="1795" y="1524"/>
                </a:cubicBezTo>
                <a:lnTo>
                  <a:pt x="1795" y="1822"/>
                </a:lnTo>
                <a:cubicBezTo>
                  <a:pt x="1795" y="2080"/>
                  <a:pt x="2005" y="2288"/>
                  <a:pt x="2262" y="2288"/>
                </a:cubicBezTo>
                <a:lnTo>
                  <a:pt x="2450" y="2288"/>
                </a:lnTo>
                <a:cubicBezTo>
                  <a:pt x="2731" y="2288"/>
                  <a:pt x="2959" y="2514"/>
                  <a:pt x="2963" y="2793"/>
                </a:cubicBezTo>
                <a:lnTo>
                  <a:pt x="2801" y="4212"/>
                </a:lnTo>
                <a:lnTo>
                  <a:pt x="2561" y="4390"/>
                </a:lnTo>
                <a:lnTo>
                  <a:pt x="2555" y="4078"/>
                </a:lnTo>
                <a:lnTo>
                  <a:pt x="2555" y="3261"/>
                </a:lnTo>
                <a:lnTo>
                  <a:pt x="2587" y="2771"/>
                </a:lnTo>
                <a:cubicBezTo>
                  <a:pt x="2594" y="2688"/>
                  <a:pt x="2531" y="2620"/>
                  <a:pt x="2449" y="2614"/>
                </a:cubicBezTo>
                <a:cubicBezTo>
                  <a:pt x="2445" y="2613"/>
                  <a:pt x="2441" y="2613"/>
                  <a:pt x="2438" y="2613"/>
                </a:cubicBezTo>
                <a:cubicBezTo>
                  <a:pt x="2362" y="2613"/>
                  <a:pt x="2298" y="2674"/>
                  <a:pt x="2292" y="2751"/>
                </a:cubicBezTo>
                <a:lnTo>
                  <a:pt x="2267" y="3110"/>
                </a:lnTo>
                <a:lnTo>
                  <a:pt x="1834" y="3110"/>
                </a:lnTo>
                <a:lnTo>
                  <a:pt x="1638" y="3034"/>
                </a:lnTo>
                <a:cubicBezTo>
                  <a:pt x="1620" y="3027"/>
                  <a:pt x="1601" y="3024"/>
                  <a:pt x="1582" y="3024"/>
                </a:cubicBezTo>
                <a:cubicBezTo>
                  <a:pt x="1567" y="3024"/>
                  <a:pt x="1552" y="3026"/>
                  <a:pt x="1537" y="3031"/>
                </a:cubicBezTo>
                <a:lnTo>
                  <a:pt x="1307" y="3110"/>
                </a:lnTo>
                <a:lnTo>
                  <a:pt x="900" y="3110"/>
                </a:lnTo>
                <a:lnTo>
                  <a:pt x="875" y="2751"/>
                </a:lnTo>
                <a:cubicBezTo>
                  <a:pt x="869" y="2673"/>
                  <a:pt x="804" y="2614"/>
                  <a:pt x="727" y="2614"/>
                </a:cubicBezTo>
                <a:cubicBezTo>
                  <a:pt x="724" y="2614"/>
                  <a:pt x="721" y="2614"/>
                  <a:pt x="718" y="2614"/>
                </a:cubicBezTo>
                <a:cubicBezTo>
                  <a:pt x="636" y="2618"/>
                  <a:pt x="575" y="2688"/>
                  <a:pt x="580" y="2771"/>
                </a:cubicBezTo>
                <a:lnTo>
                  <a:pt x="612" y="3261"/>
                </a:lnTo>
                <a:lnTo>
                  <a:pt x="612" y="4077"/>
                </a:lnTo>
                <a:lnTo>
                  <a:pt x="609" y="4352"/>
                </a:lnTo>
                <a:lnTo>
                  <a:pt x="402" y="4180"/>
                </a:lnTo>
                <a:cubicBezTo>
                  <a:pt x="374" y="4156"/>
                  <a:pt x="340" y="4144"/>
                  <a:pt x="307" y="4144"/>
                </a:cubicBezTo>
                <a:cubicBezTo>
                  <a:pt x="265" y="4144"/>
                  <a:pt x="223" y="4162"/>
                  <a:pt x="194" y="4197"/>
                </a:cubicBezTo>
                <a:cubicBezTo>
                  <a:pt x="142" y="4259"/>
                  <a:pt x="150" y="4352"/>
                  <a:pt x="212" y="4405"/>
                </a:cubicBezTo>
                <a:lnTo>
                  <a:pt x="603" y="4734"/>
                </a:lnTo>
                <a:lnTo>
                  <a:pt x="586" y="5804"/>
                </a:lnTo>
                <a:cubicBezTo>
                  <a:pt x="586" y="5814"/>
                  <a:pt x="586" y="5823"/>
                  <a:pt x="587" y="5834"/>
                </a:cubicBezTo>
                <a:lnTo>
                  <a:pt x="868" y="7387"/>
                </a:lnTo>
                <a:lnTo>
                  <a:pt x="760" y="7387"/>
                </a:lnTo>
                <a:cubicBezTo>
                  <a:pt x="679" y="7387"/>
                  <a:pt x="612" y="7454"/>
                  <a:pt x="612" y="7535"/>
                </a:cubicBezTo>
                <a:lnTo>
                  <a:pt x="612" y="7837"/>
                </a:lnTo>
                <a:lnTo>
                  <a:pt x="419" y="7837"/>
                </a:lnTo>
                <a:cubicBezTo>
                  <a:pt x="338" y="7837"/>
                  <a:pt x="271" y="7904"/>
                  <a:pt x="271" y="7985"/>
                </a:cubicBezTo>
                <a:lnTo>
                  <a:pt x="271" y="8436"/>
                </a:lnTo>
                <a:cubicBezTo>
                  <a:pt x="271" y="8519"/>
                  <a:pt x="338" y="8584"/>
                  <a:pt x="419" y="8584"/>
                </a:cubicBezTo>
                <a:lnTo>
                  <a:pt x="2594" y="8584"/>
                </a:lnTo>
                <a:lnTo>
                  <a:pt x="2594" y="9667"/>
                </a:lnTo>
                <a:lnTo>
                  <a:pt x="567" y="9667"/>
                </a:lnTo>
                <a:lnTo>
                  <a:pt x="567" y="9520"/>
                </a:lnTo>
                <a:cubicBezTo>
                  <a:pt x="567" y="9439"/>
                  <a:pt x="502" y="9372"/>
                  <a:pt x="419" y="9372"/>
                </a:cubicBezTo>
                <a:cubicBezTo>
                  <a:pt x="338" y="9372"/>
                  <a:pt x="271" y="9439"/>
                  <a:pt x="271" y="9520"/>
                </a:cubicBezTo>
                <a:lnTo>
                  <a:pt x="271" y="9815"/>
                </a:lnTo>
                <a:cubicBezTo>
                  <a:pt x="271" y="9898"/>
                  <a:pt x="338" y="9963"/>
                  <a:pt x="419" y="9963"/>
                </a:cubicBezTo>
                <a:lnTo>
                  <a:pt x="2738" y="9963"/>
                </a:lnTo>
                <a:cubicBezTo>
                  <a:pt x="2821" y="9963"/>
                  <a:pt x="2886" y="9898"/>
                  <a:pt x="2886" y="9815"/>
                </a:cubicBezTo>
                <a:lnTo>
                  <a:pt x="2886" y="8436"/>
                </a:lnTo>
                <a:lnTo>
                  <a:pt x="2886" y="7987"/>
                </a:lnTo>
                <a:cubicBezTo>
                  <a:pt x="2886" y="7906"/>
                  <a:pt x="2821" y="7839"/>
                  <a:pt x="2738" y="7839"/>
                </a:cubicBezTo>
                <a:lnTo>
                  <a:pt x="2547" y="7839"/>
                </a:lnTo>
                <a:lnTo>
                  <a:pt x="2547" y="7538"/>
                </a:lnTo>
                <a:cubicBezTo>
                  <a:pt x="2547" y="7456"/>
                  <a:pt x="2480" y="7390"/>
                  <a:pt x="2399" y="7390"/>
                </a:cubicBezTo>
                <a:lnTo>
                  <a:pt x="2292" y="7390"/>
                </a:lnTo>
                <a:lnTo>
                  <a:pt x="2572" y="5836"/>
                </a:lnTo>
                <a:cubicBezTo>
                  <a:pt x="2573" y="5826"/>
                  <a:pt x="2573" y="5815"/>
                  <a:pt x="2573" y="5806"/>
                </a:cubicBezTo>
                <a:lnTo>
                  <a:pt x="2556" y="4751"/>
                </a:lnTo>
                <a:lnTo>
                  <a:pt x="3017" y="4413"/>
                </a:lnTo>
                <a:cubicBezTo>
                  <a:pt x="3050" y="4388"/>
                  <a:pt x="3071" y="4351"/>
                  <a:pt x="3078" y="4310"/>
                </a:cubicBezTo>
                <a:lnTo>
                  <a:pt x="3247" y="2816"/>
                </a:lnTo>
                <a:lnTo>
                  <a:pt x="3247" y="2799"/>
                </a:lnTo>
                <a:cubicBezTo>
                  <a:pt x="3261" y="2355"/>
                  <a:pt x="2899" y="1993"/>
                  <a:pt x="2454" y="1993"/>
                </a:cubicBezTo>
                <a:lnTo>
                  <a:pt x="2265" y="1993"/>
                </a:lnTo>
                <a:cubicBezTo>
                  <a:pt x="2169" y="1993"/>
                  <a:pt x="2091" y="1915"/>
                  <a:pt x="2091" y="1820"/>
                </a:cubicBezTo>
                <a:lnTo>
                  <a:pt x="2091" y="1597"/>
                </a:lnTo>
                <a:lnTo>
                  <a:pt x="2113" y="1582"/>
                </a:lnTo>
                <a:cubicBezTo>
                  <a:pt x="2242" y="1492"/>
                  <a:pt x="2317" y="1344"/>
                  <a:pt x="2317" y="1188"/>
                </a:cubicBezTo>
                <a:lnTo>
                  <a:pt x="2317" y="497"/>
                </a:lnTo>
                <a:cubicBezTo>
                  <a:pt x="2317" y="225"/>
                  <a:pt x="2096" y="1"/>
                  <a:pt x="1822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22" name="Google Shape;1922;g39de3837a1a_0_120"/>
          <p:cNvGrpSpPr/>
          <p:nvPr/>
        </p:nvGrpSpPr>
        <p:grpSpPr>
          <a:xfrm>
            <a:off x="2832042" y="4434900"/>
            <a:ext cx="205438" cy="269236"/>
            <a:chOff x="3104542" y="1309625"/>
            <a:chExt cx="205438" cy="269236"/>
          </a:xfrm>
        </p:grpSpPr>
        <p:sp>
          <p:nvSpPr>
            <p:cNvPr id="1923" name="Google Shape;1923;g39de3837a1a_0_120"/>
            <p:cNvSpPr/>
            <p:nvPr/>
          </p:nvSpPr>
          <p:spPr>
            <a:xfrm>
              <a:off x="3104542" y="1309625"/>
              <a:ext cx="205438" cy="269236"/>
            </a:xfrm>
            <a:custGeom>
              <a:rect b="b" l="l" r="r" t="t"/>
              <a:pathLst>
                <a:path extrusionOk="0" h="9968" w="7606">
                  <a:moveTo>
                    <a:pt x="991" y="296"/>
                  </a:moveTo>
                  <a:cubicBezTo>
                    <a:pt x="1069" y="296"/>
                    <a:pt x="1132" y="360"/>
                    <a:pt x="1132" y="438"/>
                  </a:cubicBezTo>
                  <a:lnTo>
                    <a:pt x="1132" y="622"/>
                  </a:lnTo>
                  <a:cubicBezTo>
                    <a:pt x="977" y="586"/>
                    <a:pt x="894" y="553"/>
                    <a:pt x="851" y="530"/>
                  </a:cubicBezTo>
                  <a:lnTo>
                    <a:pt x="851" y="438"/>
                  </a:lnTo>
                  <a:cubicBezTo>
                    <a:pt x="849" y="360"/>
                    <a:pt x="913" y="296"/>
                    <a:pt x="991" y="296"/>
                  </a:cubicBezTo>
                  <a:close/>
                  <a:moveTo>
                    <a:pt x="6592" y="296"/>
                  </a:moveTo>
                  <a:cubicBezTo>
                    <a:pt x="6670" y="296"/>
                    <a:pt x="6734" y="360"/>
                    <a:pt x="6734" y="438"/>
                  </a:cubicBezTo>
                  <a:lnTo>
                    <a:pt x="6734" y="530"/>
                  </a:lnTo>
                  <a:cubicBezTo>
                    <a:pt x="6689" y="552"/>
                    <a:pt x="6605" y="584"/>
                    <a:pt x="6449" y="622"/>
                  </a:cubicBezTo>
                  <a:lnTo>
                    <a:pt x="6449" y="438"/>
                  </a:lnTo>
                  <a:cubicBezTo>
                    <a:pt x="6449" y="360"/>
                    <a:pt x="6514" y="296"/>
                    <a:pt x="6592" y="296"/>
                  </a:cubicBezTo>
                  <a:close/>
                  <a:moveTo>
                    <a:pt x="6732" y="3602"/>
                  </a:moveTo>
                  <a:lnTo>
                    <a:pt x="6732" y="5036"/>
                  </a:lnTo>
                  <a:lnTo>
                    <a:pt x="6449" y="5036"/>
                  </a:lnTo>
                  <a:lnTo>
                    <a:pt x="6449" y="3678"/>
                  </a:lnTo>
                  <a:cubicBezTo>
                    <a:pt x="6569" y="3652"/>
                    <a:pt x="6661" y="3627"/>
                    <a:pt x="6732" y="3602"/>
                  </a:cubicBezTo>
                  <a:close/>
                  <a:moveTo>
                    <a:pt x="849" y="3604"/>
                  </a:moveTo>
                  <a:cubicBezTo>
                    <a:pt x="921" y="3629"/>
                    <a:pt x="1014" y="3655"/>
                    <a:pt x="1131" y="3680"/>
                  </a:cubicBezTo>
                  <a:lnTo>
                    <a:pt x="1131" y="5040"/>
                  </a:lnTo>
                  <a:lnTo>
                    <a:pt x="849" y="5040"/>
                  </a:lnTo>
                  <a:lnTo>
                    <a:pt x="849" y="3604"/>
                  </a:lnTo>
                  <a:close/>
                  <a:moveTo>
                    <a:pt x="6155" y="3728"/>
                  </a:moveTo>
                  <a:lnTo>
                    <a:pt x="6155" y="5036"/>
                  </a:lnTo>
                  <a:lnTo>
                    <a:pt x="3014" y="5036"/>
                  </a:lnTo>
                  <a:cubicBezTo>
                    <a:pt x="2933" y="5036"/>
                    <a:pt x="2866" y="5101"/>
                    <a:pt x="2866" y="5183"/>
                  </a:cubicBezTo>
                  <a:cubicBezTo>
                    <a:pt x="2866" y="5264"/>
                    <a:pt x="2932" y="5331"/>
                    <a:pt x="3014" y="5331"/>
                  </a:cubicBezTo>
                  <a:lnTo>
                    <a:pt x="7045" y="5331"/>
                  </a:lnTo>
                  <a:cubicBezTo>
                    <a:pt x="7191" y="5331"/>
                    <a:pt x="7311" y="5450"/>
                    <a:pt x="7311" y="5597"/>
                  </a:cubicBezTo>
                  <a:cubicBezTo>
                    <a:pt x="7310" y="5745"/>
                    <a:pt x="7191" y="5865"/>
                    <a:pt x="7045" y="5865"/>
                  </a:cubicBezTo>
                  <a:lnTo>
                    <a:pt x="561" y="5865"/>
                  </a:lnTo>
                  <a:cubicBezTo>
                    <a:pt x="415" y="5865"/>
                    <a:pt x="295" y="5745"/>
                    <a:pt x="295" y="5597"/>
                  </a:cubicBezTo>
                  <a:cubicBezTo>
                    <a:pt x="295" y="5450"/>
                    <a:pt x="413" y="5331"/>
                    <a:pt x="561" y="5331"/>
                  </a:cubicBezTo>
                  <a:lnTo>
                    <a:pt x="2164" y="5331"/>
                  </a:lnTo>
                  <a:cubicBezTo>
                    <a:pt x="2245" y="5331"/>
                    <a:pt x="2312" y="5264"/>
                    <a:pt x="2312" y="5183"/>
                  </a:cubicBezTo>
                  <a:cubicBezTo>
                    <a:pt x="2312" y="5101"/>
                    <a:pt x="2245" y="5036"/>
                    <a:pt x="2164" y="5036"/>
                  </a:cubicBezTo>
                  <a:lnTo>
                    <a:pt x="1426" y="5036"/>
                  </a:lnTo>
                  <a:lnTo>
                    <a:pt x="1426" y="3728"/>
                  </a:lnTo>
                  <a:cubicBezTo>
                    <a:pt x="1531" y="3744"/>
                    <a:pt x="1651" y="3759"/>
                    <a:pt x="1784" y="3773"/>
                  </a:cubicBezTo>
                  <a:cubicBezTo>
                    <a:pt x="2335" y="3831"/>
                    <a:pt x="3047" y="3862"/>
                    <a:pt x="3791" y="3862"/>
                  </a:cubicBezTo>
                  <a:cubicBezTo>
                    <a:pt x="4533" y="3862"/>
                    <a:pt x="5246" y="3831"/>
                    <a:pt x="5797" y="3773"/>
                  </a:cubicBezTo>
                  <a:cubicBezTo>
                    <a:pt x="5931" y="3759"/>
                    <a:pt x="6049" y="3744"/>
                    <a:pt x="6155" y="3728"/>
                  </a:cubicBezTo>
                  <a:close/>
                  <a:moveTo>
                    <a:pt x="5022" y="6161"/>
                  </a:moveTo>
                  <a:lnTo>
                    <a:pt x="3739" y="7426"/>
                  </a:lnTo>
                  <a:lnTo>
                    <a:pt x="2458" y="6161"/>
                  </a:lnTo>
                  <a:close/>
                  <a:moveTo>
                    <a:pt x="5587" y="6164"/>
                  </a:moveTo>
                  <a:lnTo>
                    <a:pt x="4023" y="7706"/>
                  </a:lnTo>
                  <a:lnTo>
                    <a:pt x="3949" y="7636"/>
                  </a:lnTo>
                  <a:lnTo>
                    <a:pt x="5442" y="6164"/>
                  </a:lnTo>
                  <a:close/>
                  <a:moveTo>
                    <a:pt x="3458" y="8122"/>
                  </a:moveTo>
                  <a:lnTo>
                    <a:pt x="3529" y="8194"/>
                  </a:lnTo>
                  <a:lnTo>
                    <a:pt x="2047" y="9658"/>
                  </a:lnTo>
                  <a:lnTo>
                    <a:pt x="1901" y="9660"/>
                  </a:lnTo>
                  <a:lnTo>
                    <a:pt x="1901" y="9660"/>
                  </a:lnTo>
                  <a:lnTo>
                    <a:pt x="3458" y="8122"/>
                  </a:lnTo>
                  <a:close/>
                  <a:moveTo>
                    <a:pt x="2038" y="6162"/>
                  </a:moveTo>
                  <a:lnTo>
                    <a:pt x="5579" y="9660"/>
                  </a:lnTo>
                  <a:lnTo>
                    <a:pt x="5433" y="9658"/>
                  </a:lnTo>
                  <a:lnTo>
                    <a:pt x="1893" y="6162"/>
                  </a:lnTo>
                  <a:close/>
                  <a:moveTo>
                    <a:pt x="6591" y="1"/>
                  </a:moveTo>
                  <a:cubicBezTo>
                    <a:pt x="6349" y="1"/>
                    <a:pt x="6152" y="197"/>
                    <a:pt x="6152" y="438"/>
                  </a:cubicBezTo>
                  <a:lnTo>
                    <a:pt x="6152" y="676"/>
                  </a:lnTo>
                  <a:cubicBezTo>
                    <a:pt x="5949" y="707"/>
                    <a:pt x="5682" y="738"/>
                    <a:pt x="5327" y="763"/>
                  </a:cubicBezTo>
                  <a:cubicBezTo>
                    <a:pt x="4858" y="797"/>
                    <a:pt x="4316" y="814"/>
                    <a:pt x="3772" y="814"/>
                  </a:cubicBezTo>
                  <a:cubicBezTo>
                    <a:pt x="3429" y="814"/>
                    <a:pt x="3086" y="807"/>
                    <a:pt x="2759" y="793"/>
                  </a:cubicBezTo>
                  <a:cubicBezTo>
                    <a:pt x="2756" y="793"/>
                    <a:pt x="2753" y="793"/>
                    <a:pt x="2751" y="793"/>
                  </a:cubicBezTo>
                  <a:cubicBezTo>
                    <a:pt x="2673" y="793"/>
                    <a:pt x="2609" y="856"/>
                    <a:pt x="2606" y="934"/>
                  </a:cubicBezTo>
                  <a:cubicBezTo>
                    <a:pt x="2602" y="1015"/>
                    <a:pt x="2665" y="1084"/>
                    <a:pt x="2748" y="1088"/>
                  </a:cubicBezTo>
                  <a:cubicBezTo>
                    <a:pt x="3080" y="1102"/>
                    <a:pt x="3429" y="1109"/>
                    <a:pt x="3778" y="1109"/>
                  </a:cubicBezTo>
                  <a:cubicBezTo>
                    <a:pt x="4328" y="1109"/>
                    <a:pt x="4876" y="1092"/>
                    <a:pt x="5349" y="1059"/>
                  </a:cubicBezTo>
                  <a:cubicBezTo>
                    <a:pt x="6118" y="1004"/>
                    <a:pt x="6516" y="922"/>
                    <a:pt x="6731" y="849"/>
                  </a:cubicBezTo>
                  <a:lnTo>
                    <a:pt x="6731" y="3285"/>
                  </a:lnTo>
                  <a:cubicBezTo>
                    <a:pt x="6672" y="3316"/>
                    <a:pt x="6546" y="3362"/>
                    <a:pt x="6275" y="3411"/>
                  </a:cubicBezTo>
                  <a:cubicBezTo>
                    <a:pt x="6273" y="3411"/>
                    <a:pt x="6272" y="3411"/>
                    <a:pt x="6268" y="3414"/>
                  </a:cubicBezTo>
                  <a:cubicBezTo>
                    <a:pt x="6136" y="3437"/>
                    <a:pt x="5971" y="3460"/>
                    <a:pt x="5766" y="3481"/>
                  </a:cubicBezTo>
                  <a:cubicBezTo>
                    <a:pt x="5224" y="3538"/>
                    <a:pt x="4522" y="3569"/>
                    <a:pt x="3791" y="3569"/>
                  </a:cubicBezTo>
                  <a:cubicBezTo>
                    <a:pt x="3058" y="3569"/>
                    <a:pt x="2357" y="3538"/>
                    <a:pt x="1816" y="3481"/>
                  </a:cubicBezTo>
                  <a:cubicBezTo>
                    <a:pt x="1607" y="3460"/>
                    <a:pt x="1442" y="3437"/>
                    <a:pt x="1311" y="3414"/>
                  </a:cubicBezTo>
                  <a:cubicBezTo>
                    <a:pt x="1310" y="3414"/>
                    <a:pt x="1308" y="3414"/>
                    <a:pt x="1307" y="3411"/>
                  </a:cubicBezTo>
                  <a:cubicBezTo>
                    <a:pt x="1036" y="3362"/>
                    <a:pt x="910" y="3316"/>
                    <a:pt x="851" y="3285"/>
                  </a:cubicBezTo>
                  <a:lnTo>
                    <a:pt x="851" y="849"/>
                  </a:lnTo>
                  <a:cubicBezTo>
                    <a:pt x="1036" y="913"/>
                    <a:pt x="1346" y="978"/>
                    <a:pt x="1883" y="1029"/>
                  </a:cubicBezTo>
                  <a:cubicBezTo>
                    <a:pt x="1887" y="1030"/>
                    <a:pt x="1892" y="1030"/>
                    <a:pt x="1896" y="1030"/>
                  </a:cubicBezTo>
                  <a:cubicBezTo>
                    <a:pt x="1972" y="1030"/>
                    <a:pt x="2035" y="972"/>
                    <a:pt x="2043" y="897"/>
                  </a:cubicBezTo>
                  <a:cubicBezTo>
                    <a:pt x="2051" y="816"/>
                    <a:pt x="1991" y="745"/>
                    <a:pt x="1911" y="737"/>
                  </a:cubicBezTo>
                  <a:cubicBezTo>
                    <a:pt x="1721" y="717"/>
                    <a:pt x="1563" y="698"/>
                    <a:pt x="1431" y="678"/>
                  </a:cubicBezTo>
                  <a:lnTo>
                    <a:pt x="1431" y="441"/>
                  </a:lnTo>
                  <a:cubicBezTo>
                    <a:pt x="1431" y="200"/>
                    <a:pt x="1233" y="2"/>
                    <a:pt x="992" y="2"/>
                  </a:cubicBezTo>
                  <a:cubicBezTo>
                    <a:pt x="751" y="2"/>
                    <a:pt x="555" y="200"/>
                    <a:pt x="555" y="441"/>
                  </a:cubicBezTo>
                  <a:lnTo>
                    <a:pt x="555" y="608"/>
                  </a:lnTo>
                  <a:lnTo>
                    <a:pt x="555" y="3362"/>
                  </a:lnTo>
                  <a:lnTo>
                    <a:pt x="555" y="5040"/>
                  </a:lnTo>
                  <a:cubicBezTo>
                    <a:pt x="250" y="5043"/>
                    <a:pt x="1" y="5294"/>
                    <a:pt x="1" y="5602"/>
                  </a:cubicBezTo>
                  <a:cubicBezTo>
                    <a:pt x="1" y="5912"/>
                    <a:pt x="251" y="6164"/>
                    <a:pt x="563" y="6164"/>
                  </a:cubicBezTo>
                  <a:lnTo>
                    <a:pt x="1473" y="6164"/>
                  </a:lnTo>
                  <a:lnTo>
                    <a:pt x="3247" y="7916"/>
                  </a:lnTo>
                  <a:lnTo>
                    <a:pt x="1431" y="9713"/>
                  </a:lnTo>
                  <a:cubicBezTo>
                    <a:pt x="1388" y="9756"/>
                    <a:pt x="1374" y="9820"/>
                    <a:pt x="1397" y="9876"/>
                  </a:cubicBezTo>
                  <a:cubicBezTo>
                    <a:pt x="1420" y="9930"/>
                    <a:pt x="1475" y="9968"/>
                    <a:pt x="1534" y="9968"/>
                  </a:cubicBezTo>
                  <a:lnTo>
                    <a:pt x="1535" y="9968"/>
                  </a:lnTo>
                  <a:lnTo>
                    <a:pt x="2110" y="9958"/>
                  </a:lnTo>
                  <a:cubicBezTo>
                    <a:pt x="2149" y="9958"/>
                    <a:pt x="2183" y="9943"/>
                    <a:pt x="2211" y="9915"/>
                  </a:cubicBezTo>
                  <a:lnTo>
                    <a:pt x="3738" y="8405"/>
                  </a:lnTo>
                  <a:lnTo>
                    <a:pt x="5265" y="9915"/>
                  </a:lnTo>
                  <a:cubicBezTo>
                    <a:pt x="5293" y="9943"/>
                    <a:pt x="5330" y="9958"/>
                    <a:pt x="5366" y="9958"/>
                  </a:cubicBezTo>
                  <a:lnTo>
                    <a:pt x="5940" y="9968"/>
                  </a:lnTo>
                  <a:lnTo>
                    <a:pt x="5942" y="9968"/>
                  </a:lnTo>
                  <a:cubicBezTo>
                    <a:pt x="6002" y="9968"/>
                    <a:pt x="6055" y="9932"/>
                    <a:pt x="6079" y="9876"/>
                  </a:cubicBezTo>
                  <a:cubicBezTo>
                    <a:pt x="6102" y="9820"/>
                    <a:pt x="6088" y="9756"/>
                    <a:pt x="6046" y="9713"/>
                  </a:cubicBezTo>
                  <a:lnTo>
                    <a:pt x="4228" y="7916"/>
                  </a:lnTo>
                  <a:lnTo>
                    <a:pt x="6002" y="6164"/>
                  </a:lnTo>
                  <a:lnTo>
                    <a:pt x="7039" y="6164"/>
                  </a:lnTo>
                  <a:cubicBezTo>
                    <a:pt x="7349" y="6164"/>
                    <a:pt x="7602" y="5913"/>
                    <a:pt x="7602" y="5602"/>
                  </a:cubicBezTo>
                  <a:cubicBezTo>
                    <a:pt x="7605" y="5289"/>
                    <a:pt x="7355" y="5037"/>
                    <a:pt x="7045" y="5037"/>
                  </a:cubicBezTo>
                  <a:lnTo>
                    <a:pt x="7028" y="5037"/>
                  </a:lnTo>
                  <a:lnTo>
                    <a:pt x="7028" y="3361"/>
                  </a:lnTo>
                  <a:lnTo>
                    <a:pt x="7028" y="606"/>
                  </a:lnTo>
                  <a:lnTo>
                    <a:pt x="7028" y="438"/>
                  </a:lnTo>
                  <a:cubicBezTo>
                    <a:pt x="7028" y="197"/>
                    <a:pt x="6832" y="1"/>
                    <a:pt x="659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4" name="Google Shape;1924;g39de3837a1a_0_120"/>
            <p:cNvSpPr/>
            <p:nvPr/>
          </p:nvSpPr>
          <p:spPr>
            <a:xfrm>
              <a:off x="3184086" y="1344927"/>
              <a:ext cx="53804" cy="51130"/>
            </a:xfrm>
            <a:custGeom>
              <a:rect b="b" l="l" r="r" t="t"/>
              <a:pathLst>
                <a:path extrusionOk="0" h="1893" w="1992">
                  <a:moveTo>
                    <a:pt x="997" y="457"/>
                  </a:moveTo>
                  <a:lnTo>
                    <a:pt x="1143" y="723"/>
                  </a:lnTo>
                  <a:cubicBezTo>
                    <a:pt x="1165" y="762"/>
                    <a:pt x="1202" y="788"/>
                    <a:pt x="1246" y="796"/>
                  </a:cubicBezTo>
                  <a:lnTo>
                    <a:pt x="1545" y="854"/>
                  </a:lnTo>
                  <a:lnTo>
                    <a:pt x="1334" y="1073"/>
                  </a:lnTo>
                  <a:cubicBezTo>
                    <a:pt x="1303" y="1106"/>
                    <a:pt x="1289" y="1150"/>
                    <a:pt x="1295" y="1193"/>
                  </a:cubicBezTo>
                  <a:lnTo>
                    <a:pt x="1334" y="1495"/>
                  </a:lnTo>
                  <a:lnTo>
                    <a:pt x="1059" y="1364"/>
                  </a:lnTo>
                  <a:cubicBezTo>
                    <a:pt x="1039" y="1355"/>
                    <a:pt x="1017" y="1350"/>
                    <a:pt x="996" y="1350"/>
                  </a:cubicBezTo>
                  <a:cubicBezTo>
                    <a:pt x="974" y="1350"/>
                    <a:pt x="953" y="1355"/>
                    <a:pt x="933" y="1364"/>
                  </a:cubicBezTo>
                  <a:lnTo>
                    <a:pt x="659" y="1495"/>
                  </a:lnTo>
                  <a:lnTo>
                    <a:pt x="698" y="1193"/>
                  </a:lnTo>
                  <a:cubicBezTo>
                    <a:pt x="702" y="1150"/>
                    <a:pt x="690" y="1106"/>
                    <a:pt x="659" y="1073"/>
                  </a:cubicBezTo>
                  <a:lnTo>
                    <a:pt x="450" y="854"/>
                  </a:lnTo>
                  <a:lnTo>
                    <a:pt x="748" y="796"/>
                  </a:lnTo>
                  <a:cubicBezTo>
                    <a:pt x="791" y="788"/>
                    <a:pt x="830" y="762"/>
                    <a:pt x="852" y="723"/>
                  </a:cubicBezTo>
                  <a:lnTo>
                    <a:pt x="997" y="457"/>
                  </a:lnTo>
                  <a:close/>
                  <a:moveTo>
                    <a:pt x="997" y="1"/>
                  </a:moveTo>
                  <a:cubicBezTo>
                    <a:pt x="942" y="1"/>
                    <a:pt x="894" y="31"/>
                    <a:pt x="867" y="77"/>
                  </a:cubicBezTo>
                  <a:lnTo>
                    <a:pt x="626" y="519"/>
                  </a:lnTo>
                  <a:lnTo>
                    <a:pt x="131" y="613"/>
                  </a:lnTo>
                  <a:cubicBezTo>
                    <a:pt x="78" y="622"/>
                    <a:pt x="35" y="661"/>
                    <a:pt x="19" y="711"/>
                  </a:cubicBezTo>
                  <a:cubicBezTo>
                    <a:pt x="1" y="762"/>
                    <a:pt x="15" y="818"/>
                    <a:pt x="52" y="859"/>
                  </a:cubicBezTo>
                  <a:lnTo>
                    <a:pt x="396" y="1224"/>
                  </a:lnTo>
                  <a:lnTo>
                    <a:pt x="332" y="1725"/>
                  </a:lnTo>
                  <a:cubicBezTo>
                    <a:pt x="324" y="1780"/>
                    <a:pt x="348" y="1831"/>
                    <a:pt x="393" y="1862"/>
                  </a:cubicBezTo>
                  <a:cubicBezTo>
                    <a:pt x="418" y="1883"/>
                    <a:pt x="449" y="1892"/>
                    <a:pt x="480" y="1892"/>
                  </a:cubicBezTo>
                  <a:cubicBezTo>
                    <a:pt x="502" y="1892"/>
                    <a:pt x="522" y="1889"/>
                    <a:pt x="542" y="1878"/>
                  </a:cubicBezTo>
                  <a:lnTo>
                    <a:pt x="997" y="1665"/>
                  </a:lnTo>
                  <a:lnTo>
                    <a:pt x="1453" y="1878"/>
                  </a:lnTo>
                  <a:cubicBezTo>
                    <a:pt x="1473" y="1888"/>
                    <a:pt x="1495" y="1893"/>
                    <a:pt x="1517" y="1893"/>
                  </a:cubicBezTo>
                  <a:cubicBezTo>
                    <a:pt x="1548" y="1893"/>
                    <a:pt x="1578" y="1884"/>
                    <a:pt x="1602" y="1866"/>
                  </a:cubicBezTo>
                  <a:cubicBezTo>
                    <a:pt x="1646" y="1834"/>
                    <a:pt x="1669" y="1780"/>
                    <a:pt x="1663" y="1727"/>
                  </a:cubicBezTo>
                  <a:lnTo>
                    <a:pt x="1599" y="1226"/>
                  </a:lnTo>
                  <a:lnTo>
                    <a:pt x="1943" y="860"/>
                  </a:lnTo>
                  <a:cubicBezTo>
                    <a:pt x="1980" y="820"/>
                    <a:pt x="1991" y="764"/>
                    <a:pt x="1976" y="711"/>
                  </a:cubicBezTo>
                  <a:cubicBezTo>
                    <a:pt x="1959" y="661"/>
                    <a:pt x="1915" y="622"/>
                    <a:pt x="1864" y="613"/>
                  </a:cubicBezTo>
                  <a:lnTo>
                    <a:pt x="1369" y="519"/>
                  </a:lnTo>
                  <a:lnTo>
                    <a:pt x="1127" y="77"/>
                  </a:lnTo>
                  <a:cubicBezTo>
                    <a:pt x="1102" y="31"/>
                    <a:pt x="1051" y="1"/>
                    <a:pt x="99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25" name="Google Shape;1925;g39de3837a1a_0_120"/>
          <p:cNvGrpSpPr/>
          <p:nvPr/>
        </p:nvGrpSpPr>
        <p:grpSpPr>
          <a:xfrm>
            <a:off x="2120548" y="4447514"/>
            <a:ext cx="269074" cy="243846"/>
            <a:chOff x="2393048" y="1322239"/>
            <a:chExt cx="269074" cy="243846"/>
          </a:xfrm>
        </p:grpSpPr>
        <p:sp>
          <p:nvSpPr>
            <p:cNvPr id="1926" name="Google Shape;1926;g39de3837a1a_0_120"/>
            <p:cNvSpPr/>
            <p:nvPr/>
          </p:nvSpPr>
          <p:spPr>
            <a:xfrm>
              <a:off x="2484099" y="1332367"/>
              <a:ext cx="154578" cy="21770"/>
            </a:xfrm>
            <a:custGeom>
              <a:rect b="b" l="l" r="r" t="t"/>
              <a:pathLst>
                <a:path extrusionOk="0" h="806" w="5723">
                  <a:moveTo>
                    <a:pt x="334" y="1"/>
                  </a:moveTo>
                  <a:cubicBezTo>
                    <a:pt x="150" y="1"/>
                    <a:pt x="1" y="152"/>
                    <a:pt x="1" y="334"/>
                  </a:cubicBezTo>
                  <a:lnTo>
                    <a:pt x="1" y="472"/>
                  </a:lnTo>
                  <a:cubicBezTo>
                    <a:pt x="1" y="654"/>
                    <a:pt x="149" y="805"/>
                    <a:pt x="334" y="805"/>
                  </a:cubicBezTo>
                  <a:lnTo>
                    <a:pt x="5391" y="805"/>
                  </a:lnTo>
                  <a:cubicBezTo>
                    <a:pt x="5573" y="805"/>
                    <a:pt x="5722" y="654"/>
                    <a:pt x="5722" y="472"/>
                  </a:cubicBezTo>
                  <a:lnTo>
                    <a:pt x="5722" y="334"/>
                  </a:lnTo>
                  <a:cubicBezTo>
                    <a:pt x="5722" y="148"/>
                    <a:pt x="5573" y="1"/>
                    <a:pt x="5391" y="1"/>
                  </a:cubicBezTo>
                  <a:lnTo>
                    <a:pt x="1885" y="1"/>
                  </a:lnTo>
                  <a:cubicBezTo>
                    <a:pt x="1805" y="1"/>
                    <a:pt x="1738" y="68"/>
                    <a:pt x="1738" y="148"/>
                  </a:cubicBezTo>
                  <a:cubicBezTo>
                    <a:pt x="1738" y="231"/>
                    <a:pt x="1805" y="296"/>
                    <a:pt x="1885" y="296"/>
                  </a:cubicBezTo>
                  <a:lnTo>
                    <a:pt x="5391" y="296"/>
                  </a:lnTo>
                  <a:cubicBezTo>
                    <a:pt x="5409" y="296"/>
                    <a:pt x="5425" y="312"/>
                    <a:pt x="5425" y="332"/>
                  </a:cubicBezTo>
                  <a:lnTo>
                    <a:pt x="5425" y="471"/>
                  </a:lnTo>
                  <a:cubicBezTo>
                    <a:pt x="5425" y="489"/>
                    <a:pt x="5409" y="505"/>
                    <a:pt x="5391" y="505"/>
                  </a:cubicBezTo>
                  <a:lnTo>
                    <a:pt x="334" y="505"/>
                  </a:lnTo>
                  <a:cubicBezTo>
                    <a:pt x="314" y="505"/>
                    <a:pt x="298" y="489"/>
                    <a:pt x="298" y="471"/>
                  </a:cubicBezTo>
                  <a:lnTo>
                    <a:pt x="298" y="332"/>
                  </a:lnTo>
                  <a:cubicBezTo>
                    <a:pt x="298" y="312"/>
                    <a:pt x="314" y="296"/>
                    <a:pt x="334" y="296"/>
                  </a:cubicBezTo>
                  <a:cubicBezTo>
                    <a:pt x="415" y="296"/>
                    <a:pt x="482" y="231"/>
                    <a:pt x="482" y="148"/>
                  </a:cubicBezTo>
                  <a:cubicBezTo>
                    <a:pt x="482" y="68"/>
                    <a:pt x="415" y="1"/>
                    <a:pt x="33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7" name="Google Shape;1927;g39de3837a1a_0_120"/>
            <p:cNvSpPr/>
            <p:nvPr/>
          </p:nvSpPr>
          <p:spPr>
            <a:xfrm>
              <a:off x="2393048" y="1322239"/>
              <a:ext cx="269074" cy="243846"/>
            </a:xfrm>
            <a:custGeom>
              <a:rect b="b" l="l" r="r" t="t"/>
              <a:pathLst>
                <a:path extrusionOk="0" h="9028" w="9962">
                  <a:moveTo>
                    <a:pt x="450" y="0"/>
                  </a:moveTo>
                  <a:cubicBezTo>
                    <a:pt x="201" y="0"/>
                    <a:pt x="0" y="203"/>
                    <a:pt x="0" y="452"/>
                  </a:cubicBezTo>
                  <a:lnTo>
                    <a:pt x="0" y="2715"/>
                  </a:lnTo>
                  <a:cubicBezTo>
                    <a:pt x="0" y="2796"/>
                    <a:pt x="66" y="2863"/>
                    <a:pt x="148" y="2863"/>
                  </a:cubicBezTo>
                  <a:cubicBezTo>
                    <a:pt x="229" y="2863"/>
                    <a:pt x="296" y="2796"/>
                    <a:pt x="296" y="2715"/>
                  </a:cubicBezTo>
                  <a:lnTo>
                    <a:pt x="296" y="1627"/>
                  </a:lnTo>
                  <a:lnTo>
                    <a:pt x="8393" y="1627"/>
                  </a:lnTo>
                  <a:cubicBezTo>
                    <a:pt x="8475" y="1627"/>
                    <a:pt x="8541" y="1562"/>
                    <a:pt x="8541" y="1479"/>
                  </a:cubicBezTo>
                  <a:cubicBezTo>
                    <a:pt x="8541" y="1397"/>
                    <a:pt x="8475" y="1331"/>
                    <a:pt x="8393" y="1331"/>
                  </a:cubicBezTo>
                  <a:lnTo>
                    <a:pt x="296" y="1331"/>
                  </a:lnTo>
                  <a:lnTo>
                    <a:pt x="296" y="453"/>
                  </a:lnTo>
                  <a:cubicBezTo>
                    <a:pt x="296" y="368"/>
                    <a:pt x="366" y="299"/>
                    <a:pt x="450" y="299"/>
                  </a:cubicBezTo>
                  <a:lnTo>
                    <a:pt x="9510" y="299"/>
                  </a:lnTo>
                  <a:cubicBezTo>
                    <a:pt x="9596" y="299"/>
                    <a:pt x="9664" y="371"/>
                    <a:pt x="9664" y="453"/>
                  </a:cubicBezTo>
                  <a:lnTo>
                    <a:pt x="9664" y="8579"/>
                  </a:lnTo>
                  <a:cubicBezTo>
                    <a:pt x="9664" y="8665"/>
                    <a:pt x="9594" y="8734"/>
                    <a:pt x="9510" y="8734"/>
                  </a:cubicBezTo>
                  <a:lnTo>
                    <a:pt x="450" y="8734"/>
                  </a:lnTo>
                  <a:cubicBezTo>
                    <a:pt x="365" y="8734"/>
                    <a:pt x="296" y="8663"/>
                    <a:pt x="296" y="8579"/>
                  </a:cubicBezTo>
                  <a:lnTo>
                    <a:pt x="296" y="4814"/>
                  </a:lnTo>
                  <a:cubicBezTo>
                    <a:pt x="296" y="4732"/>
                    <a:pt x="229" y="4667"/>
                    <a:pt x="148" y="4667"/>
                  </a:cubicBezTo>
                  <a:cubicBezTo>
                    <a:pt x="66" y="4667"/>
                    <a:pt x="0" y="4732"/>
                    <a:pt x="0" y="4814"/>
                  </a:cubicBezTo>
                  <a:lnTo>
                    <a:pt x="0" y="8578"/>
                  </a:lnTo>
                  <a:cubicBezTo>
                    <a:pt x="0" y="8827"/>
                    <a:pt x="203" y="9028"/>
                    <a:pt x="450" y="9028"/>
                  </a:cubicBezTo>
                  <a:lnTo>
                    <a:pt x="9510" y="9028"/>
                  </a:lnTo>
                  <a:cubicBezTo>
                    <a:pt x="9759" y="9028"/>
                    <a:pt x="9960" y="8825"/>
                    <a:pt x="9960" y="8578"/>
                  </a:cubicBezTo>
                  <a:lnTo>
                    <a:pt x="9960" y="452"/>
                  </a:lnTo>
                  <a:cubicBezTo>
                    <a:pt x="9962" y="203"/>
                    <a:pt x="9759" y="0"/>
                    <a:pt x="95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8" name="Google Shape;1928;g39de3837a1a_0_120"/>
            <p:cNvSpPr/>
            <p:nvPr/>
          </p:nvSpPr>
          <p:spPr>
            <a:xfrm>
              <a:off x="2492337" y="1397433"/>
              <a:ext cx="62447" cy="80544"/>
            </a:xfrm>
            <a:custGeom>
              <a:rect b="b" l="l" r="r" t="t"/>
              <a:pathLst>
                <a:path extrusionOk="0" h="2982" w="2312">
                  <a:moveTo>
                    <a:pt x="2016" y="297"/>
                  </a:moveTo>
                  <a:lnTo>
                    <a:pt x="2016" y="2686"/>
                  </a:lnTo>
                  <a:lnTo>
                    <a:pt x="296" y="2686"/>
                  </a:lnTo>
                  <a:lnTo>
                    <a:pt x="296" y="297"/>
                  </a:lnTo>
                  <a:close/>
                  <a:moveTo>
                    <a:pt x="149" y="1"/>
                  </a:moveTo>
                  <a:cubicBezTo>
                    <a:pt x="68" y="1"/>
                    <a:pt x="1" y="66"/>
                    <a:pt x="1" y="149"/>
                  </a:cubicBezTo>
                  <a:lnTo>
                    <a:pt x="1" y="2834"/>
                  </a:lnTo>
                  <a:cubicBezTo>
                    <a:pt x="1" y="2915"/>
                    <a:pt x="68" y="2981"/>
                    <a:pt x="149" y="2981"/>
                  </a:cubicBezTo>
                  <a:lnTo>
                    <a:pt x="2164" y="2981"/>
                  </a:lnTo>
                  <a:cubicBezTo>
                    <a:pt x="2247" y="2981"/>
                    <a:pt x="2312" y="2915"/>
                    <a:pt x="2312" y="2834"/>
                  </a:cubicBezTo>
                  <a:lnTo>
                    <a:pt x="2312" y="149"/>
                  </a:lnTo>
                  <a:cubicBezTo>
                    <a:pt x="2312" y="66"/>
                    <a:pt x="2247" y="1"/>
                    <a:pt x="216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9" name="Google Shape;1929;g39de3837a1a_0_120"/>
            <p:cNvSpPr/>
            <p:nvPr/>
          </p:nvSpPr>
          <p:spPr>
            <a:xfrm>
              <a:off x="2426082" y="1410344"/>
              <a:ext cx="43054" cy="54641"/>
            </a:xfrm>
            <a:custGeom>
              <a:rect b="b" l="l" r="r" t="t"/>
              <a:pathLst>
                <a:path extrusionOk="0" h="2023" w="1594">
                  <a:moveTo>
                    <a:pt x="1297" y="296"/>
                  </a:moveTo>
                  <a:lnTo>
                    <a:pt x="1297" y="1727"/>
                  </a:lnTo>
                  <a:lnTo>
                    <a:pt x="297" y="1727"/>
                  </a:lnTo>
                  <a:lnTo>
                    <a:pt x="297" y="296"/>
                  </a:lnTo>
                  <a:close/>
                  <a:moveTo>
                    <a:pt x="149" y="1"/>
                  </a:moveTo>
                  <a:cubicBezTo>
                    <a:pt x="68" y="1"/>
                    <a:pt x="1" y="68"/>
                    <a:pt x="1" y="149"/>
                  </a:cubicBezTo>
                  <a:lnTo>
                    <a:pt x="1" y="1875"/>
                  </a:lnTo>
                  <a:cubicBezTo>
                    <a:pt x="1" y="1957"/>
                    <a:pt x="68" y="2023"/>
                    <a:pt x="149" y="2023"/>
                  </a:cubicBezTo>
                  <a:lnTo>
                    <a:pt x="1445" y="2023"/>
                  </a:lnTo>
                  <a:cubicBezTo>
                    <a:pt x="1526" y="2023"/>
                    <a:pt x="1593" y="1957"/>
                    <a:pt x="1593" y="1875"/>
                  </a:cubicBezTo>
                  <a:lnTo>
                    <a:pt x="1593" y="149"/>
                  </a:lnTo>
                  <a:cubicBezTo>
                    <a:pt x="1593" y="68"/>
                    <a:pt x="1526" y="1"/>
                    <a:pt x="144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0" name="Google Shape;1930;g39de3837a1a_0_120"/>
            <p:cNvSpPr/>
            <p:nvPr/>
          </p:nvSpPr>
          <p:spPr>
            <a:xfrm>
              <a:off x="2580740" y="1410344"/>
              <a:ext cx="43000" cy="54641"/>
            </a:xfrm>
            <a:custGeom>
              <a:rect b="b" l="l" r="r" t="t"/>
              <a:pathLst>
                <a:path extrusionOk="0" h="2023" w="1592">
                  <a:moveTo>
                    <a:pt x="1296" y="296"/>
                  </a:moveTo>
                  <a:lnTo>
                    <a:pt x="1296" y="1727"/>
                  </a:lnTo>
                  <a:lnTo>
                    <a:pt x="297" y="1727"/>
                  </a:lnTo>
                  <a:lnTo>
                    <a:pt x="297" y="296"/>
                  </a:lnTo>
                  <a:close/>
                  <a:moveTo>
                    <a:pt x="149" y="1"/>
                  </a:moveTo>
                  <a:cubicBezTo>
                    <a:pt x="66" y="1"/>
                    <a:pt x="1" y="68"/>
                    <a:pt x="1" y="149"/>
                  </a:cubicBezTo>
                  <a:lnTo>
                    <a:pt x="1" y="1875"/>
                  </a:lnTo>
                  <a:cubicBezTo>
                    <a:pt x="1" y="1957"/>
                    <a:pt x="66" y="2023"/>
                    <a:pt x="149" y="2023"/>
                  </a:cubicBezTo>
                  <a:lnTo>
                    <a:pt x="1444" y="2023"/>
                  </a:lnTo>
                  <a:cubicBezTo>
                    <a:pt x="1526" y="2023"/>
                    <a:pt x="1592" y="1957"/>
                    <a:pt x="1592" y="1875"/>
                  </a:cubicBezTo>
                  <a:lnTo>
                    <a:pt x="1592" y="149"/>
                  </a:lnTo>
                  <a:cubicBezTo>
                    <a:pt x="1592" y="68"/>
                    <a:pt x="1526" y="1"/>
                    <a:pt x="14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1" name="Google Shape;1931;g39de3837a1a_0_120"/>
            <p:cNvSpPr/>
            <p:nvPr/>
          </p:nvSpPr>
          <p:spPr>
            <a:xfrm>
              <a:off x="2502816" y="1417988"/>
              <a:ext cx="41568" cy="39435"/>
            </a:xfrm>
            <a:custGeom>
              <a:rect b="b" l="l" r="r" t="t"/>
              <a:pathLst>
                <a:path extrusionOk="0" h="1460" w="1539">
                  <a:moveTo>
                    <a:pt x="772" y="462"/>
                  </a:moveTo>
                  <a:lnTo>
                    <a:pt x="841" y="588"/>
                  </a:lnTo>
                  <a:cubicBezTo>
                    <a:pt x="863" y="627"/>
                    <a:pt x="901" y="656"/>
                    <a:pt x="947" y="664"/>
                  </a:cubicBezTo>
                  <a:lnTo>
                    <a:pt x="1088" y="689"/>
                  </a:lnTo>
                  <a:lnTo>
                    <a:pt x="981" y="792"/>
                  </a:lnTo>
                  <a:cubicBezTo>
                    <a:pt x="950" y="826"/>
                    <a:pt x="934" y="869"/>
                    <a:pt x="942" y="915"/>
                  </a:cubicBezTo>
                  <a:lnTo>
                    <a:pt x="962" y="1056"/>
                  </a:lnTo>
                  <a:lnTo>
                    <a:pt x="833" y="994"/>
                  </a:lnTo>
                  <a:cubicBezTo>
                    <a:pt x="814" y="985"/>
                    <a:pt x="791" y="978"/>
                    <a:pt x="769" y="978"/>
                  </a:cubicBezTo>
                  <a:cubicBezTo>
                    <a:pt x="747" y="978"/>
                    <a:pt x="724" y="985"/>
                    <a:pt x="704" y="994"/>
                  </a:cubicBezTo>
                  <a:lnTo>
                    <a:pt x="576" y="1056"/>
                  </a:lnTo>
                  <a:lnTo>
                    <a:pt x="595" y="915"/>
                  </a:lnTo>
                  <a:cubicBezTo>
                    <a:pt x="601" y="869"/>
                    <a:pt x="587" y="824"/>
                    <a:pt x="556" y="792"/>
                  </a:cubicBezTo>
                  <a:lnTo>
                    <a:pt x="458" y="689"/>
                  </a:lnTo>
                  <a:lnTo>
                    <a:pt x="599" y="664"/>
                  </a:lnTo>
                  <a:cubicBezTo>
                    <a:pt x="645" y="656"/>
                    <a:pt x="684" y="628"/>
                    <a:pt x="705" y="588"/>
                  </a:cubicBezTo>
                  <a:lnTo>
                    <a:pt x="772" y="462"/>
                  </a:lnTo>
                  <a:close/>
                  <a:moveTo>
                    <a:pt x="769" y="1"/>
                  </a:moveTo>
                  <a:cubicBezTo>
                    <a:pt x="715" y="1"/>
                    <a:pt x="663" y="29"/>
                    <a:pt x="638" y="79"/>
                  </a:cubicBezTo>
                  <a:lnTo>
                    <a:pt x="475" y="385"/>
                  </a:lnTo>
                  <a:lnTo>
                    <a:pt x="133" y="448"/>
                  </a:lnTo>
                  <a:cubicBezTo>
                    <a:pt x="78" y="457"/>
                    <a:pt x="36" y="496"/>
                    <a:pt x="17" y="547"/>
                  </a:cubicBezTo>
                  <a:cubicBezTo>
                    <a:pt x="0" y="600"/>
                    <a:pt x="14" y="656"/>
                    <a:pt x="52" y="695"/>
                  </a:cubicBezTo>
                  <a:lnTo>
                    <a:pt x="293" y="946"/>
                  </a:lnTo>
                  <a:lnTo>
                    <a:pt x="246" y="1290"/>
                  </a:lnTo>
                  <a:cubicBezTo>
                    <a:pt x="238" y="1344"/>
                    <a:pt x="262" y="1397"/>
                    <a:pt x="305" y="1430"/>
                  </a:cubicBezTo>
                  <a:cubicBezTo>
                    <a:pt x="332" y="1448"/>
                    <a:pt x="364" y="1458"/>
                    <a:pt x="395" y="1458"/>
                  </a:cubicBezTo>
                  <a:cubicBezTo>
                    <a:pt x="417" y="1458"/>
                    <a:pt x="438" y="1453"/>
                    <a:pt x="458" y="1444"/>
                  </a:cubicBezTo>
                  <a:lnTo>
                    <a:pt x="771" y="1293"/>
                  </a:lnTo>
                  <a:lnTo>
                    <a:pt x="1084" y="1444"/>
                  </a:lnTo>
                  <a:cubicBezTo>
                    <a:pt x="1105" y="1453"/>
                    <a:pt x="1127" y="1459"/>
                    <a:pt x="1149" y="1459"/>
                  </a:cubicBezTo>
                  <a:cubicBezTo>
                    <a:pt x="1180" y="1459"/>
                    <a:pt x="1208" y="1450"/>
                    <a:pt x="1236" y="1430"/>
                  </a:cubicBezTo>
                  <a:cubicBezTo>
                    <a:pt x="1281" y="1399"/>
                    <a:pt x="1301" y="1344"/>
                    <a:pt x="1297" y="1290"/>
                  </a:cubicBezTo>
                  <a:lnTo>
                    <a:pt x="1250" y="946"/>
                  </a:lnTo>
                  <a:lnTo>
                    <a:pt x="1491" y="695"/>
                  </a:lnTo>
                  <a:cubicBezTo>
                    <a:pt x="1524" y="656"/>
                    <a:pt x="1538" y="597"/>
                    <a:pt x="1519" y="547"/>
                  </a:cubicBezTo>
                  <a:cubicBezTo>
                    <a:pt x="1502" y="494"/>
                    <a:pt x="1460" y="457"/>
                    <a:pt x="1406" y="448"/>
                  </a:cubicBezTo>
                  <a:lnTo>
                    <a:pt x="1063" y="385"/>
                  </a:lnTo>
                  <a:lnTo>
                    <a:pt x="900" y="79"/>
                  </a:lnTo>
                  <a:cubicBezTo>
                    <a:pt x="873" y="29"/>
                    <a:pt x="824" y="1"/>
                    <a:pt x="76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2" name="Google Shape;1932;g39de3837a1a_0_120"/>
            <p:cNvSpPr/>
            <p:nvPr/>
          </p:nvSpPr>
          <p:spPr>
            <a:xfrm>
              <a:off x="2491040" y="1497369"/>
              <a:ext cx="65013" cy="8022"/>
            </a:xfrm>
            <a:custGeom>
              <a:rect b="b" l="l" r="r" t="t"/>
              <a:pathLst>
                <a:path extrusionOk="0" h="297" w="2407">
                  <a:moveTo>
                    <a:pt x="148" y="1"/>
                  </a:moveTo>
                  <a:cubicBezTo>
                    <a:pt x="67" y="1"/>
                    <a:pt x="0" y="67"/>
                    <a:pt x="0" y="148"/>
                  </a:cubicBezTo>
                  <a:cubicBezTo>
                    <a:pt x="0" y="231"/>
                    <a:pt x="67" y="296"/>
                    <a:pt x="148" y="296"/>
                  </a:cubicBezTo>
                  <a:lnTo>
                    <a:pt x="2259" y="296"/>
                  </a:lnTo>
                  <a:cubicBezTo>
                    <a:pt x="2341" y="296"/>
                    <a:pt x="2407" y="231"/>
                    <a:pt x="2407" y="148"/>
                  </a:cubicBezTo>
                  <a:cubicBezTo>
                    <a:pt x="2407" y="67"/>
                    <a:pt x="2341" y="1"/>
                    <a:pt x="225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3" name="Google Shape;1933;g39de3837a1a_0_120"/>
            <p:cNvSpPr/>
            <p:nvPr/>
          </p:nvSpPr>
          <p:spPr>
            <a:xfrm>
              <a:off x="2504194" y="1512495"/>
              <a:ext cx="38759" cy="8022"/>
            </a:xfrm>
            <a:custGeom>
              <a:rect b="b" l="l" r="r" t="t"/>
              <a:pathLst>
                <a:path extrusionOk="0" h="297" w="1435">
                  <a:moveTo>
                    <a:pt x="148" y="1"/>
                  </a:moveTo>
                  <a:cubicBezTo>
                    <a:pt x="66" y="1"/>
                    <a:pt x="1" y="68"/>
                    <a:pt x="1" y="149"/>
                  </a:cubicBezTo>
                  <a:cubicBezTo>
                    <a:pt x="1" y="231"/>
                    <a:pt x="66" y="297"/>
                    <a:pt x="148" y="297"/>
                  </a:cubicBezTo>
                  <a:lnTo>
                    <a:pt x="1286" y="297"/>
                  </a:lnTo>
                  <a:cubicBezTo>
                    <a:pt x="1367" y="297"/>
                    <a:pt x="1434" y="231"/>
                    <a:pt x="1434" y="149"/>
                  </a:cubicBezTo>
                  <a:cubicBezTo>
                    <a:pt x="1434" y="68"/>
                    <a:pt x="1367" y="1"/>
                    <a:pt x="128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4" name="Google Shape;1934;g39de3837a1a_0_120"/>
            <p:cNvSpPr/>
            <p:nvPr/>
          </p:nvSpPr>
          <p:spPr>
            <a:xfrm>
              <a:off x="2491040" y="1527593"/>
              <a:ext cx="65013" cy="8022"/>
            </a:xfrm>
            <a:custGeom>
              <a:rect b="b" l="l" r="r" t="t"/>
              <a:pathLst>
                <a:path extrusionOk="0" h="297" w="2407">
                  <a:moveTo>
                    <a:pt x="148" y="1"/>
                  </a:moveTo>
                  <a:cubicBezTo>
                    <a:pt x="67" y="1"/>
                    <a:pt x="0" y="67"/>
                    <a:pt x="0" y="148"/>
                  </a:cubicBezTo>
                  <a:cubicBezTo>
                    <a:pt x="0" y="231"/>
                    <a:pt x="67" y="296"/>
                    <a:pt x="148" y="296"/>
                  </a:cubicBezTo>
                  <a:lnTo>
                    <a:pt x="2259" y="296"/>
                  </a:lnTo>
                  <a:cubicBezTo>
                    <a:pt x="2341" y="296"/>
                    <a:pt x="2407" y="231"/>
                    <a:pt x="2407" y="148"/>
                  </a:cubicBezTo>
                  <a:cubicBezTo>
                    <a:pt x="2407" y="67"/>
                    <a:pt x="2341" y="1"/>
                    <a:pt x="225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5" name="Google Shape;1935;g39de3837a1a_0_120"/>
            <p:cNvSpPr/>
            <p:nvPr/>
          </p:nvSpPr>
          <p:spPr>
            <a:xfrm>
              <a:off x="2405878" y="1332367"/>
              <a:ext cx="21662" cy="21689"/>
            </a:xfrm>
            <a:custGeom>
              <a:rect b="b" l="l" r="r" t="t"/>
              <a:pathLst>
                <a:path extrusionOk="0" h="803" w="802">
                  <a:moveTo>
                    <a:pt x="400" y="296"/>
                  </a:moveTo>
                  <a:cubicBezTo>
                    <a:pt x="459" y="296"/>
                    <a:pt x="506" y="343"/>
                    <a:pt x="506" y="402"/>
                  </a:cubicBezTo>
                  <a:cubicBezTo>
                    <a:pt x="506" y="460"/>
                    <a:pt x="459" y="506"/>
                    <a:pt x="400" y="506"/>
                  </a:cubicBezTo>
                  <a:cubicBezTo>
                    <a:pt x="343" y="506"/>
                    <a:pt x="296" y="460"/>
                    <a:pt x="296" y="402"/>
                  </a:cubicBezTo>
                  <a:cubicBezTo>
                    <a:pt x="296" y="343"/>
                    <a:pt x="343" y="296"/>
                    <a:pt x="400" y="296"/>
                  </a:cubicBezTo>
                  <a:close/>
                  <a:moveTo>
                    <a:pt x="400" y="1"/>
                  </a:moveTo>
                  <a:cubicBezTo>
                    <a:pt x="179" y="1"/>
                    <a:pt x="0" y="180"/>
                    <a:pt x="0" y="402"/>
                  </a:cubicBezTo>
                  <a:cubicBezTo>
                    <a:pt x="0" y="623"/>
                    <a:pt x="179" y="802"/>
                    <a:pt x="400" y="802"/>
                  </a:cubicBezTo>
                  <a:cubicBezTo>
                    <a:pt x="623" y="802"/>
                    <a:pt x="802" y="623"/>
                    <a:pt x="802" y="402"/>
                  </a:cubicBezTo>
                  <a:cubicBezTo>
                    <a:pt x="802" y="180"/>
                    <a:pt x="623" y="1"/>
                    <a:pt x="4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6" name="Google Shape;1936;g39de3837a1a_0_120"/>
            <p:cNvSpPr/>
            <p:nvPr/>
          </p:nvSpPr>
          <p:spPr>
            <a:xfrm>
              <a:off x="2429917" y="1332367"/>
              <a:ext cx="21689" cy="21689"/>
            </a:xfrm>
            <a:custGeom>
              <a:rect b="b" l="l" r="r" t="t"/>
              <a:pathLst>
                <a:path extrusionOk="0" h="803" w="803">
                  <a:moveTo>
                    <a:pt x="402" y="296"/>
                  </a:moveTo>
                  <a:cubicBezTo>
                    <a:pt x="460" y="296"/>
                    <a:pt x="506" y="343"/>
                    <a:pt x="506" y="402"/>
                  </a:cubicBezTo>
                  <a:cubicBezTo>
                    <a:pt x="506" y="460"/>
                    <a:pt x="460" y="506"/>
                    <a:pt x="402" y="506"/>
                  </a:cubicBezTo>
                  <a:cubicBezTo>
                    <a:pt x="343" y="506"/>
                    <a:pt x="296" y="460"/>
                    <a:pt x="296" y="402"/>
                  </a:cubicBezTo>
                  <a:cubicBezTo>
                    <a:pt x="296" y="343"/>
                    <a:pt x="343" y="296"/>
                    <a:pt x="402" y="296"/>
                  </a:cubicBezTo>
                  <a:close/>
                  <a:moveTo>
                    <a:pt x="402" y="1"/>
                  </a:moveTo>
                  <a:cubicBezTo>
                    <a:pt x="179" y="1"/>
                    <a:pt x="0" y="180"/>
                    <a:pt x="0" y="402"/>
                  </a:cubicBezTo>
                  <a:cubicBezTo>
                    <a:pt x="0" y="623"/>
                    <a:pt x="179" y="802"/>
                    <a:pt x="402" y="802"/>
                  </a:cubicBezTo>
                  <a:cubicBezTo>
                    <a:pt x="623" y="802"/>
                    <a:pt x="802" y="623"/>
                    <a:pt x="802" y="402"/>
                  </a:cubicBezTo>
                  <a:cubicBezTo>
                    <a:pt x="802" y="180"/>
                    <a:pt x="621" y="1"/>
                    <a:pt x="4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7" name="Google Shape;1937;g39de3837a1a_0_120"/>
            <p:cNvSpPr/>
            <p:nvPr/>
          </p:nvSpPr>
          <p:spPr>
            <a:xfrm>
              <a:off x="2452119" y="1332367"/>
              <a:ext cx="21662" cy="21689"/>
            </a:xfrm>
            <a:custGeom>
              <a:rect b="b" l="l" r="r" t="t"/>
              <a:pathLst>
                <a:path extrusionOk="0" h="803" w="802">
                  <a:moveTo>
                    <a:pt x="400" y="296"/>
                  </a:moveTo>
                  <a:cubicBezTo>
                    <a:pt x="459" y="296"/>
                    <a:pt x="506" y="343"/>
                    <a:pt x="506" y="402"/>
                  </a:cubicBezTo>
                  <a:cubicBezTo>
                    <a:pt x="506" y="460"/>
                    <a:pt x="459" y="506"/>
                    <a:pt x="400" y="506"/>
                  </a:cubicBezTo>
                  <a:cubicBezTo>
                    <a:pt x="343" y="506"/>
                    <a:pt x="296" y="460"/>
                    <a:pt x="296" y="402"/>
                  </a:cubicBezTo>
                  <a:cubicBezTo>
                    <a:pt x="296" y="343"/>
                    <a:pt x="343" y="296"/>
                    <a:pt x="400" y="296"/>
                  </a:cubicBezTo>
                  <a:close/>
                  <a:moveTo>
                    <a:pt x="400" y="1"/>
                  </a:moveTo>
                  <a:cubicBezTo>
                    <a:pt x="179" y="1"/>
                    <a:pt x="0" y="180"/>
                    <a:pt x="0" y="402"/>
                  </a:cubicBezTo>
                  <a:cubicBezTo>
                    <a:pt x="0" y="623"/>
                    <a:pt x="179" y="802"/>
                    <a:pt x="400" y="802"/>
                  </a:cubicBezTo>
                  <a:cubicBezTo>
                    <a:pt x="623" y="802"/>
                    <a:pt x="802" y="623"/>
                    <a:pt x="802" y="402"/>
                  </a:cubicBezTo>
                  <a:cubicBezTo>
                    <a:pt x="802" y="180"/>
                    <a:pt x="621" y="1"/>
                    <a:pt x="4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38" name="Google Shape;1938;g39de3837a1a_0_120"/>
          <p:cNvGrpSpPr/>
          <p:nvPr/>
        </p:nvGrpSpPr>
        <p:grpSpPr>
          <a:xfrm>
            <a:off x="1440819" y="4470499"/>
            <a:ext cx="269073" cy="197794"/>
            <a:chOff x="1713319" y="1345224"/>
            <a:chExt cx="269073" cy="197794"/>
          </a:xfrm>
        </p:grpSpPr>
        <p:sp>
          <p:nvSpPr>
            <p:cNvPr id="1939" name="Google Shape;1939;g39de3837a1a_0_120"/>
            <p:cNvSpPr/>
            <p:nvPr/>
          </p:nvSpPr>
          <p:spPr>
            <a:xfrm>
              <a:off x="1713319" y="1345224"/>
              <a:ext cx="80085" cy="169569"/>
            </a:xfrm>
            <a:custGeom>
              <a:rect b="b" l="l" r="r" t="t"/>
              <a:pathLst>
                <a:path extrusionOk="0" h="6278" w="2965">
                  <a:moveTo>
                    <a:pt x="174" y="1"/>
                  </a:moveTo>
                  <a:cubicBezTo>
                    <a:pt x="79" y="1"/>
                    <a:pt x="1" y="79"/>
                    <a:pt x="1" y="175"/>
                  </a:cubicBezTo>
                  <a:lnTo>
                    <a:pt x="1" y="1167"/>
                  </a:lnTo>
                  <a:cubicBezTo>
                    <a:pt x="1" y="1262"/>
                    <a:pt x="79" y="1339"/>
                    <a:pt x="174" y="1339"/>
                  </a:cubicBezTo>
                  <a:lnTo>
                    <a:pt x="1820" y="1339"/>
                  </a:lnTo>
                  <a:cubicBezTo>
                    <a:pt x="2046" y="1339"/>
                    <a:pt x="2267" y="1433"/>
                    <a:pt x="2427" y="1595"/>
                  </a:cubicBezTo>
                  <a:cubicBezTo>
                    <a:pt x="2583" y="1755"/>
                    <a:pt x="2667" y="1960"/>
                    <a:pt x="2662" y="2178"/>
                  </a:cubicBezTo>
                  <a:cubicBezTo>
                    <a:pt x="2654" y="2623"/>
                    <a:pt x="2284" y="2986"/>
                    <a:pt x="1839" y="2986"/>
                  </a:cubicBezTo>
                  <a:lnTo>
                    <a:pt x="905" y="2986"/>
                  </a:lnTo>
                  <a:cubicBezTo>
                    <a:pt x="810" y="2986"/>
                    <a:pt x="732" y="3064"/>
                    <a:pt x="732" y="3159"/>
                  </a:cubicBezTo>
                  <a:lnTo>
                    <a:pt x="732" y="4152"/>
                  </a:lnTo>
                  <a:cubicBezTo>
                    <a:pt x="732" y="4186"/>
                    <a:pt x="742" y="4217"/>
                    <a:pt x="760" y="4247"/>
                  </a:cubicBezTo>
                  <a:cubicBezTo>
                    <a:pt x="788" y="4301"/>
                    <a:pt x="847" y="4335"/>
                    <a:pt x="911" y="4335"/>
                  </a:cubicBezTo>
                  <a:lnTo>
                    <a:pt x="1820" y="4335"/>
                  </a:lnTo>
                  <a:cubicBezTo>
                    <a:pt x="2046" y="4335"/>
                    <a:pt x="2267" y="4429"/>
                    <a:pt x="2427" y="4591"/>
                  </a:cubicBezTo>
                  <a:cubicBezTo>
                    <a:pt x="2583" y="4751"/>
                    <a:pt x="2667" y="4956"/>
                    <a:pt x="2662" y="5174"/>
                  </a:cubicBezTo>
                  <a:cubicBezTo>
                    <a:pt x="2654" y="5619"/>
                    <a:pt x="2284" y="5982"/>
                    <a:pt x="1839" y="5982"/>
                  </a:cubicBezTo>
                  <a:cubicBezTo>
                    <a:pt x="1758" y="5982"/>
                    <a:pt x="1691" y="6048"/>
                    <a:pt x="1691" y="6130"/>
                  </a:cubicBezTo>
                  <a:cubicBezTo>
                    <a:pt x="1691" y="6212"/>
                    <a:pt x="1758" y="6278"/>
                    <a:pt x="1839" y="6278"/>
                  </a:cubicBezTo>
                  <a:cubicBezTo>
                    <a:pt x="2135" y="6278"/>
                    <a:pt x="2412" y="6166"/>
                    <a:pt x="2623" y="5957"/>
                  </a:cubicBezTo>
                  <a:cubicBezTo>
                    <a:pt x="2833" y="5750"/>
                    <a:pt x="2952" y="5475"/>
                    <a:pt x="2958" y="5181"/>
                  </a:cubicBezTo>
                  <a:cubicBezTo>
                    <a:pt x="2964" y="4883"/>
                    <a:pt x="2851" y="4602"/>
                    <a:pt x="2639" y="4385"/>
                  </a:cubicBezTo>
                  <a:cubicBezTo>
                    <a:pt x="2423" y="4169"/>
                    <a:pt x="2125" y="4043"/>
                    <a:pt x="1820" y="4043"/>
                  </a:cubicBezTo>
                  <a:lnTo>
                    <a:pt x="1028" y="4043"/>
                  </a:lnTo>
                  <a:lnTo>
                    <a:pt x="1028" y="3283"/>
                  </a:lnTo>
                  <a:lnTo>
                    <a:pt x="1839" y="3283"/>
                  </a:lnTo>
                  <a:cubicBezTo>
                    <a:pt x="2135" y="3283"/>
                    <a:pt x="2412" y="3171"/>
                    <a:pt x="2623" y="2963"/>
                  </a:cubicBezTo>
                  <a:cubicBezTo>
                    <a:pt x="2833" y="2757"/>
                    <a:pt x="2952" y="2480"/>
                    <a:pt x="2958" y="2186"/>
                  </a:cubicBezTo>
                  <a:cubicBezTo>
                    <a:pt x="2964" y="1889"/>
                    <a:pt x="2851" y="1607"/>
                    <a:pt x="2639" y="1391"/>
                  </a:cubicBezTo>
                  <a:cubicBezTo>
                    <a:pt x="2426" y="1173"/>
                    <a:pt x="2127" y="1047"/>
                    <a:pt x="1822" y="1047"/>
                  </a:cubicBezTo>
                  <a:lnTo>
                    <a:pt x="297" y="1047"/>
                  </a:lnTo>
                  <a:lnTo>
                    <a:pt x="297" y="298"/>
                  </a:lnTo>
                  <a:lnTo>
                    <a:pt x="547" y="298"/>
                  </a:lnTo>
                  <a:cubicBezTo>
                    <a:pt x="630" y="298"/>
                    <a:pt x="695" y="231"/>
                    <a:pt x="695" y="149"/>
                  </a:cubicBezTo>
                  <a:cubicBezTo>
                    <a:pt x="695" y="68"/>
                    <a:pt x="630" y="1"/>
                    <a:pt x="54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0" name="Google Shape;1940;g39de3837a1a_0_120"/>
            <p:cNvSpPr/>
            <p:nvPr/>
          </p:nvSpPr>
          <p:spPr>
            <a:xfrm>
              <a:off x="1713967" y="1345359"/>
              <a:ext cx="131674" cy="197659"/>
            </a:xfrm>
            <a:custGeom>
              <a:rect b="b" l="l" r="r" t="t"/>
              <a:pathLst>
                <a:path extrusionOk="0" h="7318" w="4875">
                  <a:moveTo>
                    <a:pt x="2915" y="310"/>
                  </a:moveTo>
                  <a:lnTo>
                    <a:pt x="2915" y="310"/>
                  </a:lnTo>
                  <a:cubicBezTo>
                    <a:pt x="3843" y="422"/>
                    <a:pt x="4568" y="1204"/>
                    <a:pt x="4576" y="2148"/>
                  </a:cubicBezTo>
                  <a:cubicBezTo>
                    <a:pt x="4581" y="2684"/>
                    <a:pt x="4352" y="3197"/>
                    <a:pt x="3953" y="3555"/>
                  </a:cubicBezTo>
                  <a:cubicBezTo>
                    <a:pt x="3922" y="3582"/>
                    <a:pt x="3905" y="3624"/>
                    <a:pt x="3905" y="3666"/>
                  </a:cubicBezTo>
                  <a:cubicBezTo>
                    <a:pt x="3905" y="3709"/>
                    <a:pt x="3922" y="3748"/>
                    <a:pt x="3953" y="3776"/>
                  </a:cubicBezTo>
                  <a:cubicBezTo>
                    <a:pt x="4344" y="4123"/>
                    <a:pt x="4573" y="4623"/>
                    <a:pt x="4576" y="5143"/>
                  </a:cubicBezTo>
                  <a:cubicBezTo>
                    <a:pt x="4581" y="5644"/>
                    <a:pt x="4388" y="6116"/>
                    <a:pt x="4036" y="6472"/>
                  </a:cubicBezTo>
                  <a:cubicBezTo>
                    <a:pt x="3734" y="6776"/>
                    <a:pt x="3348" y="6962"/>
                    <a:pt x="2931" y="7011"/>
                  </a:cubicBezTo>
                  <a:cubicBezTo>
                    <a:pt x="3082" y="6919"/>
                    <a:pt x="3222" y="6808"/>
                    <a:pt x="3351" y="6679"/>
                  </a:cubicBezTo>
                  <a:cubicBezTo>
                    <a:pt x="3759" y="6267"/>
                    <a:pt x="3983" y="5720"/>
                    <a:pt x="3977" y="5141"/>
                  </a:cubicBezTo>
                  <a:cubicBezTo>
                    <a:pt x="3974" y="4590"/>
                    <a:pt x="3753" y="4061"/>
                    <a:pt x="3370" y="3664"/>
                  </a:cubicBezTo>
                  <a:cubicBezTo>
                    <a:pt x="3760" y="3258"/>
                    <a:pt x="3981" y="2713"/>
                    <a:pt x="3977" y="2147"/>
                  </a:cubicBezTo>
                  <a:cubicBezTo>
                    <a:pt x="3971" y="1369"/>
                    <a:pt x="3546" y="687"/>
                    <a:pt x="2915" y="310"/>
                  </a:cubicBezTo>
                  <a:close/>
                  <a:moveTo>
                    <a:pt x="1455" y="1"/>
                  </a:moveTo>
                  <a:cubicBezTo>
                    <a:pt x="1373" y="1"/>
                    <a:pt x="1308" y="66"/>
                    <a:pt x="1308" y="148"/>
                  </a:cubicBezTo>
                  <a:cubicBezTo>
                    <a:pt x="1308" y="231"/>
                    <a:pt x="1374" y="296"/>
                    <a:pt x="1455" y="296"/>
                  </a:cubicBezTo>
                  <a:lnTo>
                    <a:pt x="1790" y="296"/>
                  </a:lnTo>
                  <a:cubicBezTo>
                    <a:pt x="2825" y="296"/>
                    <a:pt x="3673" y="1127"/>
                    <a:pt x="3681" y="2148"/>
                  </a:cubicBezTo>
                  <a:cubicBezTo>
                    <a:pt x="3684" y="2684"/>
                    <a:pt x="3457" y="3197"/>
                    <a:pt x="3059" y="3555"/>
                  </a:cubicBezTo>
                  <a:cubicBezTo>
                    <a:pt x="3027" y="3582"/>
                    <a:pt x="3010" y="3624"/>
                    <a:pt x="3010" y="3666"/>
                  </a:cubicBezTo>
                  <a:cubicBezTo>
                    <a:pt x="3010" y="3709"/>
                    <a:pt x="3027" y="3748"/>
                    <a:pt x="3059" y="3776"/>
                  </a:cubicBezTo>
                  <a:cubicBezTo>
                    <a:pt x="3451" y="4127"/>
                    <a:pt x="3678" y="4625"/>
                    <a:pt x="3681" y="5144"/>
                  </a:cubicBezTo>
                  <a:cubicBezTo>
                    <a:pt x="3684" y="5647"/>
                    <a:pt x="3493" y="6117"/>
                    <a:pt x="3139" y="6474"/>
                  </a:cubicBezTo>
                  <a:cubicBezTo>
                    <a:pt x="2788" y="6830"/>
                    <a:pt x="2318" y="7025"/>
                    <a:pt x="1815" y="7025"/>
                  </a:cubicBezTo>
                  <a:lnTo>
                    <a:pt x="296" y="7025"/>
                  </a:lnTo>
                  <a:lnTo>
                    <a:pt x="296" y="6274"/>
                  </a:lnTo>
                  <a:lnTo>
                    <a:pt x="903" y="6274"/>
                  </a:lnTo>
                  <a:cubicBezTo>
                    <a:pt x="985" y="6274"/>
                    <a:pt x="1051" y="6209"/>
                    <a:pt x="1051" y="6127"/>
                  </a:cubicBezTo>
                  <a:cubicBezTo>
                    <a:pt x="1051" y="6046"/>
                    <a:pt x="984" y="5979"/>
                    <a:pt x="903" y="5979"/>
                  </a:cubicBezTo>
                  <a:lnTo>
                    <a:pt x="173" y="5979"/>
                  </a:lnTo>
                  <a:cubicBezTo>
                    <a:pt x="78" y="5979"/>
                    <a:pt x="0" y="6057"/>
                    <a:pt x="0" y="6151"/>
                  </a:cubicBezTo>
                  <a:lnTo>
                    <a:pt x="0" y="7144"/>
                  </a:lnTo>
                  <a:cubicBezTo>
                    <a:pt x="0" y="7239"/>
                    <a:pt x="78" y="7317"/>
                    <a:pt x="173" y="7317"/>
                  </a:cubicBezTo>
                  <a:lnTo>
                    <a:pt x="2708" y="7317"/>
                  </a:lnTo>
                  <a:cubicBezTo>
                    <a:pt x="3289" y="7317"/>
                    <a:pt x="3834" y="7090"/>
                    <a:pt x="4241" y="6679"/>
                  </a:cubicBezTo>
                  <a:cubicBezTo>
                    <a:pt x="4651" y="6267"/>
                    <a:pt x="4873" y="5720"/>
                    <a:pt x="4867" y="5140"/>
                  </a:cubicBezTo>
                  <a:cubicBezTo>
                    <a:pt x="4864" y="4590"/>
                    <a:pt x="4644" y="4061"/>
                    <a:pt x="4262" y="3664"/>
                  </a:cubicBezTo>
                  <a:cubicBezTo>
                    <a:pt x="4655" y="3258"/>
                    <a:pt x="4875" y="2713"/>
                    <a:pt x="4870" y="2145"/>
                  </a:cubicBezTo>
                  <a:cubicBezTo>
                    <a:pt x="4861" y="962"/>
                    <a:pt x="3880" y="1"/>
                    <a:pt x="2683" y="1"/>
                  </a:cubicBezTo>
                  <a:lnTo>
                    <a:pt x="1876" y="1"/>
                  </a:lnTo>
                  <a:cubicBezTo>
                    <a:pt x="1869" y="1"/>
                    <a:pt x="1865" y="1"/>
                    <a:pt x="1859" y="2"/>
                  </a:cubicBezTo>
                  <a:cubicBezTo>
                    <a:pt x="1835" y="2"/>
                    <a:pt x="1813" y="1"/>
                    <a:pt x="17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1" name="Google Shape;1941;g39de3837a1a_0_120"/>
            <p:cNvSpPr/>
            <p:nvPr/>
          </p:nvSpPr>
          <p:spPr>
            <a:xfrm>
              <a:off x="1888126" y="1372504"/>
              <a:ext cx="46403" cy="143315"/>
            </a:xfrm>
            <a:custGeom>
              <a:rect b="b" l="l" r="r" t="t"/>
              <a:pathLst>
                <a:path extrusionOk="0" h="5306" w="1718">
                  <a:moveTo>
                    <a:pt x="1219" y="300"/>
                  </a:moveTo>
                  <a:cubicBezTo>
                    <a:pt x="1333" y="300"/>
                    <a:pt x="1424" y="390"/>
                    <a:pt x="1424" y="504"/>
                  </a:cubicBezTo>
                  <a:lnTo>
                    <a:pt x="1424" y="5011"/>
                  </a:lnTo>
                  <a:lnTo>
                    <a:pt x="934" y="5011"/>
                  </a:lnTo>
                  <a:cubicBezTo>
                    <a:pt x="937" y="4885"/>
                    <a:pt x="937" y="4684"/>
                    <a:pt x="939" y="4364"/>
                  </a:cubicBezTo>
                  <a:cubicBezTo>
                    <a:pt x="942" y="3946"/>
                    <a:pt x="939" y="3367"/>
                    <a:pt x="937" y="2642"/>
                  </a:cubicBezTo>
                  <a:cubicBezTo>
                    <a:pt x="934" y="1657"/>
                    <a:pt x="928" y="666"/>
                    <a:pt x="926" y="300"/>
                  </a:cubicBezTo>
                  <a:close/>
                  <a:moveTo>
                    <a:pt x="148" y="1"/>
                  </a:moveTo>
                  <a:cubicBezTo>
                    <a:pt x="66" y="1"/>
                    <a:pt x="0" y="68"/>
                    <a:pt x="0" y="149"/>
                  </a:cubicBezTo>
                  <a:lnTo>
                    <a:pt x="0" y="667"/>
                  </a:lnTo>
                  <a:cubicBezTo>
                    <a:pt x="0" y="748"/>
                    <a:pt x="66" y="815"/>
                    <a:pt x="148" y="815"/>
                  </a:cubicBezTo>
                  <a:cubicBezTo>
                    <a:pt x="229" y="815"/>
                    <a:pt x="295" y="748"/>
                    <a:pt x="295" y="667"/>
                  </a:cubicBezTo>
                  <a:lnTo>
                    <a:pt x="295" y="297"/>
                  </a:lnTo>
                  <a:lnTo>
                    <a:pt x="629" y="297"/>
                  </a:lnTo>
                  <a:cubicBezTo>
                    <a:pt x="642" y="2017"/>
                    <a:pt x="651" y="4434"/>
                    <a:pt x="637" y="5009"/>
                  </a:cubicBezTo>
                  <a:lnTo>
                    <a:pt x="295" y="5009"/>
                  </a:lnTo>
                  <a:lnTo>
                    <a:pt x="295" y="1599"/>
                  </a:lnTo>
                  <a:cubicBezTo>
                    <a:pt x="295" y="1517"/>
                    <a:pt x="229" y="1452"/>
                    <a:pt x="148" y="1452"/>
                  </a:cubicBezTo>
                  <a:cubicBezTo>
                    <a:pt x="66" y="1452"/>
                    <a:pt x="0" y="1517"/>
                    <a:pt x="0" y="1599"/>
                  </a:cubicBezTo>
                  <a:lnTo>
                    <a:pt x="0" y="5157"/>
                  </a:lnTo>
                  <a:cubicBezTo>
                    <a:pt x="0" y="5238"/>
                    <a:pt x="66" y="5305"/>
                    <a:pt x="148" y="5305"/>
                  </a:cubicBezTo>
                  <a:lnTo>
                    <a:pt x="1569" y="5305"/>
                  </a:lnTo>
                  <a:cubicBezTo>
                    <a:pt x="1652" y="5305"/>
                    <a:pt x="1717" y="5238"/>
                    <a:pt x="1717" y="5157"/>
                  </a:cubicBezTo>
                  <a:lnTo>
                    <a:pt x="1717" y="501"/>
                  </a:lnTo>
                  <a:cubicBezTo>
                    <a:pt x="1717" y="227"/>
                    <a:pt x="1495" y="1"/>
                    <a:pt x="12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2" name="Google Shape;1942;g39de3837a1a_0_120"/>
            <p:cNvSpPr/>
            <p:nvPr/>
          </p:nvSpPr>
          <p:spPr>
            <a:xfrm>
              <a:off x="1860928" y="1345359"/>
              <a:ext cx="121464" cy="197659"/>
            </a:xfrm>
            <a:custGeom>
              <a:rect b="b" l="l" r="r" t="t"/>
              <a:pathLst>
                <a:path extrusionOk="0" h="7318" w="4497">
                  <a:moveTo>
                    <a:pt x="3997" y="296"/>
                  </a:moveTo>
                  <a:cubicBezTo>
                    <a:pt x="4109" y="296"/>
                    <a:pt x="4201" y="388"/>
                    <a:pt x="4201" y="500"/>
                  </a:cubicBezTo>
                  <a:lnTo>
                    <a:pt x="4201" y="6818"/>
                  </a:lnTo>
                  <a:cubicBezTo>
                    <a:pt x="4201" y="6930"/>
                    <a:pt x="4109" y="7021"/>
                    <a:pt x="3997" y="7021"/>
                  </a:cubicBezTo>
                  <a:lnTo>
                    <a:pt x="3688" y="7021"/>
                  </a:lnTo>
                  <a:cubicBezTo>
                    <a:pt x="3717" y="6959"/>
                    <a:pt x="3733" y="6889"/>
                    <a:pt x="3733" y="6818"/>
                  </a:cubicBezTo>
                  <a:lnTo>
                    <a:pt x="3733" y="500"/>
                  </a:lnTo>
                  <a:cubicBezTo>
                    <a:pt x="3733" y="427"/>
                    <a:pt x="3717" y="358"/>
                    <a:pt x="3688" y="296"/>
                  </a:cubicBezTo>
                  <a:close/>
                  <a:moveTo>
                    <a:pt x="148" y="1"/>
                  </a:moveTo>
                  <a:cubicBezTo>
                    <a:pt x="67" y="1"/>
                    <a:pt x="0" y="66"/>
                    <a:pt x="0" y="148"/>
                  </a:cubicBezTo>
                  <a:lnTo>
                    <a:pt x="0" y="7169"/>
                  </a:lnTo>
                  <a:cubicBezTo>
                    <a:pt x="0" y="7252"/>
                    <a:pt x="67" y="7317"/>
                    <a:pt x="148" y="7317"/>
                  </a:cubicBezTo>
                  <a:lnTo>
                    <a:pt x="3997" y="7317"/>
                  </a:lnTo>
                  <a:cubicBezTo>
                    <a:pt x="4273" y="7317"/>
                    <a:pt x="4497" y="7095"/>
                    <a:pt x="4497" y="6818"/>
                  </a:cubicBezTo>
                  <a:lnTo>
                    <a:pt x="4497" y="500"/>
                  </a:lnTo>
                  <a:cubicBezTo>
                    <a:pt x="4497" y="225"/>
                    <a:pt x="4271" y="1"/>
                    <a:pt x="3997" y="1"/>
                  </a:cubicBezTo>
                  <a:lnTo>
                    <a:pt x="1943" y="1"/>
                  </a:lnTo>
                  <a:cubicBezTo>
                    <a:pt x="1860" y="1"/>
                    <a:pt x="1795" y="66"/>
                    <a:pt x="1795" y="148"/>
                  </a:cubicBezTo>
                  <a:cubicBezTo>
                    <a:pt x="1795" y="231"/>
                    <a:pt x="1860" y="296"/>
                    <a:pt x="1943" y="296"/>
                  </a:cubicBezTo>
                  <a:lnTo>
                    <a:pt x="3231" y="296"/>
                  </a:lnTo>
                  <a:cubicBezTo>
                    <a:pt x="3345" y="296"/>
                    <a:pt x="3437" y="388"/>
                    <a:pt x="3437" y="500"/>
                  </a:cubicBezTo>
                  <a:lnTo>
                    <a:pt x="3437" y="6818"/>
                  </a:lnTo>
                  <a:cubicBezTo>
                    <a:pt x="3437" y="6930"/>
                    <a:pt x="3345" y="7021"/>
                    <a:pt x="3231" y="7021"/>
                  </a:cubicBezTo>
                  <a:lnTo>
                    <a:pt x="296" y="7021"/>
                  </a:lnTo>
                  <a:lnTo>
                    <a:pt x="296" y="296"/>
                  </a:lnTo>
                  <a:lnTo>
                    <a:pt x="1065" y="296"/>
                  </a:lnTo>
                  <a:cubicBezTo>
                    <a:pt x="1146" y="296"/>
                    <a:pt x="1213" y="231"/>
                    <a:pt x="1213" y="148"/>
                  </a:cubicBezTo>
                  <a:cubicBezTo>
                    <a:pt x="1213" y="66"/>
                    <a:pt x="1146" y="1"/>
                    <a:pt x="10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43" name="Google Shape;1943;g39de3837a1a_0_120"/>
          <p:cNvGrpSpPr/>
          <p:nvPr/>
        </p:nvGrpSpPr>
        <p:grpSpPr>
          <a:xfrm>
            <a:off x="761197" y="4434900"/>
            <a:ext cx="269074" cy="269047"/>
            <a:chOff x="1033697" y="1309625"/>
            <a:chExt cx="269074" cy="269047"/>
          </a:xfrm>
        </p:grpSpPr>
        <p:sp>
          <p:nvSpPr>
            <p:cNvPr id="1944" name="Google Shape;1944;g39de3837a1a_0_120"/>
            <p:cNvSpPr/>
            <p:nvPr/>
          </p:nvSpPr>
          <p:spPr>
            <a:xfrm>
              <a:off x="1106867" y="1393112"/>
              <a:ext cx="122571" cy="119222"/>
            </a:xfrm>
            <a:custGeom>
              <a:rect b="b" l="l" r="r" t="t"/>
              <a:pathLst>
                <a:path extrusionOk="0" h="4414" w="4538">
                  <a:moveTo>
                    <a:pt x="2994" y="0"/>
                  </a:moveTo>
                  <a:cubicBezTo>
                    <a:pt x="2964" y="0"/>
                    <a:pt x="2934" y="9"/>
                    <a:pt x="2907" y="27"/>
                  </a:cubicBezTo>
                  <a:cubicBezTo>
                    <a:pt x="2868" y="54"/>
                    <a:pt x="2845" y="99"/>
                    <a:pt x="2845" y="147"/>
                  </a:cubicBezTo>
                  <a:lnTo>
                    <a:pt x="2845" y="910"/>
                  </a:lnTo>
                  <a:cubicBezTo>
                    <a:pt x="2845" y="962"/>
                    <a:pt x="2873" y="1011"/>
                    <a:pt x="2918" y="1039"/>
                  </a:cubicBezTo>
                  <a:cubicBezTo>
                    <a:pt x="3308" y="1268"/>
                    <a:pt x="3551" y="1692"/>
                    <a:pt x="3551" y="2144"/>
                  </a:cubicBezTo>
                  <a:cubicBezTo>
                    <a:pt x="3551" y="2849"/>
                    <a:pt x="2975" y="3425"/>
                    <a:pt x="2269" y="3425"/>
                  </a:cubicBezTo>
                  <a:cubicBezTo>
                    <a:pt x="1564" y="3425"/>
                    <a:pt x="988" y="2849"/>
                    <a:pt x="988" y="2144"/>
                  </a:cubicBezTo>
                  <a:cubicBezTo>
                    <a:pt x="988" y="1692"/>
                    <a:pt x="1231" y="1268"/>
                    <a:pt x="1621" y="1039"/>
                  </a:cubicBezTo>
                  <a:cubicBezTo>
                    <a:pt x="1666" y="1011"/>
                    <a:pt x="1693" y="962"/>
                    <a:pt x="1693" y="910"/>
                  </a:cubicBezTo>
                  <a:lnTo>
                    <a:pt x="1693" y="148"/>
                  </a:lnTo>
                  <a:cubicBezTo>
                    <a:pt x="1693" y="100"/>
                    <a:pt x="1669" y="55"/>
                    <a:pt x="1631" y="29"/>
                  </a:cubicBezTo>
                  <a:cubicBezTo>
                    <a:pt x="1606" y="11"/>
                    <a:pt x="1577" y="1"/>
                    <a:pt x="1547" y="1"/>
                  </a:cubicBezTo>
                  <a:cubicBezTo>
                    <a:pt x="1530" y="1"/>
                    <a:pt x="1512" y="5"/>
                    <a:pt x="1495" y="11"/>
                  </a:cubicBezTo>
                  <a:cubicBezTo>
                    <a:pt x="1318" y="75"/>
                    <a:pt x="1148" y="162"/>
                    <a:pt x="991" y="270"/>
                  </a:cubicBezTo>
                  <a:cubicBezTo>
                    <a:pt x="922" y="317"/>
                    <a:pt x="905" y="408"/>
                    <a:pt x="952" y="475"/>
                  </a:cubicBezTo>
                  <a:cubicBezTo>
                    <a:pt x="981" y="518"/>
                    <a:pt x="1027" y="540"/>
                    <a:pt x="1075" y="540"/>
                  </a:cubicBezTo>
                  <a:cubicBezTo>
                    <a:pt x="1104" y="540"/>
                    <a:pt x="1133" y="532"/>
                    <a:pt x="1159" y="514"/>
                  </a:cubicBezTo>
                  <a:cubicBezTo>
                    <a:pt x="1234" y="461"/>
                    <a:pt x="1315" y="415"/>
                    <a:pt x="1397" y="374"/>
                  </a:cubicBezTo>
                  <a:lnTo>
                    <a:pt x="1397" y="830"/>
                  </a:lnTo>
                  <a:cubicBezTo>
                    <a:pt x="960" y="1121"/>
                    <a:pt x="692" y="1618"/>
                    <a:pt x="692" y="2145"/>
                  </a:cubicBezTo>
                  <a:cubicBezTo>
                    <a:pt x="692" y="3015"/>
                    <a:pt x="1400" y="3722"/>
                    <a:pt x="2269" y="3722"/>
                  </a:cubicBezTo>
                  <a:cubicBezTo>
                    <a:pt x="3139" y="3722"/>
                    <a:pt x="3847" y="3015"/>
                    <a:pt x="3847" y="2145"/>
                  </a:cubicBezTo>
                  <a:cubicBezTo>
                    <a:pt x="3847" y="1618"/>
                    <a:pt x="3579" y="1121"/>
                    <a:pt x="3140" y="830"/>
                  </a:cubicBezTo>
                  <a:lnTo>
                    <a:pt x="3140" y="374"/>
                  </a:lnTo>
                  <a:cubicBezTo>
                    <a:pt x="3808" y="703"/>
                    <a:pt x="4242" y="1390"/>
                    <a:pt x="4242" y="2145"/>
                  </a:cubicBezTo>
                  <a:cubicBezTo>
                    <a:pt x="4242" y="3232"/>
                    <a:pt x="3357" y="4117"/>
                    <a:pt x="2269" y="4117"/>
                  </a:cubicBezTo>
                  <a:cubicBezTo>
                    <a:pt x="1182" y="4117"/>
                    <a:pt x="297" y="3232"/>
                    <a:pt x="297" y="2145"/>
                  </a:cubicBezTo>
                  <a:cubicBezTo>
                    <a:pt x="297" y="1710"/>
                    <a:pt x="437" y="1297"/>
                    <a:pt x="701" y="950"/>
                  </a:cubicBezTo>
                  <a:cubicBezTo>
                    <a:pt x="751" y="886"/>
                    <a:pt x="739" y="793"/>
                    <a:pt x="673" y="741"/>
                  </a:cubicBezTo>
                  <a:cubicBezTo>
                    <a:pt x="647" y="721"/>
                    <a:pt x="616" y="711"/>
                    <a:pt x="585" y="711"/>
                  </a:cubicBezTo>
                  <a:cubicBezTo>
                    <a:pt x="540" y="711"/>
                    <a:pt x="496" y="732"/>
                    <a:pt x="466" y="769"/>
                  </a:cubicBezTo>
                  <a:cubicBezTo>
                    <a:pt x="163" y="1168"/>
                    <a:pt x="1" y="1643"/>
                    <a:pt x="1" y="2145"/>
                  </a:cubicBezTo>
                  <a:cubicBezTo>
                    <a:pt x="1" y="3395"/>
                    <a:pt x="1019" y="4413"/>
                    <a:pt x="2269" y="4413"/>
                  </a:cubicBezTo>
                  <a:cubicBezTo>
                    <a:pt x="3520" y="4413"/>
                    <a:pt x="4538" y="3397"/>
                    <a:pt x="4538" y="2145"/>
                  </a:cubicBezTo>
                  <a:cubicBezTo>
                    <a:pt x="4538" y="1191"/>
                    <a:pt x="3937" y="335"/>
                    <a:pt x="3044" y="8"/>
                  </a:cubicBezTo>
                  <a:cubicBezTo>
                    <a:pt x="3028" y="3"/>
                    <a:pt x="3011" y="0"/>
                    <a:pt x="29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5" name="Google Shape;1945;g39de3837a1a_0_120"/>
            <p:cNvSpPr/>
            <p:nvPr/>
          </p:nvSpPr>
          <p:spPr>
            <a:xfrm>
              <a:off x="1156160" y="1376096"/>
              <a:ext cx="23985" cy="55100"/>
            </a:xfrm>
            <a:custGeom>
              <a:rect b="b" l="l" r="r" t="t"/>
              <a:pathLst>
                <a:path extrusionOk="0" h="2040" w="888">
                  <a:moveTo>
                    <a:pt x="444" y="296"/>
                  </a:moveTo>
                  <a:cubicBezTo>
                    <a:pt x="526" y="296"/>
                    <a:pt x="592" y="363"/>
                    <a:pt x="592" y="444"/>
                  </a:cubicBezTo>
                  <a:lnTo>
                    <a:pt x="592" y="1596"/>
                  </a:lnTo>
                  <a:cubicBezTo>
                    <a:pt x="592" y="1678"/>
                    <a:pt x="526" y="1743"/>
                    <a:pt x="444" y="1743"/>
                  </a:cubicBezTo>
                  <a:cubicBezTo>
                    <a:pt x="363" y="1743"/>
                    <a:pt x="296" y="1678"/>
                    <a:pt x="296" y="1596"/>
                  </a:cubicBezTo>
                  <a:lnTo>
                    <a:pt x="296" y="444"/>
                  </a:lnTo>
                  <a:cubicBezTo>
                    <a:pt x="296" y="363"/>
                    <a:pt x="363" y="296"/>
                    <a:pt x="444" y="296"/>
                  </a:cubicBezTo>
                  <a:close/>
                  <a:moveTo>
                    <a:pt x="444" y="0"/>
                  </a:moveTo>
                  <a:cubicBezTo>
                    <a:pt x="199" y="0"/>
                    <a:pt x="0" y="199"/>
                    <a:pt x="0" y="444"/>
                  </a:cubicBezTo>
                  <a:lnTo>
                    <a:pt x="0" y="1596"/>
                  </a:lnTo>
                  <a:cubicBezTo>
                    <a:pt x="0" y="1841"/>
                    <a:pt x="199" y="2039"/>
                    <a:pt x="444" y="2039"/>
                  </a:cubicBezTo>
                  <a:cubicBezTo>
                    <a:pt x="690" y="2039"/>
                    <a:pt x="887" y="1841"/>
                    <a:pt x="887" y="1596"/>
                  </a:cubicBezTo>
                  <a:lnTo>
                    <a:pt x="887" y="444"/>
                  </a:lnTo>
                  <a:cubicBezTo>
                    <a:pt x="887" y="199"/>
                    <a:pt x="690" y="0"/>
                    <a:pt x="44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6" name="Google Shape;1946;g39de3837a1a_0_120"/>
            <p:cNvSpPr/>
            <p:nvPr/>
          </p:nvSpPr>
          <p:spPr>
            <a:xfrm>
              <a:off x="1051172" y="1327235"/>
              <a:ext cx="233934" cy="233907"/>
            </a:xfrm>
            <a:custGeom>
              <a:rect b="b" l="l" r="r" t="t"/>
              <a:pathLst>
                <a:path extrusionOk="0" h="8660" w="8661">
                  <a:moveTo>
                    <a:pt x="4331" y="1"/>
                  </a:moveTo>
                  <a:cubicBezTo>
                    <a:pt x="3636" y="1"/>
                    <a:pt x="2973" y="159"/>
                    <a:pt x="2359" y="475"/>
                  </a:cubicBezTo>
                  <a:cubicBezTo>
                    <a:pt x="2287" y="511"/>
                    <a:pt x="2258" y="601"/>
                    <a:pt x="2295" y="673"/>
                  </a:cubicBezTo>
                  <a:cubicBezTo>
                    <a:pt x="2320" y="724"/>
                    <a:pt x="2372" y="753"/>
                    <a:pt x="2425" y="753"/>
                  </a:cubicBezTo>
                  <a:cubicBezTo>
                    <a:pt x="2448" y="753"/>
                    <a:pt x="2471" y="748"/>
                    <a:pt x="2493" y="737"/>
                  </a:cubicBezTo>
                  <a:cubicBezTo>
                    <a:pt x="3065" y="444"/>
                    <a:pt x="3683" y="296"/>
                    <a:pt x="4329" y="296"/>
                  </a:cubicBezTo>
                  <a:cubicBezTo>
                    <a:pt x="6553" y="296"/>
                    <a:pt x="8362" y="2105"/>
                    <a:pt x="8362" y="4329"/>
                  </a:cubicBezTo>
                  <a:cubicBezTo>
                    <a:pt x="8362" y="6553"/>
                    <a:pt x="6553" y="8362"/>
                    <a:pt x="4329" y="8362"/>
                  </a:cubicBezTo>
                  <a:cubicBezTo>
                    <a:pt x="2105" y="8362"/>
                    <a:pt x="296" y="6553"/>
                    <a:pt x="296" y="4329"/>
                  </a:cubicBezTo>
                  <a:cubicBezTo>
                    <a:pt x="296" y="3185"/>
                    <a:pt x="785" y="2089"/>
                    <a:pt x="1637" y="1327"/>
                  </a:cubicBezTo>
                  <a:cubicBezTo>
                    <a:pt x="1697" y="1272"/>
                    <a:pt x="1703" y="1179"/>
                    <a:pt x="1649" y="1118"/>
                  </a:cubicBezTo>
                  <a:cubicBezTo>
                    <a:pt x="1620" y="1086"/>
                    <a:pt x="1579" y="1070"/>
                    <a:pt x="1538" y="1070"/>
                  </a:cubicBezTo>
                  <a:cubicBezTo>
                    <a:pt x="1504" y="1070"/>
                    <a:pt x="1468" y="1082"/>
                    <a:pt x="1440" y="1107"/>
                  </a:cubicBezTo>
                  <a:cubicBezTo>
                    <a:pt x="525" y="1928"/>
                    <a:pt x="1" y="3103"/>
                    <a:pt x="1" y="4331"/>
                  </a:cubicBezTo>
                  <a:cubicBezTo>
                    <a:pt x="1" y="5487"/>
                    <a:pt x="451" y="6573"/>
                    <a:pt x="1269" y="7391"/>
                  </a:cubicBezTo>
                  <a:cubicBezTo>
                    <a:pt x="2086" y="8208"/>
                    <a:pt x="3174" y="8659"/>
                    <a:pt x="4329" y="8659"/>
                  </a:cubicBezTo>
                  <a:cubicBezTo>
                    <a:pt x="5486" y="8659"/>
                    <a:pt x="6572" y="8211"/>
                    <a:pt x="7389" y="7391"/>
                  </a:cubicBezTo>
                  <a:cubicBezTo>
                    <a:pt x="8206" y="6572"/>
                    <a:pt x="8657" y="5487"/>
                    <a:pt x="8657" y="4331"/>
                  </a:cubicBezTo>
                  <a:cubicBezTo>
                    <a:pt x="8661" y="3174"/>
                    <a:pt x="8211" y="2086"/>
                    <a:pt x="7392" y="1269"/>
                  </a:cubicBezTo>
                  <a:cubicBezTo>
                    <a:pt x="6575" y="452"/>
                    <a:pt x="5487" y="1"/>
                    <a:pt x="433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7" name="Google Shape;1947;g39de3837a1a_0_120"/>
            <p:cNvSpPr/>
            <p:nvPr/>
          </p:nvSpPr>
          <p:spPr>
            <a:xfrm>
              <a:off x="1033697" y="1309625"/>
              <a:ext cx="269074" cy="269047"/>
            </a:xfrm>
            <a:custGeom>
              <a:rect b="b" l="l" r="r" t="t"/>
              <a:pathLst>
                <a:path extrusionOk="0" h="9961" w="9962">
                  <a:moveTo>
                    <a:pt x="4978" y="1"/>
                  </a:moveTo>
                  <a:cubicBezTo>
                    <a:pt x="4304" y="1"/>
                    <a:pt x="3650" y="133"/>
                    <a:pt x="3035" y="394"/>
                  </a:cubicBezTo>
                  <a:cubicBezTo>
                    <a:pt x="2959" y="425"/>
                    <a:pt x="2923" y="513"/>
                    <a:pt x="2957" y="589"/>
                  </a:cubicBezTo>
                  <a:cubicBezTo>
                    <a:pt x="2981" y="645"/>
                    <a:pt x="3035" y="679"/>
                    <a:pt x="3093" y="679"/>
                  </a:cubicBezTo>
                  <a:cubicBezTo>
                    <a:pt x="3113" y="679"/>
                    <a:pt x="3133" y="675"/>
                    <a:pt x="3152" y="667"/>
                  </a:cubicBezTo>
                  <a:cubicBezTo>
                    <a:pt x="3731" y="421"/>
                    <a:pt x="4346" y="296"/>
                    <a:pt x="4981" y="296"/>
                  </a:cubicBezTo>
                  <a:cubicBezTo>
                    <a:pt x="7564" y="296"/>
                    <a:pt x="9666" y="2397"/>
                    <a:pt x="9666" y="4981"/>
                  </a:cubicBezTo>
                  <a:cubicBezTo>
                    <a:pt x="9666" y="7565"/>
                    <a:pt x="7564" y="9666"/>
                    <a:pt x="4981" y="9666"/>
                  </a:cubicBezTo>
                  <a:cubicBezTo>
                    <a:pt x="2397" y="9666"/>
                    <a:pt x="296" y="7565"/>
                    <a:pt x="296" y="4981"/>
                  </a:cubicBezTo>
                  <a:cubicBezTo>
                    <a:pt x="296" y="3534"/>
                    <a:pt x="950" y="2189"/>
                    <a:pt x="2089" y="1294"/>
                  </a:cubicBezTo>
                  <a:cubicBezTo>
                    <a:pt x="2153" y="1244"/>
                    <a:pt x="2165" y="1151"/>
                    <a:pt x="2114" y="1087"/>
                  </a:cubicBezTo>
                  <a:cubicBezTo>
                    <a:pt x="2085" y="1049"/>
                    <a:pt x="2041" y="1029"/>
                    <a:pt x="1997" y="1029"/>
                  </a:cubicBezTo>
                  <a:cubicBezTo>
                    <a:pt x="1966" y="1029"/>
                    <a:pt x="1934" y="1040"/>
                    <a:pt x="1907" y="1060"/>
                  </a:cubicBezTo>
                  <a:cubicBezTo>
                    <a:pt x="1325" y="1517"/>
                    <a:pt x="844" y="2106"/>
                    <a:pt x="517" y="2765"/>
                  </a:cubicBezTo>
                  <a:cubicBezTo>
                    <a:pt x="173" y="3457"/>
                    <a:pt x="0" y="4203"/>
                    <a:pt x="0" y="4980"/>
                  </a:cubicBezTo>
                  <a:cubicBezTo>
                    <a:pt x="0" y="6310"/>
                    <a:pt x="517" y="7562"/>
                    <a:pt x="1459" y="8500"/>
                  </a:cubicBezTo>
                  <a:cubicBezTo>
                    <a:pt x="2400" y="9442"/>
                    <a:pt x="3650" y="9960"/>
                    <a:pt x="4981" y="9960"/>
                  </a:cubicBezTo>
                  <a:cubicBezTo>
                    <a:pt x="6312" y="9960"/>
                    <a:pt x="7561" y="9442"/>
                    <a:pt x="8501" y="8500"/>
                  </a:cubicBezTo>
                  <a:cubicBezTo>
                    <a:pt x="9443" y="7559"/>
                    <a:pt x="9961" y="6310"/>
                    <a:pt x="9961" y="4980"/>
                  </a:cubicBezTo>
                  <a:cubicBezTo>
                    <a:pt x="9961" y="3649"/>
                    <a:pt x="9441" y="2401"/>
                    <a:pt x="8500" y="1460"/>
                  </a:cubicBezTo>
                  <a:cubicBezTo>
                    <a:pt x="7558" y="519"/>
                    <a:pt x="6308" y="1"/>
                    <a:pt x="49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48" name="Google Shape;1948;g39de3837a1a_0_120"/>
          <p:cNvSpPr txBox="1"/>
          <p:nvPr>
            <p:ph idx="1" type="body"/>
          </p:nvPr>
        </p:nvSpPr>
        <p:spPr>
          <a:xfrm>
            <a:off x="4656774" y="1225350"/>
            <a:ext cx="4218000" cy="3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/>
              <a:t>Modelo de datos:</a:t>
            </a:r>
            <a:endParaRPr sz="115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/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</a:pPr>
            <a:r>
              <a:rPr lang="en" sz="1150">
                <a:solidFill>
                  <a:schemeClr val="lt1"/>
                </a:solidFill>
              </a:rPr>
              <a:t>PostgreSQL: Usuarios (id, email, password_hash)</a:t>
            </a:r>
            <a:endParaRPr sz="1150">
              <a:solidFill>
                <a:schemeClr val="lt1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</a:pPr>
            <a:r>
              <a:rPr lang="en" sz="1150">
                <a:solidFill>
                  <a:schemeClr val="lt1"/>
                </a:solidFill>
              </a:rPr>
              <a:t>MongoDB: Películas, Reviews, Listas de usuarios</a:t>
            </a:r>
            <a:endParaRPr sz="1150">
              <a:solidFill>
                <a:schemeClr val="lt1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</a:pPr>
            <a:r>
              <a:rPr lang="en" sz="1150">
                <a:solidFill>
                  <a:schemeClr val="lt1"/>
                </a:solidFill>
              </a:rPr>
              <a:t>Elasticsearch: índices de búsqueda optimizados</a:t>
            </a:r>
            <a:endParaRPr sz="1150">
              <a:solidFill>
                <a:schemeClr val="lt1"/>
              </a:solidFill>
            </a:endParaRPr>
          </a:p>
        </p:txBody>
      </p:sp>
      <p:pic>
        <p:nvPicPr>
          <p:cNvPr id="1949" name="Google Shape;1949;g39de3837a1a_0_1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3112" y="2624600"/>
            <a:ext cx="2885323" cy="162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3" name="Shape 1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4" name="Google Shape;1954;p4"/>
          <p:cNvSpPr txBox="1"/>
          <p:nvPr>
            <p:ph type="title"/>
          </p:nvPr>
        </p:nvSpPr>
        <p:spPr>
          <a:xfrm rot="568">
            <a:off x="1612010" y="1455510"/>
            <a:ext cx="1815000" cy="419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200"/>
              <a:t>Api Gateway</a:t>
            </a:r>
            <a:endParaRPr sz="1200"/>
          </a:p>
        </p:txBody>
      </p:sp>
      <p:sp>
        <p:nvSpPr>
          <p:cNvPr id="1955" name="Google Shape;1955;p4"/>
          <p:cNvSpPr txBox="1"/>
          <p:nvPr>
            <p:ph idx="2" type="title"/>
          </p:nvPr>
        </p:nvSpPr>
        <p:spPr>
          <a:xfrm>
            <a:off x="1374525" y="1874750"/>
            <a:ext cx="22899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NGINX / Express Gateway</a:t>
            </a:r>
            <a:endParaRPr/>
          </a:p>
        </p:txBody>
      </p:sp>
      <p:sp>
        <p:nvSpPr>
          <p:cNvPr id="1956" name="Google Shape;1956;p4"/>
          <p:cNvSpPr txBox="1"/>
          <p:nvPr>
            <p:ph idx="1" type="subTitle"/>
          </p:nvPr>
        </p:nvSpPr>
        <p:spPr>
          <a:xfrm>
            <a:off x="903550" y="2553650"/>
            <a:ext cx="37725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100"/>
              <a:t>Centraliza todas las peticiones del cliente</a:t>
            </a:r>
            <a:endParaRPr sz="11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100"/>
              <a:t>Enruta /api/* hacia FastAPI y /catalog/* hacia Node</a:t>
            </a:r>
            <a:endParaRPr sz="1100"/>
          </a:p>
        </p:txBody>
      </p:sp>
      <p:sp>
        <p:nvSpPr>
          <p:cNvPr id="1957" name="Google Shape;1957;p4"/>
          <p:cNvSpPr txBox="1"/>
          <p:nvPr>
            <p:ph idx="3"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en" sz="2700">
                <a:solidFill>
                  <a:schemeClr val="accent6"/>
                </a:solidFill>
              </a:rPr>
              <a:t>ARQUITECTURA ENCAPSULADA EN DOCKER</a:t>
            </a:r>
            <a:endParaRPr sz="2700"/>
          </a:p>
        </p:txBody>
      </p:sp>
      <p:sp>
        <p:nvSpPr>
          <p:cNvPr id="1958" name="Google Shape;1958;p4"/>
          <p:cNvSpPr txBox="1"/>
          <p:nvPr>
            <p:ph idx="4" type="title"/>
          </p:nvPr>
        </p:nvSpPr>
        <p:spPr>
          <a:xfrm rot="1136">
            <a:off x="5558544" y="1404560"/>
            <a:ext cx="1815000" cy="418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200"/>
              <a:t>Microservicio de Usuarios y Reseñas</a:t>
            </a:r>
            <a:endParaRPr sz="1200"/>
          </a:p>
        </p:txBody>
      </p:sp>
      <p:sp>
        <p:nvSpPr>
          <p:cNvPr id="1959" name="Google Shape;1959;p4"/>
          <p:cNvSpPr txBox="1"/>
          <p:nvPr>
            <p:ph idx="5" type="title"/>
          </p:nvPr>
        </p:nvSpPr>
        <p:spPr>
          <a:xfrm>
            <a:off x="5321025" y="1823650"/>
            <a:ext cx="22899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FastAPI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Python</a:t>
            </a:r>
            <a:endParaRPr/>
          </a:p>
        </p:txBody>
      </p:sp>
      <p:sp>
        <p:nvSpPr>
          <p:cNvPr id="1960" name="Google Shape;1960;p4"/>
          <p:cNvSpPr txBox="1"/>
          <p:nvPr>
            <p:ph idx="6" type="subTitle"/>
          </p:nvPr>
        </p:nvSpPr>
        <p:spPr>
          <a:xfrm>
            <a:off x="4676050" y="2502550"/>
            <a:ext cx="40704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100"/>
              <a:t>Gestiona usuarios, login/registro, autentificación y reseñas</a:t>
            </a:r>
            <a:endParaRPr sz="11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100"/>
              <a:t>Se conecta a MongoDB</a:t>
            </a:r>
            <a:endParaRPr sz="1100"/>
          </a:p>
        </p:txBody>
      </p:sp>
      <p:sp>
        <p:nvSpPr>
          <p:cNvPr id="1961" name="Google Shape;1961;p4"/>
          <p:cNvSpPr txBox="1"/>
          <p:nvPr>
            <p:ph idx="7" type="title"/>
          </p:nvPr>
        </p:nvSpPr>
        <p:spPr>
          <a:xfrm rot="568">
            <a:off x="836285" y="3163521"/>
            <a:ext cx="1815000" cy="418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200"/>
              <a:t>Microservicio de Catálogo y </a:t>
            </a:r>
            <a:r>
              <a:rPr lang="en" sz="1200"/>
              <a:t>Búsqueda</a:t>
            </a:r>
            <a:endParaRPr sz="1200"/>
          </a:p>
        </p:txBody>
      </p:sp>
      <p:sp>
        <p:nvSpPr>
          <p:cNvPr id="1962" name="Google Shape;1962;p4"/>
          <p:cNvSpPr txBox="1"/>
          <p:nvPr>
            <p:ph idx="8" type="title"/>
          </p:nvPr>
        </p:nvSpPr>
        <p:spPr>
          <a:xfrm>
            <a:off x="598800" y="3582785"/>
            <a:ext cx="22899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u="sng">
                <a:solidFill>
                  <a:srgbClr val="F4B867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Node.js</a:t>
            </a:r>
            <a:endParaRPr>
              <a:solidFill>
                <a:srgbClr val="F4B867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Express</a:t>
            </a:r>
            <a:endParaRPr/>
          </a:p>
        </p:txBody>
      </p:sp>
      <p:sp>
        <p:nvSpPr>
          <p:cNvPr id="1963" name="Google Shape;1963;p4"/>
          <p:cNvSpPr txBox="1"/>
          <p:nvPr>
            <p:ph idx="9" type="subTitle"/>
          </p:nvPr>
        </p:nvSpPr>
        <p:spPr>
          <a:xfrm>
            <a:off x="598800" y="4250006"/>
            <a:ext cx="22899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900"/>
              <a:t>Consulta OMDb/TMDB y guarda los resultados en una colección movies_cache en MongoDB</a:t>
            </a:r>
            <a:endParaRPr sz="900"/>
          </a:p>
        </p:txBody>
      </p:sp>
      <p:sp>
        <p:nvSpPr>
          <p:cNvPr id="1964" name="Google Shape;1964;p4"/>
          <p:cNvSpPr txBox="1"/>
          <p:nvPr>
            <p:ph idx="13" type="title"/>
          </p:nvPr>
        </p:nvSpPr>
        <p:spPr>
          <a:xfrm rot="1136">
            <a:off x="3664500" y="3163663"/>
            <a:ext cx="1815000" cy="418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200"/>
              <a:t>Base de datos NoSQL</a:t>
            </a:r>
            <a:endParaRPr sz="1200"/>
          </a:p>
        </p:txBody>
      </p:sp>
      <p:sp>
        <p:nvSpPr>
          <p:cNvPr id="1965" name="Google Shape;1965;p4"/>
          <p:cNvSpPr txBox="1"/>
          <p:nvPr>
            <p:ph idx="14" type="title"/>
          </p:nvPr>
        </p:nvSpPr>
        <p:spPr>
          <a:xfrm>
            <a:off x="3427050" y="3684960"/>
            <a:ext cx="22899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MongoDB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966" name="Google Shape;1966;p4"/>
          <p:cNvSpPr txBox="1"/>
          <p:nvPr>
            <p:ph idx="15" type="subTitle"/>
          </p:nvPr>
        </p:nvSpPr>
        <p:spPr>
          <a:xfrm>
            <a:off x="3427050" y="4250006"/>
            <a:ext cx="22899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100"/>
              <a:t>Es la fuente de verdad de todos los datos </a:t>
            </a:r>
            <a:endParaRPr sz="1100"/>
          </a:p>
        </p:txBody>
      </p:sp>
      <p:sp>
        <p:nvSpPr>
          <p:cNvPr id="1967" name="Google Shape;1967;p4"/>
          <p:cNvSpPr txBox="1"/>
          <p:nvPr>
            <p:ph idx="16" type="title"/>
          </p:nvPr>
        </p:nvSpPr>
        <p:spPr>
          <a:xfrm rot="1136">
            <a:off x="6492750" y="3163666"/>
            <a:ext cx="1815000" cy="418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200"/>
              <a:t>Motor de búsqueda</a:t>
            </a:r>
            <a:endParaRPr sz="1200"/>
          </a:p>
        </p:txBody>
      </p:sp>
      <p:sp>
        <p:nvSpPr>
          <p:cNvPr id="1968" name="Google Shape;1968;p4"/>
          <p:cNvSpPr txBox="1"/>
          <p:nvPr>
            <p:ph idx="17" type="title"/>
          </p:nvPr>
        </p:nvSpPr>
        <p:spPr>
          <a:xfrm>
            <a:off x="6255300" y="3684950"/>
            <a:ext cx="22899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Elasticsearch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969" name="Google Shape;1969;p4"/>
          <p:cNvSpPr txBox="1"/>
          <p:nvPr>
            <p:ph idx="18" type="subTitle"/>
          </p:nvPr>
        </p:nvSpPr>
        <p:spPr>
          <a:xfrm>
            <a:off x="6255300" y="4249998"/>
            <a:ext cx="22899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900"/>
              <a:t>Almacena un índice movies con los campos title, plot, genre, cast, year y ratingAvg</a:t>
            </a:r>
            <a:endParaRPr sz="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3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g39e8b62e72a_0_1"/>
          <p:cNvSpPr txBox="1"/>
          <p:nvPr>
            <p:ph idx="3"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en" sz="2700">
                <a:solidFill>
                  <a:schemeClr val="accent6"/>
                </a:solidFill>
              </a:rPr>
              <a:t>ARQUITECTURA ENCAPSULADA EN DOCKER</a:t>
            </a:r>
            <a:endParaRPr sz="2700"/>
          </a:p>
        </p:txBody>
      </p:sp>
      <p:pic>
        <p:nvPicPr>
          <p:cNvPr id="1975" name="Google Shape;1975;g39e8b62e72a_0_1" title="ChatGPT Image 30 oct 2025, 16_20_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0075" y="1442300"/>
            <a:ext cx="3602150" cy="29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976" name="Google Shape;1976;g39e8b62e72a_0_1"/>
          <p:cNvSpPr txBox="1"/>
          <p:nvPr>
            <p:ph idx="4294967295" type="body"/>
          </p:nvPr>
        </p:nvSpPr>
        <p:spPr>
          <a:xfrm>
            <a:off x="621194" y="1287650"/>
            <a:ext cx="3697200" cy="3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Char char="●"/>
            </a:pPr>
            <a:r>
              <a:rPr lang="en" sz="1350">
                <a:solidFill>
                  <a:schemeClr val="lt1"/>
                </a:solidFill>
              </a:rPr>
              <a:t>API Gateway: Proxy reverso + CORS centralizado</a:t>
            </a:r>
            <a:endParaRPr sz="1350">
              <a:solidFill>
                <a:schemeClr val="lt1"/>
              </a:solidFill>
            </a:endParaRPr>
          </a:p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Char char="●"/>
            </a:pPr>
            <a:r>
              <a:rPr lang="en" sz="1350">
                <a:solidFill>
                  <a:schemeClr val="lt1"/>
                </a:solidFill>
              </a:rPr>
              <a:t>Single Page Application: React 18 + React Router</a:t>
            </a:r>
            <a:endParaRPr sz="1350">
              <a:solidFill>
                <a:schemeClr val="lt1"/>
              </a:solidFill>
            </a:endParaRPr>
          </a:p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Char char="●"/>
            </a:pPr>
            <a:r>
              <a:rPr lang="en" sz="1350">
                <a:solidFill>
                  <a:schemeClr val="lt1"/>
                </a:solidFill>
              </a:rPr>
              <a:t>No es PWA</a:t>
            </a:r>
            <a:endParaRPr sz="1350">
              <a:solidFill>
                <a:schemeClr val="lt1"/>
              </a:solidFill>
            </a:endParaRPr>
          </a:p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Char char="●"/>
            </a:pPr>
            <a:r>
              <a:rPr lang="en" sz="1350">
                <a:solidFill>
                  <a:schemeClr val="lt1"/>
                </a:solidFill>
              </a:rPr>
              <a:t>No subida a la nube, desarrollo local en docker. </a:t>
            </a:r>
            <a:endParaRPr sz="1350">
              <a:solidFill>
                <a:schemeClr val="lt1"/>
              </a:solidFill>
            </a:endParaRPr>
          </a:p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Char char="●"/>
            </a:pPr>
            <a:r>
              <a:rPr lang="en" sz="1350">
                <a:solidFill>
                  <a:schemeClr val="lt1"/>
                </a:solidFill>
              </a:rPr>
              <a:t>Cliente HTML5/JavaScript</a:t>
            </a:r>
            <a:endParaRPr sz="1350">
              <a:solidFill>
                <a:schemeClr val="lt1"/>
              </a:solidFill>
            </a:endParaRPr>
          </a:p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Char char="●"/>
            </a:pPr>
            <a:r>
              <a:rPr lang="en" sz="1350">
                <a:solidFill>
                  <a:schemeClr val="lt1"/>
                </a:solidFill>
              </a:rPr>
              <a:t>Renderizado en cliente</a:t>
            </a:r>
            <a:endParaRPr sz="13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0" name="Shape 1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1" name="Google Shape;1981;g39e8b62e72a_0_154"/>
          <p:cNvSpPr txBox="1"/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en" sz="2300">
                <a:solidFill>
                  <a:schemeClr val="accent6"/>
                </a:solidFill>
              </a:rPr>
              <a:t>LECCIONES APRENDIDAS Y ASPECTOS DESTACADOS</a:t>
            </a:r>
            <a:endParaRPr sz="2300"/>
          </a:p>
        </p:txBody>
      </p:sp>
      <p:sp>
        <p:nvSpPr>
          <p:cNvPr id="1982" name="Google Shape;1982;g39e8b62e72a_0_154"/>
          <p:cNvSpPr txBox="1"/>
          <p:nvPr>
            <p:ph idx="1" type="body"/>
          </p:nvPr>
        </p:nvSpPr>
        <p:spPr>
          <a:xfrm>
            <a:off x="378570" y="1225350"/>
            <a:ext cx="4393800" cy="3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/>
              <a:t>Aspectos Avanzados Implementados</a:t>
            </a:r>
            <a:endParaRPr sz="750"/>
          </a:p>
          <a:p>
            <a:pPr indent="-27622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AutoNum type="arabicPeriod"/>
            </a:pPr>
            <a:r>
              <a:rPr lang="en" sz="750">
                <a:solidFill>
                  <a:schemeClr val="lt1"/>
                </a:solidFill>
              </a:rPr>
              <a:t>Arquitectura real de microservicios</a:t>
            </a:r>
            <a:endParaRPr sz="750">
              <a:solidFill>
                <a:schemeClr val="lt1"/>
              </a:solidFill>
            </a:endParaRPr>
          </a:p>
          <a:p>
            <a:pPr indent="-276225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AutoNum type="alphaLcPeriod"/>
            </a:pPr>
            <a:r>
              <a:rPr lang="en" sz="750">
                <a:solidFill>
                  <a:schemeClr val="lt1"/>
                </a:solidFill>
              </a:rPr>
              <a:t>4 servicios independientes comunicados</a:t>
            </a:r>
            <a:endParaRPr sz="750">
              <a:solidFill>
                <a:schemeClr val="lt1"/>
              </a:solidFill>
            </a:endParaRPr>
          </a:p>
          <a:p>
            <a:pPr indent="-276225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AutoNum type="alphaLcPeriod"/>
            </a:pPr>
            <a:r>
              <a:rPr lang="en" sz="750">
                <a:solidFill>
                  <a:schemeClr val="lt1"/>
                </a:solidFill>
              </a:rPr>
              <a:t>Cada servicio con su propia base de datos (patrón Database per Service)</a:t>
            </a:r>
            <a:endParaRPr sz="750">
              <a:solidFill>
                <a:schemeClr val="lt1"/>
              </a:solidFill>
            </a:endParaRPr>
          </a:p>
          <a:p>
            <a:pPr indent="-276225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AutoNum type="alphaLcPeriod"/>
            </a:pPr>
            <a:r>
              <a:rPr lang="en" sz="750">
                <a:solidFill>
                  <a:schemeClr val="lt1"/>
                </a:solidFill>
              </a:rPr>
              <a:t>Gateway para abstracción y seguridad</a:t>
            </a:r>
            <a:endParaRPr sz="750">
              <a:solidFill>
                <a:schemeClr val="lt1"/>
              </a:solidFill>
            </a:endParaRPr>
          </a:p>
          <a:p>
            <a:pPr indent="-27622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AutoNum type="arabicPeriod"/>
            </a:pPr>
            <a:r>
              <a:rPr lang="en" sz="750">
                <a:solidFill>
                  <a:schemeClr val="lt1"/>
                </a:solidFill>
              </a:rPr>
              <a:t>Testing profesional (27 tests)</a:t>
            </a:r>
            <a:endParaRPr sz="750">
              <a:solidFill>
                <a:schemeClr val="lt1"/>
              </a:solidFill>
            </a:endParaRPr>
          </a:p>
          <a:p>
            <a:pPr indent="-276225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AutoNum type="alphaLcPeriod"/>
            </a:pPr>
            <a:r>
              <a:rPr lang="en" sz="750">
                <a:solidFill>
                  <a:schemeClr val="lt1"/>
                </a:solidFill>
              </a:rPr>
              <a:t>Jest + Supertest (api-catalog): 15 tests</a:t>
            </a:r>
            <a:endParaRPr sz="750">
              <a:solidFill>
                <a:schemeClr val="lt1"/>
              </a:solidFill>
            </a:endParaRPr>
          </a:p>
          <a:p>
            <a:pPr indent="-276225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AutoNum type="alphaLcPeriod"/>
            </a:pPr>
            <a:r>
              <a:rPr lang="en" sz="750">
                <a:solidFill>
                  <a:schemeClr val="lt1"/>
                </a:solidFill>
              </a:rPr>
              <a:t>Pytest (api-users): 8 tests</a:t>
            </a:r>
            <a:endParaRPr sz="750">
              <a:solidFill>
                <a:schemeClr val="lt1"/>
              </a:solidFill>
            </a:endParaRPr>
          </a:p>
          <a:p>
            <a:pPr indent="-276225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AutoNum type="alphaLcPeriod"/>
            </a:pPr>
            <a:r>
              <a:rPr lang="en" sz="750">
                <a:solidFill>
                  <a:schemeClr val="lt1"/>
                </a:solidFill>
              </a:rPr>
              <a:t>Vitest + React Testing Library (frontend): 4 tests</a:t>
            </a:r>
            <a:endParaRPr sz="750">
              <a:solidFill>
                <a:schemeClr val="lt1"/>
              </a:solidFill>
            </a:endParaRPr>
          </a:p>
          <a:p>
            <a:pPr indent="-276225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AutoNum type="alphaLcPeriod"/>
            </a:pPr>
            <a:r>
              <a:rPr lang="en" sz="750">
                <a:solidFill>
                  <a:schemeClr val="lt1"/>
                </a:solidFill>
              </a:rPr>
              <a:t>Cobertura: validaciones, endpoints, componentes</a:t>
            </a:r>
            <a:endParaRPr sz="750">
              <a:solidFill>
                <a:schemeClr val="lt1"/>
              </a:solidFill>
            </a:endParaRPr>
          </a:p>
          <a:p>
            <a:pPr indent="-27622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AutoNum type="arabicPeriod"/>
            </a:pPr>
            <a:r>
              <a:rPr lang="en" sz="750">
                <a:solidFill>
                  <a:schemeClr val="lt1"/>
                </a:solidFill>
              </a:rPr>
              <a:t>Seguridad y robustez</a:t>
            </a:r>
            <a:endParaRPr sz="750">
              <a:solidFill>
                <a:schemeClr val="lt1"/>
              </a:solidFill>
            </a:endParaRPr>
          </a:p>
          <a:p>
            <a:pPr indent="-276225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AutoNum type="alphaLcPeriod"/>
            </a:pPr>
            <a:r>
              <a:rPr lang="en" sz="750">
                <a:solidFill>
                  <a:schemeClr val="lt1"/>
                </a:solidFill>
              </a:rPr>
              <a:t>JWT con expiración (7 días)</a:t>
            </a:r>
            <a:endParaRPr sz="750">
              <a:solidFill>
                <a:schemeClr val="lt1"/>
              </a:solidFill>
            </a:endParaRPr>
          </a:p>
          <a:p>
            <a:pPr indent="-276225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AutoNum type="alphaLcPeriod"/>
            </a:pPr>
            <a:r>
              <a:rPr lang="en" sz="750">
                <a:solidFill>
                  <a:schemeClr val="lt1"/>
                </a:solidFill>
              </a:rPr>
              <a:t>Bcrypt para hashing de passwords</a:t>
            </a:r>
            <a:endParaRPr sz="750">
              <a:solidFill>
                <a:schemeClr val="lt1"/>
              </a:solidFill>
            </a:endParaRPr>
          </a:p>
          <a:p>
            <a:pPr indent="-276225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AutoNum type="alphaLcPeriod"/>
            </a:pPr>
            <a:r>
              <a:rPr lang="en" sz="750">
                <a:solidFill>
                  <a:schemeClr val="lt1"/>
                </a:solidFill>
              </a:rPr>
              <a:t>Validaciones exhaustivas en backend (Pydantic, TypeScript)</a:t>
            </a:r>
            <a:endParaRPr sz="750">
              <a:solidFill>
                <a:schemeClr val="lt1"/>
              </a:solidFill>
            </a:endParaRPr>
          </a:p>
          <a:p>
            <a:pPr indent="-276225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AutoNum type="alphaLcPeriod"/>
            </a:pPr>
            <a:r>
              <a:rPr lang="en" sz="750">
                <a:solidFill>
                  <a:schemeClr val="lt1"/>
                </a:solidFill>
              </a:rPr>
              <a:t>CORS configurado correctamente</a:t>
            </a:r>
            <a:endParaRPr sz="750">
              <a:solidFill>
                <a:schemeClr val="lt1"/>
              </a:solidFill>
            </a:endParaRPr>
          </a:p>
          <a:p>
            <a:pPr indent="-276225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AutoNum type="alphaLcPeriod"/>
            </a:pPr>
            <a:r>
              <a:rPr lang="en" sz="750">
                <a:solidFill>
                  <a:schemeClr val="lt1"/>
                </a:solidFill>
              </a:rPr>
              <a:t>Health checks en todos los servicios</a:t>
            </a:r>
            <a:endParaRPr sz="750">
              <a:solidFill>
                <a:schemeClr val="lt1"/>
              </a:solidFill>
            </a:endParaRPr>
          </a:p>
          <a:p>
            <a:pPr indent="-27622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AutoNum type="arabicPeriod"/>
            </a:pPr>
            <a:r>
              <a:rPr lang="en" sz="750">
                <a:solidFill>
                  <a:schemeClr val="lt1"/>
                </a:solidFill>
              </a:rPr>
              <a:t>Integración con API externa (OMDb)</a:t>
            </a:r>
            <a:endParaRPr sz="750">
              <a:solidFill>
                <a:schemeClr val="lt1"/>
              </a:solidFill>
            </a:endParaRPr>
          </a:p>
          <a:p>
            <a:pPr indent="-276225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AutoNum type="alphaLcPeriod"/>
            </a:pPr>
            <a:r>
              <a:rPr lang="en" sz="750">
                <a:solidFill>
                  <a:schemeClr val="lt1"/>
                </a:solidFill>
              </a:rPr>
              <a:t>Cache inteligente en MongoDB</a:t>
            </a:r>
            <a:endParaRPr sz="750">
              <a:solidFill>
                <a:schemeClr val="lt1"/>
              </a:solidFill>
            </a:endParaRPr>
          </a:p>
          <a:p>
            <a:pPr indent="-276225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AutoNum type="alphaLcPeriod"/>
            </a:pPr>
            <a:r>
              <a:rPr lang="en" sz="750">
                <a:solidFill>
                  <a:schemeClr val="lt1"/>
                </a:solidFill>
              </a:rPr>
              <a:t>Fallback si Elasticsearch falla</a:t>
            </a:r>
            <a:endParaRPr sz="750">
              <a:solidFill>
                <a:schemeClr val="lt1"/>
              </a:solidFill>
            </a:endParaRPr>
          </a:p>
          <a:p>
            <a:pPr indent="-27622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AutoNum type="arabicPeriod"/>
            </a:pPr>
            <a:r>
              <a:rPr lang="en" sz="750">
                <a:solidFill>
                  <a:schemeClr val="lt1"/>
                </a:solidFill>
              </a:rPr>
              <a:t>Docker One-Command Setup</a:t>
            </a:r>
            <a:endParaRPr sz="750">
              <a:solidFill>
                <a:schemeClr val="lt1"/>
              </a:solidFill>
            </a:endParaRPr>
          </a:p>
          <a:p>
            <a:pPr indent="-276225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AutoNum type="alphaLcPeriod"/>
            </a:pPr>
            <a:r>
              <a:rPr lang="en" sz="750">
                <a:solidFill>
                  <a:schemeClr val="lt1"/>
                </a:solidFill>
              </a:rPr>
              <a:t>Un solo comando: docker compose up --build</a:t>
            </a:r>
            <a:endParaRPr sz="750">
              <a:solidFill>
                <a:schemeClr val="lt1"/>
              </a:solidFill>
            </a:endParaRPr>
          </a:p>
          <a:p>
            <a:pPr indent="-276225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AutoNum type="alphaLcPeriod"/>
            </a:pPr>
            <a:r>
              <a:rPr lang="en" sz="750">
                <a:solidFill>
                  <a:schemeClr val="lt1"/>
                </a:solidFill>
              </a:rPr>
              <a:t>8 contenedores orquestados</a:t>
            </a:r>
            <a:endParaRPr sz="750">
              <a:solidFill>
                <a:schemeClr val="lt1"/>
              </a:solidFill>
            </a:endParaRPr>
          </a:p>
          <a:p>
            <a:pPr indent="-276225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AutoNum type="alphaLcPeriod"/>
            </a:pPr>
            <a:r>
              <a:rPr lang="en" sz="750">
                <a:solidFill>
                  <a:schemeClr val="lt1"/>
                </a:solidFill>
              </a:rPr>
              <a:t>Volúmenes persistentes</a:t>
            </a:r>
            <a:endParaRPr sz="750">
              <a:solidFill>
                <a:schemeClr val="lt1"/>
              </a:solidFill>
            </a:endParaRPr>
          </a:p>
          <a:p>
            <a:pPr indent="-276225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AutoNum type="alphaLcPeriod"/>
            </a:pPr>
            <a:r>
              <a:rPr lang="en" sz="750">
                <a:solidFill>
                  <a:schemeClr val="lt1"/>
                </a:solidFill>
              </a:rPr>
              <a:t>Heathchecks automáticos</a:t>
            </a:r>
            <a:endParaRPr sz="7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">
              <a:solidFill>
                <a:schemeClr val="lt1"/>
              </a:solidFill>
            </a:endParaRPr>
          </a:p>
        </p:txBody>
      </p:sp>
      <p:grpSp>
        <p:nvGrpSpPr>
          <p:cNvPr id="1983" name="Google Shape;1983;g39e8b62e72a_0_154"/>
          <p:cNvGrpSpPr/>
          <p:nvPr/>
        </p:nvGrpSpPr>
        <p:grpSpPr>
          <a:xfrm>
            <a:off x="7557993" y="4443258"/>
            <a:ext cx="269722" cy="252273"/>
            <a:chOff x="7829968" y="1317971"/>
            <a:chExt cx="269722" cy="252273"/>
          </a:xfrm>
        </p:grpSpPr>
        <p:sp>
          <p:nvSpPr>
            <p:cNvPr id="1984" name="Google Shape;1984;g39e8b62e72a_0_154"/>
            <p:cNvSpPr/>
            <p:nvPr/>
          </p:nvSpPr>
          <p:spPr>
            <a:xfrm>
              <a:off x="7829968" y="1317971"/>
              <a:ext cx="269722" cy="252273"/>
            </a:xfrm>
            <a:custGeom>
              <a:rect b="b" l="l" r="r" t="t"/>
              <a:pathLst>
                <a:path extrusionOk="0" h="9340" w="9986">
                  <a:moveTo>
                    <a:pt x="9556" y="1080"/>
                  </a:moveTo>
                  <a:lnTo>
                    <a:pt x="9657" y="1625"/>
                  </a:lnTo>
                  <a:lnTo>
                    <a:pt x="8471" y="1844"/>
                  </a:lnTo>
                  <a:lnTo>
                    <a:pt x="8471" y="1844"/>
                  </a:lnTo>
                  <a:lnTo>
                    <a:pt x="8966" y="1187"/>
                  </a:lnTo>
                  <a:lnTo>
                    <a:pt x="9556" y="1080"/>
                  </a:lnTo>
                  <a:close/>
                  <a:moveTo>
                    <a:pt x="8535" y="1270"/>
                  </a:moveTo>
                  <a:lnTo>
                    <a:pt x="8038" y="1925"/>
                  </a:lnTo>
                  <a:lnTo>
                    <a:pt x="6706" y="2171"/>
                  </a:lnTo>
                  <a:lnTo>
                    <a:pt x="7202" y="1514"/>
                  </a:lnTo>
                  <a:lnTo>
                    <a:pt x="8535" y="1270"/>
                  </a:lnTo>
                  <a:close/>
                  <a:moveTo>
                    <a:pt x="6770" y="1595"/>
                  </a:moveTo>
                  <a:lnTo>
                    <a:pt x="6273" y="2250"/>
                  </a:lnTo>
                  <a:lnTo>
                    <a:pt x="4941" y="2495"/>
                  </a:lnTo>
                  <a:lnTo>
                    <a:pt x="5437" y="1839"/>
                  </a:lnTo>
                  <a:lnTo>
                    <a:pt x="6770" y="1595"/>
                  </a:lnTo>
                  <a:close/>
                  <a:moveTo>
                    <a:pt x="5008" y="1919"/>
                  </a:moveTo>
                  <a:lnTo>
                    <a:pt x="4511" y="2576"/>
                  </a:lnTo>
                  <a:lnTo>
                    <a:pt x="3179" y="2820"/>
                  </a:lnTo>
                  <a:lnTo>
                    <a:pt x="3179" y="2820"/>
                  </a:lnTo>
                  <a:lnTo>
                    <a:pt x="3674" y="2165"/>
                  </a:lnTo>
                  <a:lnTo>
                    <a:pt x="5008" y="1919"/>
                  </a:lnTo>
                  <a:close/>
                  <a:moveTo>
                    <a:pt x="3243" y="2243"/>
                  </a:moveTo>
                  <a:lnTo>
                    <a:pt x="2746" y="2898"/>
                  </a:lnTo>
                  <a:lnTo>
                    <a:pt x="1414" y="3144"/>
                  </a:lnTo>
                  <a:lnTo>
                    <a:pt x="1910" y="2487"/>
                  </a:lnTo>
                  <a:lnTo>
                    <a:pt x="3243" y="2243"/>
                  </a:lnTo>
                  <a:close/>
                  <a:moveTo>
                    <a:pt x="1478" y="2568"/>
                  </a:moveTo>
                  <a:lnTo>
                    <a:pt x="981" y="3223"/>
                  </a:lnTo>
                  <a:lnTo>
                    <a:pt x="521" y="3307"/>
                  </a:lnTo>
                  <a:lnTo>
                    <a:pt x="419" y="2762"/>
                  </a:lnTo>
                  <a:lnTo>
                    <a:pt x="1478" y="2568"/>
                  </a:lnTo>
                  <a:close/>
                  <a:moveTo>
                    <a:pt x="1610" y="3643"/>
                  </a:moveTo>
                  <a:lnTo>
                    <a:pt x="1019" y="4182"/>
                  </a:lnTo>
                  <a:lnTo>
                    <a:pt x="561" y="4182"/>
                  </a:lnTo>
                  <a:lnTo>
                    <a:pt x="561" y="3643"/>
                  </a:lnTo>
                  <a:close/>
                  <a:moveTo>
                    <a:pt x="3375" y="3643"/>
                  </a:moveTo>
                  <a:lnTo>
                    <a:pt x="2784" y="4182"/>
                  </a:lnTo>
                  <a:lnTo>
                    <a:pt x="1459" y="4182"/>
                  </a:lnTo>
                  <a:lnTo>
                    <a:pt x="2051" y="3643"/>
                  </a:lnTo>
                  <a:close/>
                  <a:moveTo>
                    <a:pt x="5137" y="3643"/>
                  </a:moveTo>
                  <a:lnTo>
                    <a:pt x="4545" y="4182"/>
                  </a:lnTo>
                  <a:lnTo>
                    <a:pt x="3221" y="4182"/>
                  </a:lnTo>
                  <a:lnTo>
                    <a:pt x="3812" y="3643"/>
                  </a:lnTo>
                  <a:close/>
                  <a:moveTo>
                    <a:pt x="6902" y="3643"/>
                  </a:moveTo>
                  <a:lnTo>
                    <a:pt x="6310" y="4182"/>
                  </a:lnTo>
                  <a:lnTo>
                    <a:pt x="4986" y="4182"/>
                  </a:lnTo>
                  <a:lnTo>
                    <a:pt x="5577" y="3643"/>
                  </a:lnTo>
                  <a:close/>
                  <a:moveTo>
                    <a:pt x="8665" y="3643"/>
                  </a:moveTo>
                  <a:lnTo>
                    <a:pt x="8074" y="4182"/>
                  </a:lnTo>
                  <a:lnTo>
                    <a:pt x="6748" y="4182"/>
                  </a:lnTo>
                  <a:lnTo>
                    <a:pt x="7339" y="3643"/>
                  </a:lnTo>
                  <a:close/>
                  <a:moveTo>
                    <a:pt x="9689" y="3643"/>
                  </a:moveTo>
                  <a:lnTo>
                    <a:pt x="9689" y="4182"/>
                  </a:lnTo>
                  <a:lnTo>
                    <a:pt x="8513" y="4182"/>
                  </a:lnTo>
                  <a:lnTo>
                    <a:pt x="9104" y="3643"/>
                  </a:lnTo>
                  <a:close/>
                  <a:moveTo>
                    <a:pt x="9137" y="1"/>
                  </a:moveTo>
                  <a:cubicBezTo>
                    <a:pt x="9100" y="1"/>
                    <a:pt x="9062" y="4"/>
                    <a:pt x="9025" y="11"/>
                  </a:cubicBezTo>
                  <a:lnTo>
                    <a:pt x="3269" y="1069"/>
                  </a:lnTo>
                  <a:cubicBezTo>
                    <a:pt x="3190" y="1085"/>
                    <a:pt x="3135" y="1161"/>
                    <a:pt x="3151" y="1240"/>
                  </a:cubicBezTo>
                  <a:cubicBezTo>
                    <a:pt x="3165" y="1310"/>
                    <a:pt x="3226" y="1361"/>
                    <a:pt x="3295" y="1361"/>
                  </a:cubicBezTo>
                  <a:cubicBezTo>
                    <a:pt x="3304" y="1361"/>
                    <a:pt x="3313" y="1360"/>
                    <a:pt x="3322" y="1358"/>
                  </a:cubicBezTo>
                  <a:lnTo>
                    <a:pt x="9078" y="300"/>
                  </a:lnTo>
                  <a:cubicBezTo>
                    <a:pt x="9097" y="297"/>
                    <a:pt x="9116" y="295"/>
                    <a:pt x="9135" y="295"/>
                  </a:cubicBezTo>
                  <a:cubicBezTo>
                    <a:pt x="9201" y="295"/>
                    <a:pt x="9266" y="316"/>
                    <a:pt x="9322" y="353"/>
                  </a:cubicBezTo>
                  <a:cubicBezTo>
                    <a:pt x="9394" y="403"/>
                    <a:pt x="9444" y="478"/>
                    <a:pt x="9459" y="563"/>
                  </a:cubicBezTo>
                  <a:lnTo>
                    <a:pt x="9500" y="784"/>
                  </a:lnTo>
                  <a:lnTo>
                    <a:pt x="363" y="2465"/>
                  </a:lnTo>
                  <a:lnTo>
                    <a:pt x="323" y="2244"/>
                  </a:lnTo>
                  <a:cubicBezTo>
                    <a:pt x="307" y="2158"/>
                    <a:pt x="326" y="2071"/>
                    <a:pt x="374" y="1998"/>
                  </a:cubicBezTo>
                  <a:cubicBezTo>
                    <a:pt x="426" y="1927"/>
                    <a:pt x="499" y="1878"/>
                    <a:pt x="584" y="1863"/>
                  </a:cubicBezTo>
                  <a:lnTo>
                    <a:pt x="1850" y="1629"/>
                  </a:lnTo>
                  <a:cubicBezTo>
                    <a:pt x="1929" y="1614"/>
                    <a:pt x="1984" y="1537"/>
                    <a:pt x="1968" y="1458"/>
                  </a:cubicBezTo>
                  <a:cubicBezTo>
                    <a:pt x="1954" y="1388"/>
                    <a:pt x="1893" y="1337"/>
                    <a:pt x="1824" y="1337"/>
                  </a:cubicBezTo>
                  <a:cubicBezTo>
                    <a:pt x="1815" y="1337"/>
                    <a:pt x="1806" y="1338"/>
                    <a:pt x="1797" y="1340"/>
                  </a:cubicBezTo>
                  <a:lnTo>
                    <a:pt x="533" y="1573"/>
                  </a:lnTo>
                  <a:cubicBezTo>
                    <a:pt x="370" y="1601"/>
                    <a:pt x="226" y="1695"/>
                    <a:pt x="131" y="1832"/>
                  </a:cubicBezTo>
                  <a:cubicBezTo>
                    <a:pt x="37" y="1970"/>
                    <a:pt x="1" y="2135"/>
                    <a:pt x="30" y="2299"/>
                  </a:cubicBezTo>
                  <a:lnTo>
                    <a:pt x="253" y="3503"/>
                  </a:lnTo>
                  <a:cubicBezTo>
                    <a:pt x="254" y="3514"/>
                    <a:pt x="258" y="3523"/>
                    <a:pt x="262" y="3536"/>
                  </a:cubicBezTo>
                  <a:lnTo>
                    <a:pt x="262" y="5453"/>
                  </a:lnTo>
                  <a:cubicBezTo>
                    <a:pt x="262" y="5536"/>
                    <a:pt x="328" y="5601"/>
                    <a:pt x="410" y="5601"/>
                  </a:cubicBezTo>
                  <a:cubicBezTo>
                    <a:pt x="491" y="5601"/>
                    <a:pt x="558" y="5536"/>
                    <a:pt x="558" y="5453"/>
                  </a:cubicBezTo>
                  <a:lnTo>
                    <a:pt x="558" y="4476"/>
                  </a:lnTo>
                  <a:lnTo>
                    <a:pt x="9686" y="4476"/>
                  </a:lnTo>
                  <a:lnTo>
                    <a:pt x="9686" y="8421"/>
                  </a:lnTo>
                  <a:cubicBezTo>
                    <a:pt x="9686" y="8765"/>
                    <a:pt x="9406" y="9044"/>
                    <a:pt x="9064" y="9044"/>
                  </a:cubicBezTo>
                  <a:lnTo>
                    <a:pt x="1182" y="9044"/>
                  </a:lnTo>
                  <a:cubicBezTo>
                    <a:pt x="838" y="9044"/>
                    <a:pt x="559" y="8764"/>
                    <a:pt x="559" y="8421"/>
                  </a:cubicBezTo>
                  <a:lnTo>
                    <a:pt x="559" y="6814"/>
                  </a:lnTo>
                  <a:cubicBezTo>
                    <a:pt x="559" y="6733"/>
                    <a:pt x="494" y="6666"/>
                    <a:pt x="412" y="6666"/>
                  </a:cubicBezTo>
                  <a:cubicBezTo>
                    <a:pt x="331" y="6666"/>
                    <a:pt x="264" y="6733"/>
                    <a:pt x="264" y="6814"/>
                  </a:cubicBezTo>
                  <a:lnTo>
                    <a:pt x="264" y="8421"/>
                  </a:lnTo>
                  <a:cubicBezTo>
                    <a:pt x="264" y="8927"/>
                    <a:pt x="676" y="9340"/>
                    <a:pt x="1182" y="9340"/>
                  </a:cubicBezTo>
                  <a:lnTo>
                    <a:pt x="9064" y="9340"/>
                  </a:lnTo>
                  <a:cubicBezTo>
                    <a:pt x="9570" y="9340"/>
                    <a:pt x="9982" y="8927"/>
                    <a:pt x="9982" y="8421"/>
                  </a:cubicBezTo>
                  <a:lnTo>
                    <a:pt x="9982" y="3495"/>
                  </a:lnTo>
                  <a:cubicBezTo>
                    <a:pt x="9985" y="3413"/>
                    <a:pt x="9920" y="3348"/>
                    <a:pt x="9837" y="3348"/>
                  </a:cubicBezTo>
                  <a:lnTo>
                    <a:pt x="1937" y="3348"/>
                  </a:lnTo>
                  <a:lnTo>
                    <a:pt x="9853" y="1891"/>
                  </a:lnTo>
                  <a:cubicBezTo>
                    <a:pt x="9892" y="1883"/>
                    <a:pt x="9926" y="1861"/>
                    <a:pt x="9949" y="1827"/>
                  </a:cubicBezTo>
                  <a:cubicBezTo>
                    <a:pt x="9970" y="1794"/>
                    <a:pt x="9980" y="1755"/>
                    <a:pt x="9973" y="1716"/>
                  </a:cubicBezTo>
                  <a:lnTo>
                    <a:pt x="9750" y="512"/>
                  </a:lnTo>
                  <a:cubicBezTo>
                    <a:pt x="9721" y="348"/>
                    <a:pt x="9627" y="207"/>
                    <a:pt x="9492" y="112"/>
                  </a:cubicBezTo>
                  <a:cubicBezTo>
                    <a:pt x="9385" y="39"/>
                    <a:pt x="9262" y="1"/>
                    <a:pt x="913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5" name="Google Shape;1985;g39e8b62e72a_0_154"/>
            <p:cNvSpPr/>
            <p:nvPr/>
          </p:nvSpPr>
          <p:spPr>
            <a:xfrm>
              <a:off x="7930822" y="1454829"/>
              <a:ext cx="87458" cy="87458"/>
            </a:xfrm>
            <a:custGeom>
              <a:rect b="b" l="l" r="r" t="t"/>
              <a:pathLst>
                <a:path extrusionOk="0" h="3238" w="3238">
                  <a:moveTo>
                    <a:pt x="1619" y="296"/>
                  </a:moveTo>
                  <a:cubicBezTo>
                    <a:pt x="2349" y="296"/>
                    <a:pt x="2942" y="889"/>
                    <a:pt x="2942" y="1619"/>
                  </a:cubicBezTo>
                  <a:cubicBezTo>
                    <a:pt x="2942" y="2349"/>
                    <a:pt x="2349" y="2942"/>
                    <a:pt x="1619" y="2942"/>
                  </a:cubicBezTo>
                  <a:cubicBezTo>
                    <a:pt x="889" y="2942"/>
                    <a:pt x="296" y="2349"/>
                    <a:pt x="296" y="1619"/>
                  </a:cubicBezTo>
                  <a:cubicBezTo>
                    <a:pt x="296" y="889"/>
                    <a:pt x="889" y="296"/>
                    <a:pt x="1619" y="296"/>
                  </a:cubicBezTo>
                  <a:close/>
                  <a:moveTo>
                    <a:pt x="1619" y="0"/>
                  </a:moveTo>
                  <a:cubicBezTo>
                    <a:pt x="726" y="0"/>
                    <a:pt x="1" y="726"/>
                    <a:pt x="1" y="1619"/>
                  </a:cubicBezTo>
                  <a:cubicBezTo>
                    <a:pt x="1" y="2512"/>
                    <a:pt x="726" y="3238"/>
                    <a:pt x="1619" y="3238"/>
                  </a:cubicBezTo>
                  <a:cubicBezTo>
                    <a:pt x="2513" y="3238"/>
                    <a:pt x="3238" y="2512"/>
                    <a:pt x="3238" y="1619"/>
                  </a:cubicBezTo>
                  <a:cubicBezTo>
                    <a:pt x="3238" y="726"/>
                    <a:pt x="2513" y="0"/>
                    <a:pt x="16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6" name="Google Shape;1986;g39e8b62e72a_0_154"/>
            <p:cNvSpPr/>
            <p:nvPr/>
          </p:nvSpPr>
          <p:spPr>
            <a:xfrm>
              <a:off x="7961506" y="1473844"/>
              <a:ext cx="34033" cy="49320"/>
            </a:xfrm>
            <a:custGeom>
              <a:rect b="b" l="l" r="r" t="t"/>
              <a:pathLst>
                <a:path extrusionOk="0" h="1826" w="1260">
                  <a:moveTo>
                    <a:pt x="298" y="457"/>
                  </a:moveTo>
                  <a:lnTo>
                    <a:pt x="877" y="917"/>
                  </a:lnTo>
                  <a:lnTo>
                    <a:pt x="298" y="1374"/>
                  </a:lnTo>
                  <a:lnTo>
                    <a:pt x="298" y="457"/>
                  </a:lnTo>
                  <a:close/>
                  <a:moveTo>
                    <a:pt x="147" y="1"/>
                  </a:moveTo>
                  <a:cubicBezTo>
                    <a:pt x="126" y="1"/>
                    <a:pt x="104" y="6"/>
                    <a:pt x="85" y="15"/>
                  </a:cubicBezTo>
                  <a:cubicBezTo>
                    <a:pt x="33" y="42"/>
                    <a:pt x="1" y="92"/>
                    <a:pt x="1" y="148"/>
                  </a:cubicBezTo>
                  <a:lnTo>
                    <a:pt x="1" y="1678"/>
                  </a:lnTo>
                  <a:cubicBezTo>
                    <a:pt x="1" y="1734"/>
                    <a:pt x="33" y="1787"/>
                    <a:pt x="85" y="1810"/>
                  </a:cubicBezTo>
                  <a:cubicBezTo>
                    <a:pt x="107" y="1819"/>
                    <a:pt x="127" y="1826"/>
                    <a:pt x="149" y="1826"/>
                  </a:cubicBezTo>
                  <a:cubicBezTo>
                    <a:pt x="181" y="1826"/>
                    <a:pt x="216" y="1813"/>
                    <a:pt x="240" y="1794"/>
                  </a:cubicBezTo>
                  <a:lnTo>
                    <a:pt x="1204" y="1030"/>
                  </a:lnTo>
                  <a:cubicBezTo>
                    <a:pt x="1238" y="1002"/>
                    <a:pt x="1260" y="960"/>
                    <a:pt x="1260" y="914"/>
                  </a:cubicBezTo>
                  <a:cubicBezTo>
                    <a:pt x="1260" y="870"/>
                    <a:pt x="1240" y="828"/>
                    <a:pt x="1204" y="798"/>
                  </a:cubicBezTo>
                  <a:lnTo>
                    <a:pt x="240" y="34"/>
                  </a:lnTo>
                  <a:cubicBezTo>
                    <a:pt x="213" y="12"/>
                    <a:pt x="180" y="1"/>
                    <a:pt x="14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7" name="Google Shape;1987;g39e8b62e72a_0_154"/>
            <p:cNvSpPr/>
            <p:nvPr/>
          </p:nvSpPr>
          <p:spPr>
            <a:xfrm>
              <a:off x="7862082" y="1497072"/>
              <a:ext cx="55316" cy="8022"/>
            </a:xfrm>
            <a:custGeom>
              <a:rect b="b" l="l" r="r" t="t"/>
              <a:pathLst>
                <a:path extrusionOk="0" h="297" w="2048">
                  <a:moveTo>
                    <a:pt x="149" y="1"/>
                  </a:moveTo>
                  <a:cubicBezTo>
                    <a:pt x="68" y="1"/>
                    <a:pt x="1" y="66"/>
                    <a:pt x="1" y="148"/>
                  </a:cubicBezTo>
                  <a:cubicBezTo>
                    <a:pt x="1" y="229"/>
                    <a:pt x="68" y="296"/>
                    <a:pt x="149" y="296"/>
                  </a:cubicBezTo>
                  <a:lnTo>
                    <a:pt x="1900" y="296"/>
                  </a:lnTo>
                  <a:cubicBezTo>
                    <a:pt x="1982" y="296"/>
                    <a:pt x="2048" y="229"/>
                    <a:pt x="2048" y="148"/>
                  </a:cubicBezTo>
                  <a:cubicBezTo>
                    <a:pt x="2048" y="66"/>
                    <a:pt x="1982" y="1"/>
                    <a:pt x="19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8" name="Google Shape;1988;g39e8b62e72a_0_154"/>
            <p:cNvSpPr/>
            <p:nvPr/>
          </p:nvSpPr>
          <p:spPr>
            <a:xfrm>
              <a:off x="8027005" y="1497072"/>
              <a:ext cx="55316" cy="8022"/>
            </a:xfrm>
            <a:custGeom>
              <a:rect b="b" l="l" r="r" t="t"/>
              <a:pathLst>
                <a:path extrusionOk="0" h="297" w="2048">
                  <a:moveTo>
                    <a:pt x="149" y="1"/>
                  </a:moveTo>
                  <a:cubicBezTo>
                    <a:pt x="66" y="1"/>
                    <a:pt x="1" y="66"/>
                    <a:pt x="1" y="148"/>
                  </a:cubicBezTo>
                  <a:cubicBezTo>
                    <a:pt x="1" y="229"/>
                    <a:pt x="66" y="296"/>
                    <a:pt x="149" y="296"/>
                  </a:cubicBezTo>
                  <a:lnTo>
                    <a:pt x="1899" y="296"/>
                  </a:lnTo>
                  <a:cubicBezTo>
                    <a:pt x="1980" y="296"/>
                    <a:pt x="2047" y="229"/>
                    <a:pt x="2047" y="148"/>
                  </a:cubicBezTo>
                  <a:cubicBezTo>
                    <a:pt x="2047" y="66"/>
                    <a:pt x="1980" y="1"/>
                    <a:pt x="189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89" name="Google Shape;1989;g39e8b62e72a_0_154"/>
          <p:cNvGrpSpPr/>
          <p:nvPr/>
        </p:nvGrpSpPr>
        <p:grpSpPr>
          <a:xfrm>
            <a:off x="6878413" y="4456967"/>
            <a:ext cx="269101" cy="224857"/>
            <a:chOff x="7150913" y="1331692"/>
            <a:chExt cx="269101" cy="224857"/>
          </a:xfrm>
        </p:grpSpPr>
        <p:sp>
          <p:nvSpPr>
            <p:cNvPr id="1990" name="Google Shape;1990;g39e8b62e72a_0_154"/>
            <p:cNvSpPr/>
            <p:nvPr/>
          </p:nvSpPr>
          <p:spPr>
            <a:xfrm>
              <a:off x="7150913" y="1331692"/>
              <a:ext cx="269101" cy="109418"/>
            </a:xfrm>
            <a:custGeom>
              <a:rect b="b" l="l" r="r" t="t"/>
              <a:pathLst>
                <a:path extrusionOk="0" h="4051" w="9963">
                  <a:moveTo>
                    <a:pt x="2890" y="2567"/>
                  </a:moveTo>
                  <a:cubicBezTo>
                    <a:pt x="2977" y="2567"/>
                    <a:pt x="3048" y="2639"/>
                    <a:pt x="3048" y="2726"/>
                  </a:cubicBezTo>
                  <a:cubicBezTo>
                    <a:pt x="3048" y="2815"/>
                    <a:pt x="2977" y="2886"/>
                    <a:pt x="2890" y="2886"/>
                  </a:cubicBezTo>
                  <a:lnTo>
                    <a:pt x="869" y="2886"/>
                  </a:lnTo>
                  <a:cubicBezTo>
                    <a:pt x="782" y="2886"/>
                    <a:pt x="711" y="2815"/>
                    <a:pt x="711" y="2726"/>
                  </a:cubicBezTo>
                  <a:cubicBezTo>
                    <a:pt x="711" y="2639"/>
                    <a:pt x="782" y="2567"/>
                    <a:pt x="869" y="2567"/>
                  </a:cubicBezTo>
                  <a:close/>
                  <a:moveTo>
                    <a:pt x="5950" y="2567"/>
                  </a:moveTo>
                  <a:cubicBezTo>
                    <a:pt x="6037" y="2567"/>
                    <a:pt x="6110" y="2639"/>
                    <a:pt x="6110" y="2726"/>
                  </a:cubicBezTo>
                  <a:cubicBezTo>
                    <a:pt x="6110" y="2815"/>
                    <a:pt x="6037" y="2886"/>
                    <a:pt x="5950" y="2886"/>
                  </a:cubicBezTo>
                  <a:lnTo>
                    <a:pt x="3931" y="2886"/>
                  </a:lnTo>
                  <a:cubicBezTo>
                    <a:pt x="3842" y="2886"/>
                    <a:pt x="3771" y="2815"/>
                    <a:pt x="3771" y="2726"/>
                  </a:cubicBezTo>
                  <a:cubicBezTo>
                    <a:pt x="3771" y="2639"/>
                    <a:pt x="3842" y="2567"/>
                    <a:pt x="3931" y="2567"/>
                  </a:cubicBezTo>
                  <a:close/>
                  <a:moveTo>
                    <a:pt x="9092" y="2567"/>
                  </a:moveTo>
                  <a:cubicBezTo>
                    <a:pt x="9179" y="2567"/>
                    <a:pt x="9251" y="2639"/>
                    <a:pt x="9251" y="2726"/>
                  </a:cubicBezTo>
                  <a:cubicBezTo>
                    <a:pt x="9251" y="2815"/>
                    <a:pt x="9181" y="2886"/>
                    <a:pt x="9092" y="2886"/>
                  </a:cubicBezTo>
                  <a:lnTo>
                    <a:pt x="7072" y="2886"/>
                  </a:lnTo>
                  <a:cubicBezTo>
                    <a:pt x="6985" y="2886"/>
                    <a:pt x="6913" y="2815"/>
                    <a:pt x="6913" y="2726"/>
                  </a:cubicBezTo>
                  <a:cubicBezTo>
                    <a:pt x="6913" y="2639"/>
                    <a:pt x="6985" y="2567"/>
                    <a:pt x="7072" y="2567"/>
                  </a:cubicBezTo>
                  <a:close/>
                  <a:moveTo>
                    <a:pt x="415" y="2138"/>
                  </a:moveTo>
                  <a:lnTo>
                    <a:pt x="415" y="3759"/>
                  </a:lnTo>
                  <a:lnTo>
                    <a:pt x="297" y="3759"/>
                  </a:lnTo>
                  <a:lnTo>
                    <a:pt x="297" y="2138"/>
                  </a:lnTo>
                  <a:close/>
                  <a:moveTo>
                    <a:pt x="3475" y="2138"/>
                  </a:moveTo>
                  <a:lnTo>
                    <a:pt x="3475" y="3759"/>
                  </a:lnTo>
                  <a:lnTo>
                    <a:pt x="3357" y="3759"/>
                  </a:lnTo>
                  <a:lnTo>
                    <a:pt x="3357" y="2138"/>
                  </a:lnTo>
                  <a:close/>
                  <a:moveTo>
                    <a:pt x="6524" y="2138"/>
                  </a:moveTo>
                  <a:lnTo>
                    <a:pt x="6524" y="3759"/>
                  </a:lnTo>
                  <a:lnTo>
                    <a:pt x="6406" y="3759"/>
                  </a:lnTo>
                  <a:lnTo>
                    <a:pt x="6406" y="2138"/>
                  </a:lnTo>
                  <a:close/>
                  <a:moveTo>
                    <a:pt x="9666" y="2138"/>
                  </a:moveTo>
                  <a:lnTo>
                    <a:pt x="9666" y="3759"/>
                  </a:lnTo>
                  <a:lnTo>
                    <a:pt x="9546" y="3759"/>
                  </a:lnTo>
                  <a:lnTo>
                    <a:pt x="9546" y="2138"/>
                  </a:lnTo>
                  <a:close/>
                  <a:moveTo>
                    <a:pt x="1834" y="1"/>
                  </a:moveTo>
                  <a:cubicBezTo>
                    <a:pt x="1753" y="1"/>
                    <a:pt x="1687" y="66"/>
                    <a:pt x="1687" y="149"/>
                  </a:cubicBezTo>
                  <a:cubicBezTo>
                    <a:pt x="1687" y="229"/>
                    <a:pt x="1753" y="296"/>
                    <a:pt x="1834" y="296"/>
                  </a:cubicBezTo>
                  <a:lnTo>
                    <a:pt x="1917" y="296"/>
                  </a:lnTo>
                  <a:cubicBezTo>
                    <a:pt x="2356" y="296"/>
                    <a:pt x="2714" y="654"/>
                    <a:pt x="2714" y="1093"/>
                  </a:cubicBezTo>
                  <a:lnTo>
                    <a:pt x="2714" y="2265"/>
                  </a:lnTo>
                  <a:lnTo>
                    <a:pt x="1036" y="2265"/>
                  </a:lnTo>
                  <a:lnTo>
                    <a:pt x="1036" y="1093"/>
                  </a:lnTo>
                  <a:cubicBezTo>
                    <a:pt x="1036" y="896"/>
                    <a:pt x="1109" y="704"/>
                    <a:pt x="1243" y="556"/>
                  </a:cubicBezTo>
                  <a:cubicBezTo>
                    <a:pt x="1297" y="497"/>
                    <a:pt x="1294" y="404"/>
                    <a:pt x="1234" y="349"/>
                  </a:cubicBezTo>
                  <a:cubicBezTo>
                    <a:pt x="1205" y="324"/>
                    <a:pt x="1169" y="311"/>
                    <a:pt x="1133" y="311"/>
                  </a:cubicBezTo>
                  <a:cubicBezTo>
                    <a:pt x="1093" y="311"/>
                    <a:pt x="1054" y="327"/>
                    <a:pt x="1025" y="359"/>
                  </a:cubicBezTo>
                  <a:cubicBezTo>
                    <a:pt x="841" y="561"/>
                    <a:pt x="740" y="821"/>
                    <a:pt x="740" y="1093"/>
                  </a:cubicBezTo>
                  <a:lnTo>
                    <a:pt x="740" y="2284"/>
                  </a:lnTo>
                  <a:cubicBezTo>
                    <a:pt x="729" y="2289"/>
                    <a:pt x="720" y="2290"/>
                    <a:pt x="711" y="2295"/>
                  </a:cubicBezTo>
                  <a:lnTo>
                    <a:pt x="711" y="1984"/>
                  </a:lnTo>
                  <a:cubicBezTo>
                    <a:pt x="711" y="1901"/>
                    <a:pt x="644" y="1836"/>
                    <a:pt x="563" y="1836"/>
                  </a:cubicBezTo>
                  <a:lnTo>
                    <a:pt x="149" y="1836"/>
                  </a:lnTo>
                  <a:cubicBezTo>
                    <a:pt x="66" y="1836"/>
                    <a:pt x="1" y="1901"/>
                    <a:pt x="1" y="1984"/>
                  </a:cubicBezTo>
                  <a:lnTo>
                    <a:pt x="1" y="3901"/>
                  </a:lnTo>
                  <a:cubicBezTo>
                    <a:pt x="1" y="3984"/>
                    <a:pt x="66" y="4049"/>
                    <a:pt x="149" y="4049"/>
                  </a:cubicBezTo>
                  <a:lnTo>
                    <a:pt x="563" y="4049"/>
                  </a:lnTo>
                  <a:cubicBezTo>
                    <a:pt x="644" y="4049"/>
                    <a:pt x="711" y="3984"/>
                    <a:pt x="711" y="3901"/>
                  </a:cubicBezTo>
                  <a:lnTo>
                    <a:pt x="711" y="3146"/>
                  </a:lnTo>
                  <a:cubicBezTo>
                    <a:pt x="760" y="3166"/>
                    <a:pt x="813" y="3176"/>
                    <a:pt x="869" y="3176"/>
                  </a:cubicBezTo>
                  <a:lnTo>
                    <a:pt x="2890" y="3176"/>
                  </a:lnTo>
                  <a:cubicBezTo>
                    <a:pt x="2950" y="3176"/>
                    <a:pt x="3008" y="3163"/>
                    <a:pt x="3061" y="3143"/>
                  </a:cubicBezTo>
                  <a:lnTo>
                    <a:pt x="3061" y="3901"/>
                  </a:lnTo>
                  <a:cubicBezTo>
                    <a:pt x="3061" y="3984"/>
                    <a:pt x="3126" y="4049"/>
                    <a:pt x="3209" y="4049"/>
                  </a:cubicBezTo>
                  <a:lnTo>
                    <a:pt x="3623" y="4049"/>
                  </a:lnTo>
                  <a:cubicBezTo>
                    <a:pt x="3705" y="4049"/>
                    <a:pt x="3771" y="3984"/>
                    <a:pt x="3771" y="3901"/>
                  </a:cubicBezTo>
                  <a:lnTo>
                    <a:pt x="3771" y="3146"/>
                  </a:lnTo>
                  <a:cubicBezTo>
                    <a:pt x="3822" y="3166"/>
                    <a:pt x="3873" y="3176"/>
                    <a:pt x="3931" y="3176"/>
                  </a:cubicBezTo>
                  <a:lnTo>
                    <a:pt x="5950" y="3176"/>
                  </a:lnTo>
                  <a:cubicBezTo>
                    <a:pt x="6006" y="3176"/>
                    <a:pt x="6059" y="3166"/>
                    <a:pt x="6110" y="3146"/>
                  </a:cubicBezTo>
                  <a:lnTo>
                    <a:pt x="6110" y="3901"/>
                  </a:lnTo>
                  <a:cubicBezTo>
                    <a:pt x="6110" y="3984"/>
                    <a:pt x="6175" y="4049"/>
                    <a:pt x="6258" y="4049"/>
                  </a:cubicBezTo>
                  <a:lnTo>
                    <a:pt x="6672" y="4049"/>
                  </a:lnTo>
                  <a:cubicBezTo>
                    <a:pt x="6753" y="4049"/>
                    <a:pt x="6820" y="3984"/>
                    <a:pt x="6820" y="3901"/>
                  </a:cubicBezTo>
                  <a:lnTo>
                    <a:pt x="6820" y="3099"/>
                  </a:lnTo>
                  <a:cubicBezTo>
                    <a:pt x="6891" y="3148"/>
                    <a:pt x="6978" y="3177"/>
                    <a:pt x="7072" y="3177"/>
                  </a:cubicBezTo>
                  <a:lnTo>
                    <a:pt x="9092" y="3177"/>
                  </a:lnTo>
                  <a:cubicBezTo>
                    <a:pt x="9148" y="3177"/>
                    <a:pt x="9201" y="3168"/>
                    <a:pt x="9251" y="3148"/>
                  </a:cubicBezTo>
                  <a:lnTo>
                    <a:pt x="9251" y="3903"/>
                  </a:lnTo>
                  <a:cubicBezTo>
                    <a:pt x="9251" y="3985"/>
                    <a:pt x="9318" y="4050"/>
                    <a:pt x="9399" y="4050"/>
                  </a:cubicBezTo>
                  <a:lnTo>
                    <a:pt x="9814" y="4050"/>
                  </a:lnTo>
                  <a:cubicBezTo>
                    <a:pt x="9895" y="4050"/>
                    <a:pt x="9962" y="3985"/>
                    <a:pt x="9962" y="3903"/>
                  </a:cubicBezTo>
                  <a:lnTo>
                    <a:pt x="9962" y="1985"/>
                  </a:lnTo>
                  <a:cubicBezTo>
                    <a:pt x="9962" y="1907"/>
                    <a:pt x="9895" y="1842"/>
                    <a:pt x="9814" y="1842"/>
                  </a:cubicBezTo>
                  <a:lnTo>
                    <a:pt x="9399" y="1842"/>
                  </a:lnTo>
                  <a:cubicBezTo>
                    <a:pt x="9318" y="1842"/>
                    <a:pt x="9251" y="1907"/>
                    <a:pt x="9251" y="1990"/>
                  </a:cubicBezTo>
                  <a:lnTo>
                    <a:pt x="9251" y="2301"/>
                  </a:lnTo>
                  <a:cubicBezTo>
                    <a:pt x="9238" y="2296"/>
                    <a:pt x="9226" y="2290"/>
                    <a:pt x="9212" y="2287"/>
                  </a:cubicBezTo>
                  <a:lnTo>
                    <a:pt x="9212" y="1098"/>
                  </a:lnTo>
                  <a:cubicBezTo>
                    <a:pt x="9212" y="494"/>
                    <a:pt x="8722" y="4"/>
                    <a:pt x="8119" y="4"/>
                  </a:cubicBezTo>
                  <a:cubicBezTo>
                    <a:pt x="8037" y="4"/>
                    <a:pt x="7971" y="71"/>
                    <a:pt x="7971" y="152"/>
                  </a:cubicBezTo>
                  <a:cubicBezTo>
                    <a:pt x="7971" y="234"/>
                    <a:pt x="8037" y="300"/>
                    <a:pt x="8119" y="300"/>
                  </a:cubicBezTo>
                  <a:cubicBezTo>
                    <a:pt x="8558" y="300"/>
                    <a:pt x="8916" y="657"/>
                    <a:pt x="8916" y="1098"/>
                  </a:cubicBezTo>
                  <a:lnTo>
                    <a:pt x="8916" y="2270"/>
                  </a:lnTo>
                  <a:lnTo>
                    <a:pt x="7238" y="2270"/>
                  </a:lnTo>
                  <a:lnTo>
                    <a:pt x="7238" y="1098"/>
                  </a:lnTo>
                  <a:cubicBezTo>
                    <a:pt x="7238" y="869"/>
                    <a:pt x="7336" y="648"/>
                    <a:pt x="7512" y="497"/>
                  </a:cubicBezTo>
                  <a:cubicBezTo>
                    <a:pt x="7574" y="443"/>
                    <a:pt x="7581" y="349"/>
                    <a:pt x="7526" y="289"/>
                  </a:cubicBezTo>
                  <a:cubicBezTo>
                    <a:pt x="7497" y="255"/>
                    <a:pt x="7456" y="238"/>
                    <a:pt x="7414" y="238"/>
                  </a:cubicBezTo>
                  <a:cubicBezTo>
                    <a:pt x="7380" y="238"/>
                    <a:pt x="7345" y="250"/>
                    <a:pt x="7318" y="275"/>
                  </a:cubicBezTo>
                  <a:cubicBezTo>
                    <a:pt x="7078" y="483"/>
                    <a:pt x="6943" y="785"/>
                    <a:pt x="6943" y="1098"/>
                  </a:cubicBezTo>
                  <a:lnTo>
                    <a:pt x="6943" y="2289"/>
                  </a:lnTo>
                  <a:cubicBezTo>
                    <a:pt x="6897" y="2303"/>
                    <a:pt x="6857" y="2321"/>
                    <a:pt x="6820" y="2346"/>
                  </a:cubicBezTo>
                  <a:lnTo>
                    <a:pt x="6820" y="1987"/>
                  </a:lnTo>
                  <a:cubicBezTo>
                    <a:pt x="6820" y="1906"/>
                    <a:pt x="6753" y="1839"/>
                    <a:pt x="6672" y="1839"/>
                  </a:cubicBezTo>
                  <a:lnTo>
                    <a:pt x="6258" y="1839"/>
                  </a:lnTo>
                  <a:cubicBezTo>
                    <a:pt x="6175" y="1839"/>
                    <a:pt x="6110" y="1906"/>
                    <a:pt x="6110" y="1987"/>
                  </a:cubicBezTo>
                  <a:lnTo>
                    <a:pt x="6110" y="2298"/>
                  </a:lnTo>
                  <a:cubicBezTo>
                    <a:pt x="6096" y="2295"/>
                    <a:pt x="6083" y="2289"/>
                    <a:pt x="6071" y="2284"/>
                  </a:cubicBezTo>
                  <a:lnTo>
                    <a:pt x="6071" y="1096"/>
                  </a:lnTo>
                  <a:cubicBezTo>
                    <a:pt x="6071" y="492"/>
                    <a:pt x="5581" y="2"/>
                    <a:pt x="4977" y="2"/>
                  </a:cubicBezTo>
                  <a:cubicBezTo>
                    <a:pt x="4896" y="2"/>
                    <a:pt x="4829" y="69"/>
                    <a:pt x="4829" y="150"/>
                  </a:cubicBezTo>
                  <a:cubicBezTo>
                    <a:pt x="4829" y="233"/>
                    <a:pt x="4896" y="298"/>
                    <a:pt x="4977" y="298"/>
                  </a:cubicBezTo>
                  <a:cubicBezTo>
                    <a:pt x="5417" y="298"/>
                    <a:pt x="5775" y="656"/>
                    <a:pt x="5775" y="1096"/>
                  </a:cubicBezTo>
                  <a:lnTo>
                    <a:pt x="5775" y="2267"/>
                  </a:lnTo>
                  <a:lnTo>
                    <a:pt x="4096" y="2267"/>
                  </a:lnTo>
                  <a:lnTo>
                    <a:pt x="4096" y="1096"/>
                  </a:lnTo>
                  <a:cubicBezTo>
                    <a:pt x="4096" y="866"/>
                    <a:pt x="4196" y="647"/>
                    <a:pt x="4370" y="494"/>
                  </a:cubicBezTo>
                  <a:cubicBezTo>
                    <a:pt x="4432" y="440"/>
                    <a:pt x="4438" y="346"/>
                    <a:pt x="4384" y="287"/>
                  </a:cubicBezTo>
                  <a:cubicBezTo>
                    <a:pt x="4354" y="253"/>
                    <a:pt x="4313" y="236"/>
                    <a:pt x="4272" y="236"/>
                  </a:cubicBezTo>
                  <a:cubicBezTo>
                    <a:pt x="4238" y="236"/>
                    <a:pt x="4203" y="248"/>
                    <a:pt x="4175" y="273"/>
                  </a:cubicBezTo>
                  <a:cubicBezTo>
                    <a:pt x="3936" y="482"/>
                    <a:pt x="3800" y="782"/>
                    <a:pt x="3800" y="1096"/>
                  </a:cubicBezTo>
                  <a:lnTo>
                    <a:pt x="3800" y="2287"/>
                  </a:lnTo>
                  <a:cubicBezTo>
                    <a:pt x="3791" y="2290"/>
                    <a:pt x="3780" y="2292"/>
                    <a:pt x="3771" y="2296"/>
                  </a:cubicBezTo>
                  <a:lnTo>
                    <a:pt x="3771" y="1985"/>
                  </a:lnTo>
                  <a:cubicBezTo>
                    <a:pt x="3771" y="1903"/>
                    <a:pt x="3705" y="1837"/>
                    <a:pt x="3623" y="1837"/>
                  </a:cubicBezTo>
                  <a:lnTo>
                    <a:pt x="3209" y="1837"/>
                  </a:lnTo>
                  <a:cubicBezTo>
                    <a:pt x="3126" y="1837"/>
                    <a:pt x="3061" y="1903"/>
                    <a:pt x="3061" y="1985"/>
                  </a:cubicBezTo>
                  <a:lnTo>
                    <a:pt x="3061" y="2299"/>
                  </a:lnTo>
                  <a:cubicBezTo>
                    <a:pt x="3044" y="2295"/>
                    <a:pt x="3028" y="2289"/>
                    <a:pt x="3010" y="2282"/>
                  </a:cubicBezTo>
                  <a:lnTo>
                    <a:pt x="3010" y="1093"/>
                  </a:lnTo>
                  <a:cubicBezTo>
                    <a:pt x="3010" y="491"/>
                    <a:pt x="2519" y="1"/>
                    <a:pt x="19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1" name="Google Shape;1991;g39e8b62e72a_0_154"/>
            <p:cNvSpPr/>
            <p:nvPr/>
          </p:nvSpPr>
          <p:spPr>
            <a:xfrm>
              <a:off x="7191104" y="1447104"/>
              <a:ext cx="186477" cy="109445"/>
            </a:xfrm>
            <a:custGeom>
              <a:rect b="b" l="l" r="r" t="t"/>
              <a:pathLst>
                <a:path extrusionOk="0" h="4052" w="6904">
                  <a:moveTo>
                    <a:pt x="2891" y="2565"/>
                  </a:moveTo>
                  <a:cubicBezTo>
                    <a:pt x="2980" y="2565"/>
                    <a:pt x="3051" y="2637"/>
                    <a:pt x="3051" y="2724"/>
                  </a:cubicBezTo>
                  <a:cubicBezTo>
                    <a:pt x="3051" y="2811"/>
                    <a:pt x="2980" y="2884"/>
                    <a:pt x="2891" y="2884"/>
                  </a:cubicBezTo>
                  <a:lnTo>
                    <a:pt x="872" y="2884"/>
                  </a:lnTo>
                  <a:cubicBezTo>
                    <a:pt x="785" y="2884"/>
                    <a:pt x="712" y="2811"/>
                    <a:pt x="712" y="2724"/>
                  </a:cubicBezTo>
                  <a:cubicBezTo>
                    <a:pt x="712" y="2637"/>
                    <a:pt x="785" y="2565"/>
                    <a:pt x="872" y="2565"/>
                  </a:cubicBezTo>
                  <a:close/>
                  <a:moveTo>
                    <a:pt x="6034" y="2565"/>
                  </a:moveTo>
                  <a:cubicBezTo>
                    <a:pt x="6121" y="2565"/>
                    <a:pt x="6194" y="2637"/>
                    <a:pt x="6194" y="2724"/>
                  </a:cubicBezTo>
                  <a:cubicBezTo>
                    <a:pt x="6194" y="2811"/>
                    <a:pt x="6121" y="2884"/>
                    <a:pt x="6034" y="2884"/>
                  </a:cubicBezTo>
                  <a:lnTo>
                    <a:pt x="4015" y="2884"/>
                  </a:lnTo>
                  <a:cubicBezTo>
                    <a:pt x="3926" y="2884"/>
                    <a:pt x="3855" y="2811"/>
                    <a:pt x="3855" y="2724"/>
                  </a:cubicBezTo>
                  <a:cubicBezTo>
                    <a:pt x="3855" y="2637"/>
                    <a:pt x="3926" y="2565"/>
                    <a:pt x="4015" y="2565"/>
                  </a:cubicBezTo>
                  <a:close/>
                  <a:moveTo>
                    <a:pt x="415" y="2134"/>
                  </a:moveTo>
                  <a:lnTo>
                    <a:pt x="415" y="3757"/>
                  </a:lnTo>
                  <a:lnTo>
                    <a:pt x="297" y="3757"/>
                  </a:lnTo>
                  <a:lnTo>
                    <a:pt x="297" y="2134"/>
                  </a:lnTo>
                  <a:close/>
                  <a:moveTo>
                    <a:pt x="3464" y="2134"/>
                  </a:moveTo>
                  <a:lnTo>
                    <a:pt x="3464" y="3757"/>
                  </a:lnTo>
                  <a:lnTo>
                    <a:pt x="3346" y="3757"/>
                  </a:lnTo>
                  <a:lnTo>
                    <a:pt x="3346" y="2134"/>
                  </a:lnTo>
                  <a:close/>
                  <a:moveTo>
                    <a:pt x="6608" y="2134"/>
                  </a:moveTo>
                  <a:lnTo>
                    <a:pt x="6608" y="3757"/>
                  </a:lnTo>
                  <a:lnTo>
                    <a:pt x="6490" y="3757"/>
                  </a:lnTo>
                  <a:lnTo>
                    <a:pt x="6490" y="2134"/>
                  </a:lnTo>
                  <a:close/>
                  <a:moveTo>
                    <a:pt x="1834" y="0"/>
                  </a:moveTo>
                  <a:cubicBezTo>
                    <a:pt x="1753" y="0"/>
                    <a:pt x="1686" y="65"/>
                    <a:pt x="1686" y="148"/>
                  </a:cubicBezTo>
                  <a:cubicBezTo>
                    <a:pt x="1686" y="230"/>
                    <a:pt x="1753" y="296"/>
                    <a:pt x="1834" y="296"/>
                  </a:cubicBezTo>
                  <a:lnTo>
                    <a:pt x="1917" y="296"/>
                  </a:lnTo>
                  <a:cubicBezTo>
                    <a:pt x="2357" y="296"/>
                    <a:pt x="2715" y="654"/>
                    <a:pt x="2715" y="1094"/>
                  </a:cubicBezTo>
                  <a:lnTo>
                    <a:pt x="2715" y="2265"/>
                  </a:lnTo>
                  <a:lnTo>
                    <a:pt x="1036" y="2265"/>
                  </a:lnTo>
                  <a:lnTo>
                    <a:pt x="1036" y="1094"/>
                  </a:lnTo>
                  <a:cubicBezTo>
                    <a:pt x="1036" y="873"/>
                    <a:pt x="1129" y="662"/>
                    <a:pt x="1288" y="512"/>
                  </a:cubicBezTo>
                  <a:cubicBezTo>
                    <a:pt x="1349" y="456"/>
                    <a:pt x="1350" y="361"/>
                    <a:pt x="1296" y="304"/>
                  </a:cubicBezTo>
                  <a:cubicBezTo>
                    <a:pt x="1267" y="272"/>
                    <a:pt x="1227" y="256"/>
                    <a:pt x="1188" y="256"/>
                  </a:cubicBezTo>
                  <a:cubicBezTo>
                    <a:pt x="1152" y="256"/>
                    <a:pt x="1116" y="270"/>
                    <a:pt x="1087" y="296"/>
                  </a:cubicBezTo>
                  <a:cubicBezTo>
                    <a:pt x="868" y="503"/>
                    <a:pt x="740" y="794"/>
                    <a:pt x="740" y="1094"/>
                  </a:cubicBezTo>
                  <a:lnTo>
                    <a:pt x="740" y="2285"/>
                  </a:lnTo>
                  <a:cubicBezTo>
                    <a:pt x="731" y="2288"/>
                    <a:pt x="720" y="2290"/>
                    <a:pt x="711" y="2294"/>
                  </a:cubicBezTo>
                  <a:lnTo>
                    <a:pt x="711" y="1983"/>
                  </a:lnTo>
                  <a:cubicBezTo>
                    <a:pt x="711" y="1900"/>
                    <a:pt x="645" y="1835"/>
                    <a:pt x="563" y="1835"/>
                  </a:cubicBezTo>
                  <a:lnTo>
                    <a:pt x="149" y="1835"/>
                  </a:lnTo>
                  <a:cubicBezTo>
                    <a:pt x="66" y="1835"/>
                    <a:pt x="1" y="1900"/>
                    <a:pt x="1" y="1983"/>
                  </a:cubicBezTo>
                  <a:lnTo>
                    <a:pt x="1" y="3900"/>
                  </a:lnTo>
                  <a:cubicBezTo>
                    <a:pt x="1" y="3983"/>
                    <a:pt x="66" y="4048"/>
                    <a:pt x="149" y="4048"/>
                  </a:cubicBezTo>
                  <a:lnTo>
                    <a:pt x="563" y="4048"/>
                  </a:lnTo>
                  <a:cubicBezTo>
                    <a:pt x="645" y="4048"/>
                    <a:pt x="711" y="3983"/>
                    <a:pt x="711" y="3900"/>
                  </a:cubicBezTo>
                  <a:lnTo>
                    <a:pt x="711" y="3146"/>
                  </a:lnTo>
                  <a:cubicBezTo>
                    <a:pt x="762" y="3166"/>
                    <a:pt x="813" y="3175"/>
                    <a:pt x="871" y="3175"/>
                  </a:cubicBezTo>
                  <a:lnTo>
                    <a:pt x="2890" y="3175"/>
                  </a:lnTo>
                  <a:cubicBezTo>
                    <a:pt x="2946" y="3175"/>
                    <a:pt x="2999" y="3166"/>
                    <a:pt x="3050" y="3146"/>
                  </a:cubicBezTo>
                  <a:lnTo>
                    <a:pt x="3050" y="3900"/>
                  </a:lnTo>
                  <a:cubicBezTo>
                    <a:pt x="3050" y="3983"/>
                    <a:pt x="3115" y="4048"/>
                    <a:pt x="3198" y="4048"/>
                  </a:cubicBezTo>
                  <a:lnTo>
                    <a:pt x="3612" y="4048"/>
                  </a:lnTo>
                  <a:cubicBezTo>
                    <a:pt x="3693" y="4048"/>
                    <a:pt x="3760" y="3983"/>
                    <a:pt x="3760" y="3900"/>
                  </a:cubicBezTo>
                  <a:lnTo>
                    <a:pt x="3760" y="3099"/>
                  </a:lnTo>
                  <a:cubicBezTo>
                    <a:pt x="3831" y="3149"/>
                    <a:pt x="3918" y="3177"/>
                    <a:pt x="4012" y="3177"/>
                  </a:cubicBezTo>
                  <a:lnTo>
                    <a:pt x="6032" y="3177"/>
                  </a:lnTo>
                  <a:cubicBezTo>
                    <a:pt x="6088" y="3177"/>
                    <a:pt x="6141" y="3167"/>
                    <a:pt x="6191" y="3149"/>
                  </a:cubicBezTo>
                  <a:lnTo>
                    <a:pt x="6191" y="3902"/>
                  </a:lnTo>
                  <a:cubicBezTo>
                    <a:pt x="6191" y="3984"/>
                    <a:pt x="6258" y="4051"/>
                    <a:pt x="6339" y="4051"/>
                  </a:cubicBezTo>
                  <a:lnTo>
                    <a:pt x="6754" y="4051"/>
                  </a:lnTo>
                  <a:cubicBezTo>
                    <a:pt x="6835" y="4051"/>
                    <a:pt x="6902" y="3984"/>
                    <a:pt x="6902" y="3902"/>
                  </a:cubicBezTo>
                  <a:lnTo>
                    <a:pt x="6902" y="1984"/>
                  </a:lnTo>
                  <a:cubicBezTo>
                    <a:pt x="6904" y="1905"/>
                    <a:pt x="6837" y="1838"/>
                    <a:pt x="6756" y="1838"/>
                  </a:cubicBezTo>
                  <a:lnTo>
                    <a:pt x="6342" y="1838"/>
                  </a:lnTo>
                  <a:cubicBezTo>
                    <a:pt x="6259" y="1838"/>
                    <a:pt x="6194" y="1905"/>
                    <a:pt x="6194" y="1986"/>
                  </a:cubicBezTo>
                  <a:lnTo>
                    <a:pt x="6194" y="2297"/>
                  </a:lnTo>
                  <a:cubicBezTo>
                    <a:pt x="6180" y="2294"/>
                    <a:pt x="6167" y="2288"/>
                    <a:pt x="6155" y="2285"/>
                  </a:cubicBezTo>
                  <a:lnTo>
                    <a:pt x="6155" y="1096"/>
                  </a:lnTo>
                  <a:cubicBezTo>
                    <a:pt x="6155" y="492"/>
                    <a:pt x="5665" y="2"/>
                    <a:pt x="5061" y="2"/>
                  </a:cubicBezTo>
                  <a:cubicBezTo>
                    <a:pt x="4978" y="2"/>
                    <a:pt x="4913" y="69"/>
                    <a:pt x="4913" y="149"/>
                  </a:cubicBezTo>
                  <a:cubicBezTo>
                    <a:pt x="4913" y="232"/>
                    <a:pt x="4978" y="297"/>
                    <a:pt x="5061" y="297"/>
                  </a:cubicBezTo>
                  <a:cubicBezTo>
                    <a:pt x="5501" y="297"/>
                    <a:pt x="5859" y="655"/>
                    <a:pt x="5859" y="1096"/>
                  </a:cubicBezTo>
                  <a:lnTo>
                    <a:pt x="5859" y="2266"/>
                  </a:lnTo>
                  <a:lnTo>
                    <a:pt x="4180" y="2266"/>
                  </a:lnTo>
                  <a:lnTo>
                    <a:pt x="4180" y="1096"/>
                  </a:lnTo>
                  <a:cubicBezTo>
                    <a:pt x="4180" y="837"/>
                    <a:pt x="4306" y="593"/>
                    <a:pt x="4521" y="442"/>
                  </a:cubicBezTo>
                  <a:cubicBezTo>
                    <a:pt x="4586" y="395"/>
                    <a:pt x="4603" y="302"/>
                    <a:pt x="4555" y="235"/>
                  </a:cubicBezTo>
                  <a:cubicBezTo>
                    <a:pt x="4526" y="195"/>
                    <a:pt x="4480" y="173"/>
                    <a:pt x="4434" y="173"/>
                  </a:cubicBezTo>
                  <a:cubicBezTo>
                    <a:pt x="4405" y="173"/>
                    <a:pt x="4375" y="182"/>
                    <a:pt x="4350" y="201"/>
                  </a:cubicBezTo>
                  <a:cubicBezTo>
                    <a:pt x="4057" y="406"/>
                    <a:pt x="3883" y="741"/>
                    <a:pt x="3883" y="1096"/>
                  </a:cubicBezTo>
                  <a:lnTo>
                    <a:pt x="3883" y="2286"/>
                  </a:lnTo>
                  <a:cubicBezTo>
                    <a:pt x="3837" y="2300"/>
                    <a:pt x="3797" y="2319"/>
                    <a:pt x="3760" y="2344"/>
                  </a:cubicBezTo>
                  <a:lnTo>
                    <a:pt x="3760" y="1984"/>
                  </a:lnTo>
                  <a:cubicBezTo>
                    <a:pt x="3760" y="1904"/>
                    <a:pt x="3693" y="1837"/>
                    <a:pt x="3612" y="1837"/>
                  </a:cubicBezTo>
                  <a:lnTo>
                    <a:pt x="3198" y="1837"/>
                  </a:lnTo>
                  <a:cubicBezTo>
                    <a:pt x="3115" y="1837"/>
                    <a:pt x="3050" y="1904"/>
                    <a:pt x="3050" y="1984"/>
                  </a:cubicBezTo>
                  <a:lnTo>
                    <a:pt x="3050" y="2296"/>
                  </a:lnTo>
                  <a:cubicBezTo>
                    <a:pt x="3036" y="2293"/>
                    <a:pt x="3023" y="2286"/>
                    <a:pt x="3011" y="2282"/>
                  </a:cubicBezTo>
                  <a:lnTo>
                    <a:pt x="3011" y="1094"/>
                  </a:lnTo>
                  <a:cubicBezTo>
                    <a:pt x="3011" y="490"/>
                    <a:pt x="2521" y="0"/>
                    <a:pt x="19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92" name="Google Shape;1992;g39e8b62e72a_0_154"/>
          <p:cNvGrpSpPr/>
          <p:nvPr/>
        </p:nvGrpSpPr>
        <p:grpSpPr>
          <a:xfrm>
            <a:off x="6198738" y="4454455"/>
            <a:ext cx="269209" cy="230017"/>
            <a:chOff x="6471238" y="1329180"/>
            <a:chExt cx="269209" cy="230017"/>
          </a:xfrm>
        </p:grpSpPr>
        <p:sp>
          <p:nvSpPr>
            <p:cNvPr id="1993" name="Google Shape;1993;g39e8b62e72a_0_154"/>
            <p:cNvSpPr/>
            <p:nvPr/>
          </p:nvSpPr>
          <p:spPr>
            <a:xfrm>
              <a:off x="6471238" y="1329180"/>
              <a:ext cx="269209" cy="230017"/>
            </a:xfrm>
            <a:custGeom>
              <a:rect b="b" l="l" r="r" t="t"/>
              <a:pathLst>
                <a:path extrusionOk="0" h="8516" w="9967">
                  <a:moveTo>
                    <a:pt x="1299" y="3066"/>
                  </a:moveTo>
                  <a:cubicBezTo>
                    <a:pt x="1836" y="3066"/>
                    <a:pt x="2275" y="3487"/>
                    <a:pt x="2297" y="4024"/>
                  </a:cubicBezTo>
                  <a:cubicBezTo>
                    <a:pt x="2297" y="4028"/>
                    <a:pt x="2297" y="4031"/>
                    <a:pt x="2298" y="4038"/>
                  </a:cubicBezTo>
                  <a:lnTo>
                    <a:pt x="2298" y="5250"/>
                  </a:lnTo>
                  <a:lnTo>
                    <a:pt x="2298" y="5960"/>
                  </a:lnTo>
                  <a:lnTo>
                    <a:pt x="2298" y="6192"/>
                  </a:lnTo>
                  <a:lnTo>
                    <a:pt x="2298" y="8217"/>
                  </a:lnTo>
                  <a:lnTo>
                    <a:pt x="1153" y="8217"/>
                  </a:lnTo>
                  <a:lnTo>
                    <a:pt x="1153" y="5177"/>
                  </a:lnTo>
                  <a:cubicBezTo>
                    <a:pt x="1153" y="5110"/>
                    <a:pt x="1107" y="5051"/>
                    <a:pt x="1042" y="5034"/>
                  </a:cubicBezTo>
                  <a:cubicBezTo>
                    <a:pt x="605" y="4917"/>
                    <a:pt x="298" y="4520"/>
                    <a:pt x="298" y="4067"/>
                  </a:cubicBezTo>
                  <a:cubicBezTo>
                    <a:pt x="298" y="3516"/>
                    <a:pt x="748" y="3066"/>
                    <a:pt x="1299" y="3066"/>
                  </a:cubicBezTo>
                  <a:close/>
                  <a:moveTo>
                    <a:pt x="7364" y="6341"/>
                  </a:moveTo>
                  <a:lnTo>
                    <a:pt x="7364" y="8217"/>
                  </a:lnTo>
                  <a:lnTo>
                    <a:pt x="2597" y="8217"/>
                  </a:lnTo>
                  <a:lnTo>
                    <a:pt x="2597" y="6341"/>
                  </a:lnTo>
                  <a:close/>
                  <a:moveTo>
                    <a:pt x="8662" y="3065"/>
                  </a:moveTo>
                  <a:cubicBezTo>
                    <a:pt x="9213" y="3065"/>
                    <a:pt x="9663" y="3515"/>
                    <a:pt x="9663" y="4064"/>
                  </a:cubicBezTo>
                  <a:cubicBezTo>
                    <a:pt x="9663" y="4520"/>
                    <a:pt x="9356" y="4917"/>
                    <a:pt x="8919" y="5034"/>
                  </a:cubicBezTo>
                  <a:cubicBezTo>
                    <a:pt x="8854" y="5051"/>
                    <a:pt x="8809" y="5110"/>
                    <a:pt x="8809" y="5177"/>
                  </a:cubicBezTo>
                  <a:lnTo>
                    <a:pt x="8809" y="8218"/>
                  </a:lnTo>
                  <a:lnTo>
                    <a:pt x="7663" y="8218"/>
                  </a:lnTo>
                  <a:lnTo>
                    <a:pt x="7663" y="6192"/>
                  </a:lnTo>
                  <a:lnTo>
                    <a:pt x="7663" y="5960"/>
                  </a:lnTo>
                  <a:lnTo>
                    <a:pt x="7663" y="5250"/>
                  </a:lnTo>
                  <a:lnTo>
                    <a:pt x="7663" y="4036"/>
                  </a:lnTo>
                  <a:cubicBezTo>
                    <a:pt x="7663" y="4031"/>
                    <a:pt x="7663" y="4028"/>
                    <a:pt x="7665" y="4022"/>
                  </a:cubicBezTo>
                  <a:cubicBezTo>
                    <a:pt x="7688" y="3485"/>
                    <a:pt x="8125" y="3065"/>
                    <a:pt x="8662" y="3065"/>
                  </a:cubicBezTo>
                  <a:close/>
                  <a:moveTo>
                    <a:pt x="3839" y="0"/>
                  </a:moveTo>
                  <a:cubicBezTo>
                    <a:pt x="3469" y="0"/>
                    <a:pt x="3107" y="78"/>
                    <a:pt x="2771" y="229"/>
                  </a:cubicBezTo>
                  <a:cubicBezTo>
                    <a:pt x="2695" y="263"/>
                    <a:pt x="2662" y="352"/>
                    <a:pt x="2698" y="428"/>
                  </a:cubicBezTo>
                  <a:cubicBezTo>
                    <a:pt x="2722" y="484"/>
                    <a:pt x="2775" y="516"/>
                    <a:pt x="2831" y="516"/>
                  </a:cubicBezTo>
                  <a:cubicBezTo>
                    <a:pt x="2853" y="516"/>
                    <a:pt x="2875" y="511"/>
                    <a:pt x="2896" y="501"/>
                  </a:cubicBezTo>
                  <a:cubicBezTo>
                    <a:pt x="3193" y="368"/>
                    <a:pt x="3512" y="299"/>
                    <a:pt x="3842" y="299"/>
                  </a:cubicBezTo>
                  <a:lnTo>
                    <a:pt x="6099" y="299"/>
                  </a:lnTo>
                  <a:cubicBezTo>
                    <a:pt x="7375" y="299"/>
                    <a:pt x="8413" y="1339"/>
                    <a:pt x="8413" y="2615"/>
                  </a:cubicBezTo>
                  <a:lnTo>
                    <a:pt x="8413" y="2794"/>
                  </a:lnTo>
                  <a:cubicBezTo>
                    <a:pt x="7842" y="2906"/>
                    <a:pt x="7403" y="3392"/>
                    <a:pt x="7370" y="3992"/>
                  </a:cubicBezTo>
                  <a:cubicBezTo>
                    <a:pt x="7369" y="4000"/>
                    <a:pt x="7369" y="4010"/>
                    <a:pt x="7369" y="4021"/>
                  </a:cubicBezTo>
                  <a:lnTo>
                    <a:pt x="7369" y="4777"/>
                  </a:lnTo>
                  <a:cubicBezTo>
                    <a:pt x="7299" y="4743"/>
                    <a:pt x="7221" y="4724"/>
                    <a:pt x="7139" y="4724"/>
                  </a:cubicBezTo>
                  <a:lnTo>
                    <a:pt x="6231" y="4724"/>
                  </a:lnTo>
                  <a:lnTo>
                    <a:pt x="6591" y="3759"/>
                  </a:lnTo>
                  <a:cubicBezTo>
                    <a:pt x="6620" y="3681"/>
                    <a:pt x="6581" y="3596"/>
                    <a:pt x="6504" y="3566"/>
                  </a:cubicBezTo>
                  <a:cubicBezTo>
                    <a:pt x="6486" y="3559"/>
                    <a:pt x="6468" y="3556"/>
                    <a:pt x="6450" y="3556"/>
                  </a:cubicBezTo>
                  <a:cubicBezTo>
                    <a:pt x="6390" y="3556"/>
                    <a:pt x="6333" y="3593"/>
                    <a:pt x="6311" y="3653"/>
                  </a:cubicBezTo>
                  <a:lnTo>
                    <a:pt x="5912" y="4724"/>
                  </a:lnTo>
                  <a:lnTo>
                    <a:pt x="5120" y="4724"/>
                  </a:lnTo>
                  <a:lnTo>
                    <a:pt x="5120" y="3166"/>
                  </a:lnTo>
                  <a:cubicBezTo>
                    <a:pt x="5120" y="3084"/>
                    <a:pt x="5053" y="3015"/>
                    <a:pt x="4970" y="3015"/>
                  </a:cubicBezTo>
                  <a:cubicBezTo>
                    <a:pt x="4888" y="3015"/>
                    <a:pt x="4820" y="3082"/>
                    <a:pt x="4820" y="3166"/>
                  </a:cubicBezTo>
                  <a:lnTo>
                    <a:pt x="4820" y="4724"/>
                  </a:lnTo>
                  <a:lnTo>
                    <a:pt x="4041" y="4724"/>
                  </a:lnTo>
                  <a:lnTo>
                    <a:pt x="3643" y="3653"/>
                  </a:lnTo>
                  <a:cubicBezTo>
                    <a:pt x="3620" y="3593"/>
                    <a:pt x="3564" y="3556"/>
                    <a:pt x="3503" y="3556"/>
                  </a:cubicBezTo>
                  <a:cubicBezTo>
                    <a:pt x="3486" y="3556"/>
                    <a:pt x="3468" y="3559"/>
                    <a:pt x="3450" y="3566"/>
                  </a:cubicBezTo>
                  <a:cubicBezTo>
                    <a:pt x="3372" y="3596"/>
                    <a:pt x="3333" y="3681"/>
                    <a:pt x="3363" y="3759"/>
                  </a:cubicBezTo>
                  <a:lnTo>
                    <a:pt x="3722" y="4724"/>
                  </a:lnTo>
                  <a:lnTo>
                    <a:pt x="3588" y="4724"/>
                  </a:lnTo>
                  <a:cubicBezTo>
                    <a:pt x="3507" y="4724"/>
                    <a:pt x="3439" y="4789"/>
                    <a:pt x="3439" y="4873"/>
                  </a:cubicBezTo>
                  <a:cubicBezTo>
                    <a:pt x="3439" y="4956"/>
                    <a:pt x="3504" y="5024"/>
                    <a:pt x="3588" y="5024"/>
                  </a:cubicBezTo>
                  <a:lnTo>
                    <a:pt x="7137" y="5024"/>
                  </a:lnTo>
                  <a:cubicBezTo>
                    <a:pt x="7263" y="5024"/>
                    <a:pt x="7367" y="5127"/>
                    <a:pt x="7367" y="5253"/>
                  </a:cubicBezTo>
                  <a:lnTo>
                    <a:pt x="7367" y="5963"/>
                  </a:lnTo>
                  <a:cubicBezTo>
                    <a:pt x="7367" y="6010"/>
                    <a:pt x="7330" y="6047"/>
                    <a:pt x="7283" y="6047"/>
                  </a:cubicBezTo>
                  <a:lnTo>
                    <a:pt x="2683" y="6047"/>
                  </a:lnTo>
                  <a:cubicBezTo>
                    <a:pt x="2636" y="6047"/>
                    <a:pt x="2599" y="6010"/>
                    <a:pt x="2599" y="5963"/>
                  </a:cubicBezTo>
                  <a:lnTo>
                    <a:pt x="2599" y="5253"/>
                  </a:lnTo>
                  <a:cubicBezTo>
                    <a:pt x="2599" y="5127"/>
                    <a:pt x="2701" y="5024"/>
                    <a:pt x="2827" y="5024"/>
                  </a:cubicBezTo>
                  <a:cubicBezTo>
                    <a:pt x="2910" y="5024"/>
                    <a:pt x="2978" y="4957"/>
                    <a:pt x="2978" y="4873"/>
                  </a:cubicBezTo>
                  <a:cubicBezTo>
                    <a:pt x="2978" y="4792"/>
                    <a:pt x="2911" y="4724"/>
                    <a:pt x="2827" y="4724"/>
                  </a:cubicBezTo>
                  <a:cubicBezTo>
                    <a:pt x="2746" y="4724"/>
                    <a:pt x="2669" y="4743"/>
                    <a:pt x="2599" y="4777"/>
                  </a:cubicBezTo>
                  <a:lnTo>
                    <a:pt x="2599" y="4021"/>
                  </a:lnTo>
                  <a:cubicBezTo>
                    <a:pt x="2599" y="4010"/>
                    <a:pt x="2599" y="4002"/>
                    <a:pt x="2597" y="3992"/>
                  </a:cubicBezTo>
                  <a:cubicBezTo>
                    <a:pt x="2561" y="3382"/>
                    <a:pt x="2110" y="2892"/>
                    <a:pt x="1525" y="2791"/>
                  </a:cubicBezTo>
                  <a:lnTo>
                    <a:pt x="1525" y="2615"/>
                  </a:lnTo>
                  <a:cubicBezTo>
                    <a:pt x="1525" y="1986"/>
                    <a:pt x="1775" y="1398"/>
                    <a:pt x="2228" y="957"/>
                  </a:cubicBezTo>
                  <a:cubicBezTo>
                    <a:pt x="2287" y="898"/>
                    <a:pt x="2289" y="807"/>
                    <a:pt x="2233" y="746"/>
                  </a:cubicBezTo>
                  <a:cubicBezTo>
                    <a:pt x="2202" y="715"/>
                    <a:pt x="2163" y="700"/>
                    <a:pt x="2124" y="700"/>
                  </a:cubicBezTo>
                  <a:cubicBezTo>
                    <a:pt x="2087" y="700"/>
                    <a:pt x="2050" y="714"/>
                    <a:pt x="2021" y="741"/>
                  </a:cubicBezTo>
                  <a:cubicBezTo>
                    <a:pt x="1509" y="1239"/>
                    <a:pt x="1227" y="1905"/>
                    <a:pt x="1227" y="2614"/>
                  </a:cubicBezTo>
                  <a:lnTo>
                    <a:pt x="1227" y="2771"/>
                  </a:lnTo>
                  <a:cubicBezTo>
                    <a:pt x="546" y="2810"/>
                    <a:pt x="1" y="3376"/>
                    <a:pt x="1" y="4067"/>
                  </a:cubicBezTo>
                  <a:cubicBezTo>
                    <a:pt x="1" y="4615"/>
                    <a:pt x="348" y="5102"/>
                    <a:pt x="855" y="5286"/>
                  </a:cubicBezTo>
                  <a:lnTo>
                    <a:pt x="855" y="8366"/>
                  </a:lnTo>
                  <a:cubicBezTo>
                    <a:pt x="855" y="8449"/>
                    <a:pt x="921" y="8515"/>
                    <a:pt x="1005" y="8515"/>
                  </a:cubicBezTo>
                  <a:lnTo>
                    <a:pt x="8963" y="8515"/>
                  </a:lnTo>
                  <a:cubicBezTo>
                    <a:pt x="9044" y="8515"/>
                    <a:pt x="9112" y="8450"/>
                    <a:pt x="9112" y="8366"/>
                  </a:cubicBezTo>
                  <a:lnTo>
                    <a:pt x="9112" y="5286"/>
                  </a:lnTo>
                  <a:cubicBezTo>
                    <a:pt x="9619" y="5102"/>
                    <a:pt x="9967" y="4615"/>
                    <a:pt x="9967" y="4066"/>
                  </a:cubicBezTo>
                  <a:cubicBezTo>
                    <a:pt x="9960" y="3367"/>
                    <a:pt x="9403" y="2794"/>
                    <a:pt x="8709" y="2769"/>
                  </a:cubicBezTo>
                  <a:lnTo>
                    <a:pt x="8709" y="2614"/>
                  </a:lnTo>
                  <a:cubicBezTo>
                    <a:pt x="8709" y="1171"/>
                    <a:pt x="7535" y="0"/>
                    <a:pt x="609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4" name="Google Shape;1994;g39e8b62e72a_0_154"/>
            <p:cNvSpPr/>
            <p:nvPr/>
          </p:nvSpPr>
          <p:spPr>
            <a:xfrm>
              <a:off x="6561207" y="1343684"/>
              <a:ext cx="88728" cy="50077"/>
            </a:xfrm>
            <a:custGeom>
              <a:rect b="b" l="l" r="r" t="t"/>
              <a:pathLst>
                <a:path extrusionOk="0" h="1854" w="3285">
                  <a:moveTo>
                    <a:pt x="900" y="0"/>
                  </a:moveTo>
                  <a:cubicBezTo>
                    <a:pt x="404" y="0"/>
                    <a:pt x="1" y="403"/>
                    <a:pt x="1" y="900"/>
                  </a:cubicBezTo>
                  <a:lnTo>
                    <a:pt x="1" y="956"/>
                  </a:lnTo>
                  <a:cubicBezTo>
                    <a:pt x="1" y="1452"/>
                    <a:pt x="404" y="1854"/>
                    <a:pt x="900" y="1854"/>
                  </a:cubicBezTo>
                  <a:lnTo>
                    <a:pt x="2387" y="1854"/>
                  </a:lnTo>
                  <a:cubicBezTo>
                    <a:pt x="2882" y="1854"/>
                    <a:pt x="3285" y="1452"/>
                    <a:pt x="3285" y="956"/>
                  </a:cubicBezTo>
                  <a:lnTo>
                    <a:pt x="3285" y="900"/>
                  </a:lnTo>
                  <a:cubicBezTo>
                    <a:pt x="3285" y="403"/>
                    <a:pt x="2882" y="0"/>
                    <a:pt x="2387" y="0"/>
                  </a:cubicBezTo>
                  <a:lnTo>
                    <a:pt x="1870" y="0"/>
                  </a:lnTo>
                  <a:cubicBezTo>
                    <a:pt x="1789" y="0"/>
                    <a:pt x="1720" y="67"/>
                    <a:pt x="1720" y="150"/>
                  </a:cubicBezTo>
                  <a:cubicBezTo>
                    <a:pt x="1720" y="232"/>
                    <a:pt x="1787" y="301"/>
                    <a:pt x="1870" y="301"/>
                  </a:cubicBezTo>
                  <a:lnTo>
                    <a:pt x="2387" y="301"/>
                  </a:lnTo>
                  <a:cubicBezTo>
                    <a:pt x="2717" y="301"/>
                    <a:pt x="2987" y="568"/>
                    <a:pt x="2987" y="901"/>
                  </a:cubicBezTo>
                  <a:lnTo>
                    <a:pt x="2987" y="957"/>
                  </a:lnTo>
                  <a:cubicBezTo>
                    <a:pt x="2987" y="1289"/>
                    <a:pt x="2718" y="1558"/>
                    <a:pt x="2387" y="1558"/>
                  </a:cubicBezTo>
                  <a:lnTo>
                    <a:pt x="900" y="1558"/>
                  </a:lnTo>
                  <a:cubicBezTo>
                    <a:pt x="569" y="1558"/>
                    <a:pt x="298" y="1291"/>
                    <a:pt x="298" y="957"/>
                  </a:cubicBezTo>
                  <a:lnTo>
                    <a:pt x="298" y="901"/>
                  </a:lnTo>
                  <a:cubicBezTo>
                    <a:pt x="298" y="570"/>
                    <a:pt x="567" y="301"/>
                    <a:pt x="900" y="301"/>
                  </a:cubicBezTo>
                  <a:lnTo>
                    <a:pt x="1075" y="301"/>
                  </a:lnTo>
                  <a:cubicBezTo>
                    <a:pt x="1157" y="301"/>
                    <a:pt x="1224" y="234"/>
                    <a:pt x="1224" y="150"/>
                  </a:cubicBezTo>
                  <a:cubicBezTo>
                    <a:pt x="1224" y="69"/>
                    <a:pt x="1159" y="0"/>
                    <a:pt x="10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5" name="Google Shape;1995;g39e8b62e72a_0_154"/>
            <p:cNvSpPr/>
            <p:nvPr/>
          </p:nvSpPr>
          <p:spPr>
            <a:xfrm>
              <a:off x="6693177" y="1425659"/>
              <a:ext cx="24066" cy="24120"/>
            </a:xfrm>
            <a:custGeom>
              <a:rect b="b" l="l" r="r" t="t"/>
              <a:pathLst>
                <a:path extrusionOk="0" h="893" w="891">
                  <a:moveTo>
                    <a:pt x="445" y="301"/>
                  </a:moveTo>
                  <a:cubicBezTo>
                    <a:pt x="528" y="301"/>
                    <a:pt x="592" y="366"/>
                    <a:pt x="592" y="445"/>
                  </a:cubicBezTo>
                  <a:cubicBezTo>
                    <a:pt x="592" y="526"/>
                    <a:pt x="525" y="592"/>
                    <a:pt x="445" y="592"/>
                  </a:cubicBezTo>
                  <a:cubicBezTo>
                    <a:pt x="364" y="592"/>
                    <a:pt x="299" y="526"/>
                    <a:pt x="299" y="445"/>
                  </a:cubicBezTo>
                  <a:cubicBezTo>
                    <a:pt x="299" y="364"/>
                    <a:pt x="366" y="301"/>
                    <a:pt x="445" y="301"/>
                  </a:cubicBezTo>
                  <a:close/>
                  <a:moveTo>
                    <a:pt x="445" y="0"/>
                  </a:moveTo>
                  <a:cubicBezTo>
                    <a:pt x="201" y="0"/>
                    <a:pt x="0" y="201"/>
                    <a:pt x="0" y="445"/>
                  </a:cubicBezTo>
                  <a:cubicBezTo>
                    <a:pt x="0" y="691"/>
                    <a:pt x="201" y="892"/>
                    <a:pt x="445" y="892"/>
                  </a:cubicBezTo>
                  <a:cubicBezTo>
                    <a:pt x="691" y="892"/>
                    <a:pt x="890" y="691"/>
                    <a:pt x="890" y="445"/>
                  </a:cubicBezTo>
                  <a:cubicBezTo>
                    <a:pt x="890" y="201"/>
                    <a:pt x="691" y="0"/>
                    <a:pt x="44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6" name="Google Shape;1996;g39e8b62e72a_0_154"/>
            <p:cNvSpPr/>
            <p:nvPr/>
          </p:nvSpPr>
          <p:spPr>
            <a:xfrm>
              <a:off x="6494277" y="1425659"/>
              <a:ext cx="24093" cy="24120"/>
            </a:xfrm>
            <a:custGeom>
              <a:rect b="b" l="l" r="r" t="t"/>
              <a:pathLst>
                <a:path extrusionOk="0" h="893" w="892">
                  <a:moveTo>
                    <a:pt x="446" y="301"/>
                  </a:moveTo>
                  <a:cubicBezTo>
                    <a:pt x="527" y="301"/>
                    <a:pt x="592" y="366"/>
                    <a:pt x="592" y="445"/>
                  </a:cubicBezTo>
                  <a:cubicBezTo>
                    <a:pt x="592" y="526"/>
                    <a:pt x="525" y="592"/>
                    <a:pt x="446" y="592"/>
                  </a:cubicBezTo>
                  <a:cubicBezTo>
                    <a:pt x="363" y="592"/>
                    <a:pt x="300" y="526"/>
                    <a:pt x="300" y="445"/>
                  </a:cubicBezTo>
                  <a:cubicBezTo>
                    <a:pt x="300" y="364"/>
                    <a:pt x="367" y="301"/>
                    <a:pt x="446" y="301"/>
                  </a:cubicBezTo>
                  <a:close/>
                  <a:moveTo>
                    <a:pt x="446" y="0"/>
                  </a:moveTo>
                  <a:cubicBezTo>
                    <a:pt x="200" y="0"/>
                    <a:pt x="1" y="201"/>
                    <a:pt x="1" y="445"/>
                  </a:cubicBezTo>
                  <a:cubicBezTo>
                    <a:pt x="1" y="691"/>
                    <a:pt x="200" y="892"/>
                    <a:pt x="446" y="892"/>
                  </a:cubicBezTo>
                  <a:cubicBezTo>
                    <a:pt x="690" y="892"/>
                    <a:pt x="891" y="691"/>
                    <a:pt x="891" y="445"/>
                  </a:cubicBezTo>
                  <a:cubicBezTo>
                    <a:pt x="891" y="199"/>
                    <a:pt x="690" y="0"/>
                    <a:pt x="44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97" name="Google Shape;1997;g39e8b62e72a_0_154"/>
          <p:cNvGrpSpPr/>
          <p:nvPr/>
        </p:nvGrpSpPr>
        <p:grpSpPr>
          <a:xfrm>
            <a:off x="5519035" y="4434900"/>
            <a:ext cx="269074" cy="269047"/>
            <a:chOff x="5791535" y="1309625"/>
            <a:chExt cx="269074" cy="269047"/>
          </a:xfrm>
        </p:grpSpPr>
        <p:sp>
          <p:nvSpPr>
            <p:cNvPr id="1998" name="Google Shape;1998;g39e8b62e72a_0_154"/>
            <p:cNvSpPr/>
            <p:nvPr/>
          </p:nvSpPr>
          <p:spPr>
            <a:xfrm>
              <a:off x="5900196" y="1381606"/>
              <a:ext cx="88890" cy="118952"/>
            </a:xfrm>
            <a:custGeom>
              <a:rect b="b" l="l" r="r" t="t"/>
              <a:pathLst>
                <a:path extrusionOk="0" h="4404" w="3291">
                  <a:moveTo>
                    <a:pt x="149" y="0"/>
                  </a:moveTo>
                  <a:cubicBezTo>
                    <a:pt x="126" y="0"/>
                    <a:pt x="103" y="6"/>
                    <a:pt x="81" y="17"/>
                  </a:cubicBezTo>
                  <a:cubicBezTo>
                    <a:pt x="32" y="42"/>
                    <a:pt x="1" y="92"/>
                    <a:pt x="1" y="146"/>
                  </a:cubicBezTo>
                  <a:lnTo>
                    <a:pt x="1" y="847"/>
                  </a:lnTo>
                  <a:cubicBezTo>
                    <a:pt x="1" y="929"/>
                    <a:pt x="67" y="995"/>
                    <a:pt x="148" y="995"/>
                  </a:cubicBezTo>
                  <a:cubicBezTo>
                    <a:pt x="231" y="995"/>
                    <a:pt x="296" y="929"/>
                    <a:pt x="296" y="847"/>
                  </a:cubicBezTo>
                  <a:lnTo>
                    <a:pt x="296" y="427"/>
                  </a:lnTo>
                  <a:lnTo>
                    <a:pt x="2880" y="2201"/>
                  </a:lnTo>
                  <a:lnTo>
                    <a:pt x="296" y="3975"/>
                  </a:lnTo>
                  <a:lnTo>
                    <a:pt x="296" y="2143"/>
                  </a:lnTo>
                  <a:cubicBezTo>
                    <a:pt x="296" y="2061"/>
                    <a:pt x="231" y="1995"/>
                    <a:pt x="148" y="1995"/>
                  </a:cubicBezTo>
                  <a:cubicBezTo>
                    <a:pt x="67" y="1995"/>
                    <a:pt x="1" y="2061"/>
                    <a:pt x="1" y="2143"/>
                  </a:cubicBezTo>
                  <a:lnTo>
                    <a:pt x="1" y="4255"/>
                  </a:lnTo>
                  <a:cubicBezTo>
                    <a:pt x="1" y="4310"/>
                    <a:pt x="32" y="4361"/>
                    <a:pt x="81" y="4386"/>
                  </a:cubicBezTo>
                  <a:cubicBezTo>
                    <a:pt x="102" y="4399"/>
                    <a:pt x="125" y="4403"/>
                    <a:pt x="148" y="4403"/>
                  </a:cubicBezTo>
                  <a:cubicBezTo>
                    <a:pt x="178" y="4403"/>
                    <a:pt x="208" y="4395"/>
                    <a:pt x="232" y="4378"/>
                  </a:cubicBezTo>
                  <a:lnTo>
                    <a:pt x="3227" y="2322"/>
                  </a:lnTo>
                  <a:cubicBezTo>
                    <a:pt x="3267" y="2294"/>
                    <a:pt x="3291" y="2248"/>
                    <a:pt x="3291" y="2199"/>
                  </a:cubicBezTo>
                  <a:cubicBezTo>
                    <a:pt x="3291" y="2154"/>
                    <a:pt x="3267" y="2111"/>
                    <a:pt x="3227" y="2083"/>
                  </a:cubicBezTo>
                  <a:lnTo>
                    <a:pt x="232" y="27"/>
                  </a:lnTo>
                  <a:cubicBezTo>
                    <a:pt x="207" y="9"/>
                    <a:pt x="178" y="0"/>
                    <a:pt x="1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9" name="Google Shape;1999;g39e8b62e72a_0_154"/>
            <p:cNvSpPr/>
            <p:nvPr/>
          </p:nvSpPr>
          <p:spPr>
            <a:xfrm>
              <a:off x="5809145" y="1327235"/>
              <a:ext cx="233880" cy="233853"/>
            </a:xfrm>
            <a:custGeom>
              <a:rect b="b" l="l" r="r" t="t"/>
              <a:pathLst>
                <a:path extrusionOk="0" h="8658" w="8659">
                  <a:moveTo>
                    <a:pt x="4329" y="296"/>
                  </a:moveTo>
                  <a:cubicBezTo>
                    <a:pt x="6553" y="296"/>
                    <a:pt x="8361" y="2105"/>
                    <a:pt x="8361" y="4329"/>
                  </a:cubicBezTo>
                  <a:cubicBezTo>
                    <a:pt x="8361" y="6553"/>
                    <a:pt x="6553" y="8362"/>
                    <a:pt x="4329" y="8362"/>
                  </a:cubicBezTo>
                  <a:cubicBezTo>
                    <a:pt x="2106" y="8362"/>
                    <a:pt x="296" y="6553"/>
                    <a:pt x="296" y="4329"/>
                  </a:cubicBezTo>
                  <a:cubicBezTo>
                    <a:pt x="296" y="2105"/>
                    <a:pt x="2106" y="296"/>
                    <a:pt x="4329" y="296"/>
                  </a:cubicBezTo>
                  <a:close/>
                  <a:moveTo>
                    <a:pt x="4329" y="1"/>
                  </a:moveTo>
                  <a:cubicBezTo>
                    <a:pt x="3174" y="1"/>
                    <a:pt x="2086" y="450"/>
                    <a:pt x="1269" y="1269"/>
                  </a:cubicBezTo>
                  <a:cubicBezTo>
                    <a:pt x="452" y="2086"/>
                    <a:pt x="0" y="3174"/>
                    <a:pt x="0" y="4329"/>
                  </a:cubicBezTo>
                  <a:cubicBezTo>
                    <a:pt x="0" y="5485"/>
                    <a:pt x="450" y="6572"/>
                    <a:pt x="1269" y="7389"/>
                  </a:cubicBezTo>
                  <a:cubicBezTo>
                    <a:pt x="2086" y="8206"/>
                    <a:pt x="3174" y="8657"/>
                    <a:pt x="4329" y="8657"/>
                  </a:cubicBezTo>
                  <a:cubicBezTo>
                    <a:pt x="5485" y="8657"/>
                    <a:pt x="6573" y="8209"/>
                    <a:pt x="7390" y="7389"/>
                  </a:cubicBezTo>
                  <a:cubicBezTo>
                    <a:pt x="8207" y="6572"/>
                    <a:pt x="8659" y="5485"/>
                    <a:pt x="8659" y="4329"/>
                  </a:cubicBezTo>
                  <a:cubicBezTo>
                    <a:pt x="8659" y="3174"/>
                    <a:pt x="8207" y="2086"/>
                    <a:pt x="7390" y="1269"/>
                  </a:cubicBezTo>
                  <a:cubicBezTo>
                    <a:pt x="6573" y="452"/>
                    <a:pt x="5485" y="1"/>
                    <a:pt x="432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0" name="Google Shape;2000;g39e8b62e72a_0_154"/>
            <p:cNvSpPr/>
            <p:nvPr/>
          </p:nvSpPr>
          <p:spPr>
            <a:xfrm>
              <a:off x="5791535" y="1309625"/>
              <a:ext cx="269074" cy="269047"/>
            </a:xfrm>
            <a:custGeom>
              <a:rect b="b" l="l" r="r" t="t"/>
              <a:pathLst>
                <a:path extrusionOk="0" h="9961" w="9962">
                  <a:moveTo>
                    <a:pt x="4981" y="1"/>
                  </a:moveTo>
                  <a:cubicBezTo>
                    <a:pt x="4160" y="1"/>
                    <a:pt x="3345" y="204"/>
                    <a:pt x="2627" y="590"/>
                  </a:cubicBezTo>
                  <a:cubicBezTo>
                    <a:pt x="2554" y="629"/>
                    <a:pt x="2528" y="718"/>
                    <a:pt x="2567" y="790"/>
                  </a:cubicBezTo>
                  <a:cubicBezTo>
                    <a:pt x="2593" y="840"/>
                    <a:pt x="2644" y="868"/>
                    <a:pt x="2697" y="868"/>
                  </a:cubicBezTo>
                  <a:cubicBezTo>
                    <a:pt x="2720" y="868"/>
                    <a:pt x="2745" y="862"/>
                    <a:pt x="2767" y="850"/>
                  </a:cubicBezTo>
                  <a:cubicBezTo>
                    <a:pt x="3441" y="486"/>
                    <a:pt x="4209" y="296"/>
                    <a:pt x="4981" y="296"/>
                  </a:cubicBezTo>
                  <a:cubicBezTo>
                    <a:pt x="7564" y="296"/>
                    <a:pt x="9666" y="2397"/>
                    <a:pt x="9666" y="4981"/>
                  </a:cubicBezTo>
                  <a:cubicBezTo>
                    <a:pt x="9666" y="7565"/>
                    <a:pt x="7564" y="9666"/>
                    <a:pt x="4981" y="9666"/>
                  </a:cubicBezTo>
                  <a:cubicBezTo>
                    <a:pt x="2397" y="9666"/>
                    <a:pt x="296" y="7565"/>
                    <a:pt x="296" y="4981"/>
                  </a:cubicBezTo>
                  <a:cubicBezTo>
                    <a:pt x="296" y="3699"/>
                    <a:pt x="803" y="2500"/>
                    <a:pt x="1728" y="1610"/>
                  </a:cubicBezTo>
                  <a:cubicBezTo>
                    <a:pt x="1787" y="1552"/>
                    <a:pt x="1788" y="1459"/>
                    <a:pt x="1732" y="1400"/>
                  </a:cubicBezTo>
                  <a:cubicBezTo>
                    <a:pt x="1704" y="1369"/>
                    <a:pt x="1665" y="1354"/>
                    <a:pt x="1625" y="1354"/>
                  </a:cubicBezTo>
                  <a:cubicBezTo>
                    <a:pt x="1588" y="1354"/>
                    <a:pt x="1551" y="1368"/>
                    <a:pt x="1522" y="1395"/>
                  </a:cubicBezTo>
                  <a:cubicBezTo>
                    <a:pt x="1046" y="1854"/>
                    <a:pt x="671" y="2396"/>
                    <a:pt x="410" y="2998"/>
                  </a:cubicBezTo>
                  <a:cubicBezTo>
                    <a:pt x="137" y="3625"/>
                    <a:pt x="0" y="4290"/>
                    <a:pt x="0" y="4980"/>
                  </a:cubicBezTo>
                  <a:cubicBezTo>
                    <a:pt x="0" y="6310"/>
                    <a:pt x="518" y="7560"/>
                    <a:pt x="1460" y="8500"/>
                  </a:cubicBezTo>
                  <a:cubicBezTo>
                    <a:pt x="2402" y="9442"/>
                    <a:pt x="3650" y="9960"/>
                    <a:pt x="4981" y="9960"/>
                  </a:cubicBezTo>
                  <a:cubicBezTo>
                    <a:pt x="6311" y="9960"/>
                    <a:pt x="7563" y="9442"/>
                    <a:pt x="8503" y="8500"/>
                  </a:cubicBezTo>
                  <a:cubicBezTo>
                    <a:pt x="9445" y="7559"/>
                    <a:pt x="9961" y="6310"/>
                    <a:pt x="9961" y="4980"/>
                  </a:cubicBezTo>
                  <a:cubicBezTo>
                    <a:pt x="9961" y="3649"/>
                    <a:pt x="9443" y="2401"/>
                    <a:pt x="8503" y="1460"/>
                  </a:cubicBezTo>
                  <a:cubicBezTo>
                    <a:pt x="7561" y="519"/>
                    <a:pt x="6311" y="1"/>
                    <a:pt x="498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01" name="Google Shape;2001;g39e8b62e72a_0_154"/>
          <p:cNvGrpSpPr/>
          <p:nvPr/>
        </p:nvGrpSpPr>
        <p:grpSpPr>
          <a:xfrm>
            <a:off x="4839305" y="4435197"/>
            <a:ext cx="269074" cy="268398"/>
            <a:chOff x="5111805" y="1309922"/>
            <a:chExt cx="269074" cy="268398"/>
          </a:xfrm>
        </p:grpSpPr>
        <p:sp>
          <p:nvSpPr>
            <p:cNvPr id="2002" name="Google Shape;2002;g39e8b62e72a_0_154"/>
            <p:cNvSpPr/>
            <p:nvPr/>
          </p:nvSpPr>
          <p:spPr>
            <a:xfrm>
              <a:off x="5111805" y="1309922"/>
              <a:ext cx="269074" cy="268398"/>
            </a:xfrm>
            <a:custGeom>
              <a:rect b="b" l="l" r="r" t="t"/>
              <a:pathLst>
                <a:path extrusionOk="0" h="9937" w="9962">
                  <a:moveTo>
                    <a:pt x="3711" y="299"/>
                  </a:moveTo>
                  <a:lnTo>
                    <a:pt x="3711" y="900"/>
                  </a:lnTo>
                  <a:lnTo>
                    <a:pt x="2052" y="900"/>
                  </a:lnTo>
                  <a:lnTo>
                    <a:pt x="2052" y="299"/>
                  </a:lnTo>
                  <a:close/>
                  <a:moveTo>
                    <a:pt x="5157" y="2092"/>
                  </a:moveTo>
                  <a:lnTo>
                    <a:pt x="5157" y="2788"/>
                  </a:lnTo>
                  <a:lnTo>
                    <a:pt x="4527" y="2788"/>
                  </a:lnTo>
                  <a:lnTo>
                    <a:pt x="4527" y="2637"/>
                  </a:lnTo>
                  <a:cubicBezTo>
                    <a:pt x="4527" y="2556"/>
                    <a:pt x="4461" y="2489"/>
                    <a:pt x="4379" y="2489"/>
                  </a:cubicBezTo>
                  <a:cubicBezTo>
                    <a:pt x="4298" y="2489"/>
                    <a:pt x="4231" y="2556"/>
                    <a:pt x="4231" y="2637"/>
                  </a:cubicBezTo>
                  <a:lnTo>
                    <a:pt x="4231" y="2934"/>
                  </a:lnTo>
                  <a:lnTo>
                    <a:pt x="4231" y="7930"/>
                  </a:lnTo>
                  <a:lnTo>
                    <a:pt x="4231" y="8229"/>
                  </a:lnTo>
                  <a:cubicBezTo>
                    <a:pt x="4231" y="8310"/>
                    <a:pt x="4298" y="8377"/>
                    <a:pt x="4379" y="8377"/>
                  </a:cubicBezTo>
                  <a:cubicBezTo>
                    <a:pt x="4461" y="8377"/>
                    <a:pt x="4527" y="8310"/>
                    <a:pt x="4527" y="8229"/>
                  </a:cubicBezTo>
                  <a:lnTo>
                    <a:pt x="4527" y="8078"/>
                  </a:lnTo>
                  <a:lnTo>
                    <a:pt x="5157" y="8078"/>
                  </a:lnTo>
                  <a:lnTo>
                    <a:pt x="5157" y="8746"/>
                  </a:lnTo>
                  <a:lnTo>
                    <a:pt x="544" y="8746"/>
                  </a:lnTo>
                  <a:lnTo>
                    <a:pt x="544" y="2092"/>
                  </a:lnTo>
                  <a:close/>
                  <a:moveTo>
                    <a:pt x="5404" y="9042"/>
                  </a:moveTo>
                  <a:lnTo>
                    <a:pt x="5404" y="9644"/>
                  </a:lnTo>
                  <a:lnTo>
                    <a:pt x="295" y="9644"/>
                  </a:lnTo>
                  <a:lnTo>
                    <a:pt x="295" y="9042"/>
                  </a:lnTo>
                  <a:close/>
                  <a:moveTo>
                    <a:pt x="1904" y="0"/>
                  </a:moveTo>
                  <a:cubicBezTo>
                    <a:pt x="1823" y="0"/>
                    <a:pt x="1756" y="67"/>
                    <a:pt x="1756" y="148"/>
                  </a:cubicBezTo>
                  <a:lnTo>
                    <a:pt x="1756" y="899"/>
                  </a:lnTo>
                  <a:lnTo>
                    <a:pt x="1585" y="899"/>
                  </a:lnTo>
                  <a:cubicBezTo>
                    <a:pt x="1504" y="899"/>
                    <a:pt x="1437" y="964"/>
                    <a:pt x="1437" y="1046"/>
                  </a:cubicBezTo>
                  <a:cubicBezTo>
                    <a:pt x="1437" y="1127"/>
                    <a:pt x="1504" y="1194"/>
                    <a:pt x="1585" y="1194"/>
                  </a:cubicBezTo>
                  <a:lnTo>
                    <a:pt x="5406" y="1194"/>
                  </a:lnTo>
                  <a:lnTo>
                    <a:pt x="5406" y="1795"/>
                  </a:lnTo>
                  <a:lnTo>
                    <a:pt x="296" y="1795"/>
                  </a:lnTo>
                  <a:lnTo>
                    <a:pt x="296" y="1194"/>
                  </a:lnTo>
                  <a:lnTo>
                    <a:pt x="565" y="1194"/>
                  </a:lnTo>
                  <a:cubicBezTo>
                    <a:pt x="646" y="1194"/>
                    <a:pt x="713" y="1127"/>
                    <a:pt x="713" y="1046"/>
                  </a:cubicBezTo>
                  <a:cubicBezTo>
                    <a:pt x="713" y="964"/>
                    <a:pt x="646" y="899"/>
                    <a:pt x="565" y="899"/>
                  </a:cubicBezTo>
                  <a:lnTo>
                    <a:pt x="148" y="899"/>
                  </a:lnTo>
                  <a:cubicBezTo>
                    <a:pt x="67" y="899"/>
                    <a:pt x="1" y="964"/>
                    <a:pt x="1" y="1046"/>
                  </a:cubicBezTo>
                  <a:lnTo>
                    <a:pt x="1" y="1943"/>
                  </a:lnTo>
                  <a:cubicBezTo>
                    <a:pt x="1" y="2024"/>
                    <a:pt x="67" y="2091"/>
                    <a:pt x="148" y="2091"/>
                  </a:cubicBezTo>
                  <a:lnTo>
                    <a:pt x="250" y="2091"/>
                  </a:lnTo>
                  <a:lnTo>
                    <a:pt x="250" y="8744"/>
                  </a:lnTo>
                  <a:lnTo>
                    <a:pt x="148" y="8744"/>
                  </a:lnTo>
                  <a:cubicBezTo>
                    <a:pt x="67" y="8744"/>
                    <a:pt x="1" y="8810"/>
                    <a:pt x="1" y="8892"/>
                  </a:cubicBezTo>
                  <a:lnTo>
                    <a:pt x="1" y="9789"/>
                  </a:lnTo>
                  <a:cubicBezTo>
                    <a:pt x="1" y="9871"/>
                    <a:pt x="67" y="9937"/>
                    <a:pt x="148" y="9937"/>
                  </a:cubicBezTo>
                  <a:lnTo>
                    <a:pt x="5554" y="9937"/>
                  </a:lnTo>
                  <a:cubicBezTo>
                    <a:pt x="5635" y="9937"/>
                    <a:pt x="5702" y="9871"/>
                    <a:pt x="5702" y="9789"/>
                  </a:cubicBezTo>
                  <a:lnTo>
                    <a:pt x="5702" y="8892"/>
                  </a:lnTo>
                  <a:cubicBezTo>
                    <a:pt x="5702" y="8810"/>
                    <a:pt x="5635" y="8744"/>
                    <a:pt x="5554" y="8744"/>
                  </a:cubicBezTo>
                  <a:lnTo>
                    <a:pt x="5453" y="8744"/>
                  </a:lnTo>
                  <a:lnTo>
                    <a:pt x="5453" y="8077"/>
                  </a:lnTo>
                  <a:lnTo>
                    <a:pt x="7565" y="8077"/>
                  </a:lnTo>
                  <a:cubicBezTo>
                    <a:pt x="7641" y="8077"/>
                    <a:pt x="7703" y="8021"/>
                    <a:pt x="7711" y="7946"/>
                  </a:cubicBezTo>
                  <a:cubicBezTo>
                    <a:pt x="7837" y="6846"/>
                    <a:pt x="8729" y="5958"/>
                    <a:pt x="9829" y="5835"/>
                  </a:cubicBezTo>
                  <a:cubicBezTo>
                    <a:pt x="9904" y="5828"/>
                    <a:pt x="9960" y="5764"/>
                    <a:pt x="9960" y="5689"/>
                  </a:cubicBezTo>
                  <a:lnTo>
                    <a:pt x="9960" y="2934"/>
                  </a:lnTo>
                  <a:cubicBezTo>
                    <a:pt x="9962" y="2853"/>
                    <a:pt x="9896" y="2788"/>
                    <a:pt x="9815" y="2788"/>
                  </a:cubicBezTo>
                  <a:lnTo>
                    <a:pt x="9079" y="2788"/>
                  </a:lnTo>
                  <a:cubicBezTo>
                    <a:pt x="8998" y="2788"/>
                    <a:pt x="8931" y="2853"/>
                    <a:pt x="8931" y="2936"/>
                  </a:cubicBezTo>
                  <a:cubicBezTo>
                    <a:pt x="8931" y="3017"/>
                    <a:pt x="8998" y="3084"/>
                    <a:pt x="9079" y="3084"/>
                  </a:cubicBezTo>
                  <a:lnTo>
                    <a:pt x="9669" y="3084"/>
                  </a:lnTo>
                  <a:lnTo>
                    <a:pt x="9669" y="5563"/>
                  </a:lnTo>
                  <a:cubicBezTo>
                    <a:pt x="9115" y="5653"/>
                    <a:pt x="8597" y="5916"/>
                    <a:pt x="8197" y="6315"/>
                  </a:cubicBezTo>
                  <a:cubicBezTo>
                    <a:pt x="7795" y="6713"/>
                    <a:pt x="7530" y="7232"/>
                    <a:pt x="7439" y="7784"/>
                  </a:cubicBezTo>
                  <a:lnTo>
                    <a:pt x="4528" y="7784"/>
                  </a:lnTo>
                  <a:lnTo>
                    <a:pt x="4528" y="3081"/>
                  </a:lnTo>
                  <a:lnTo>
                    <a:pt x="7840" y="3081"/>
                  </a:lnTo>
                  <a:cubicBezTo>
                    <a:pt x="7921" y="3081"/>
                    <a:pt x="7988" y="3015"/>
                    <a:pt x="7988" y="2933"/>
                  </a:cubicBezTo>
                  <a:cubicBezTo>
                    <a:pt x="7988" y="2852"/>
                    <a:pt x="7921" y="2785"/>
                    <a:pt x="7840" y="2785"/>
                  </a:cubicBezTo>
                  <a:lnTo>
                    <a:pt x="5453" y="2785"/>
                  </a:lnTo>
                  <a:lnTo>
                    <a:pt x="5453" y="2091"/>
                  </a:lnTo>
                  <a:lnTo>
                    <a:pt x="5554" y="2091"/>
                  </a:lnTo>
                  <a:cubicBezTo>
                    <a:pt x="5636" y="2091"/>
                    <a:pt x="5702" y="2024"/>
                    <a:pt x="5702" y="1943"/>
                  </a:cubicBezTo>
                  <a:lnTo>
                    <a:pt x="5702" y="1046"/>
                  </a:lnTo>
                  <a:cubicBezTo>
                    <a:pt x="5702" y="964"/>
                    <a:pt x="5636" y="899"/>
                    <a:pt x="5554" y="899"/>
                  </a:cubicBezTo>
                  <a:lnTo>
                    <a:pt x="4007" y="899"/>
                  </a:lnTo>
                  <a:lnTo>
                    <a:pt x="4007" y="148"/>
                  </a:lnTo>
                  <a:cubicBezTo>
                    <a:pt x="4007" y="67"/>
                    <a:pt x="3941" y="0"/>
                    <a:pt x="38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3" name="Google Shape;2003;g39e8b62e72a_0_154"/>
            <p:cNvSpPr/>
            <p:nvPr/>
          </p:nvSpPr>
          <p:spPr>
            <a:xfrm>
              <a:off x="5272487" y="1401944"/>
              <a:ext cx="25957" cy="26011"/>
            </a:xfrm>
            <a:custGeom>
              <a:rect b="b" l="l" r="r" t="t"/>
              <a:pathLst>
                <a:path extrusionOk="0" h="963" w="961">
                  <a:moveTo>
                    <a:pt x="665" y="296"/>
                  </a:moveTo>
                  <a:lnTo>
                    <a:pt x="665" y="667"/>
                  </a:lnTo>
                  <a:lnTo>
                    <a:pt x="296" y="667"/>
                  </a:lnTo>
                  <a:lnTo>
                    <a:pt x="296" y="296"/>
                  </a:lnTo>
                  <a:close/>
                  <a:moveTo>
                    <a:pt x="148" y="0"/>
                  </a:moveTo>
                  <a:cubicBezTo>
                    <a:pt x="65" y="0"/>
                    <a:pt x="0" y="67"/>
                    <a:pt x="0" y="148"/>
                  </a:cubicBezTo>
                  <a:lnTo>
                    <a:pt x="0" y="814"/>
                  </a:lnTo>
                  <a:cubicBezTo>
                    <a:pt x="0" y="895"/>
                    <a:pt x="65" y="962"/>
                    <a:pt x="148" y="962"/>
                  </a:cubicBezTo>
                  <a:lnTo>
                    <a:pt x="813" y="962"/>
                  </a:lnTo>
                  <a:cubicBezTo>
                    <a:pt x="895" y="962"/>
                    <a:pt x="960" y="895"/>
                    <a:pt x="960" y="814"/>
                  </a:cubicBezTo>
                  <a:lnTo>
                    <a:pt x="960" y="148"/>
                  </a:lnTo>
                  <a:cubicBezTo>
                    <a:pt x="960" y="67"/>
                    <a:pt x="895" y="0"/>
                    <a:pt x="81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4" name="Google Shape;2004;g39e8b62e72a_0_154"/>
            <p:cNvSpPr/>
            <p:nvPr/>
          </p:nvSpPr>
          <p:spPr>
            <a:xfrm>
              <a:off x="5239481" y="1401944"/>
              <a:ext cx="25957" cy="26011"/>
            </a:xfrm>
            <a:custGeom>
              <a:rect b="b" l="l" r="r" t="t"/>
              <a:pathLst>
                <a:path extrusionOk="0" h="963" w="961">
                  <a:moveTo>
                    <a:pt x="668" y="296"/>
                  </a:moveTo>
                  <a:lnTo>
                    <a:pt x="668" y="667"/>
                  </a:lnTo>
                  <a:lnTo>
                    <a:pt x="298" y="667"/>
                  </a:lnTo>
                  <a:lnTo>
                    <a:pt x="298" y="296"/>
                  </a:lnTo>
                  <a:close/>
                  <a:moveTo>
                    <a:pt x="148" y="0"/>
                  </a:moveTo>
                  <a:cubicBezTo>
                    <a:pt x="66" y="0"/>
                    <a:pt x="0" y="67"/>
                    <a:pt x="0" y="148"/>
                  </a:cubicBezTo>
                  <a:lnTo>
                    <a:pt x="0" y="814"/>
                  </a:lnTo>
                  <a:cubicBezTo>
                    <a:pt x="0" y="895"/>
                    <a:pt x="66" y="962"/>
                    <a:pt x="148" y="962"/>
                  </a:cubicBezTo>
                  <a:lnTo>
                    <a:pt x="813" y="962"/>
                  </a:lnTo>
                  <a:cubicBezTo>
                    <a:pt x="895" y="962"/>
                    <a:pt x="961" y="895"/>
                    <a:pt x="961" y="814"/>
                  </a:cubicBezTo>
                  <a:lnTo>
                    <a:pt x="961" y="148"/>
                  </a:lnTo>
                  <a:cubicBezTo>
                    <a:pt x="961" y="67"/>
                    <a:pt x="895" y="0"/>
                    <a:pt x="81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5" name="Google Shape;2005;g39e8b62e72a_0_154"/>
            <p:cNvSpPr/>
            <p:nvPr/>
          </p:nvSpPr>
          <p:spPr>
            <a:xfrm>
              <a:off x="5270866" y="1480272"/>
              <a:ext cx="26011" cy="25957"/>
            </a:xfrm>
            <a:custGeom>
              <a:rect b="b" l="l" r="r" t="t"/>
              <a:pathLst>
                <a:path extrusionOk="0" h="961" w="963">
                  <a:moveTo>
                    <a:pt x="667" y="296"/>
                  </a:moveTo>
                  <a:lnTo>
                    <a:pt x="667" y="665"/>
                  </a:lnTo>
                  <a:lnTo>
                    <a:pt x="297" y="665"/>
                  </a:lnTo>
                  <a:lnTo>
                    <a:pt x="297" y="296"/>
                  </a:lnTo>
                  <a:close/>
                  <a:moveTo>
                    <a:pt x="149" y="0"/>
                  </a:moveTo>
                  <a:cubicBezTo>
                    <a:pt x="68" y="0"/>
                    <a:pt x="1" y="65"/>
                    <a:pt x="1" y="148"/>
                  </a:cubicBezTo>
                  <a:lnTo>
                    <a:pt x="1" y="812"/>
                  </a:lnTo>
                  <a:cubicBezTo>
                    <a:pt x="1" y="895"/>
                    <a:pt x="68" y="960"/>
                    <a:pt x="149" y="960"/>
                  </a:cubicBezTo>
                  <a:lnTo>
                    <a:pt x="815" y="960"/>
                  </a:lnTo>
                  <a:cubicBezTo>
                    <a:pt x="896" y="960"/>
                    <a:pt x="963" y="895"/>
                    <a:pt x="963" y="812"/>
                  </a:cubicBezTo>
                  <a:lnTo>
                    <a:pt x="963" y="148"/>
                  </a:lnTo>
                  <a:cubicBezTo>
                    <a:pt x="963" y="64"/>
                    <a:pt x="896" y="0"/>
                    <a:pt x="81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6" name="Google Shape;2006;g39e8b62e72a_0_154"/>
            <p:cNvSpPr/>
            <p:nvPr/>
          </p:nvSpPr>
          <p:spPr>
            <a:xfrm>
              <a:off x="5239481" y="1480272"/>
              <a:ext cx="25957" cy="25957"/>
            </a:xfrm>
            <a:custGeom>
              <a:rect b="b" l="l" r="r" t="t"/>
              <a:pathLst>
                <a:path extrusionOk="0" h="961" w="961">
                  <a:moveTo>
                    <a:pt x="668" y="296"/>
                  </a:moveTo>
                  <a:lnTo>
                    <a:pt x="668" y="665"/>
                  </a:lnTo>
                  <a:lnTo>
                    <a:pt x="298" y="665"/>
                  </a:lnTo>
                  <a:lnTo>
                    <a:pt x="298" y="296"/>
                  </a:lnTo>
                  <a:close/>
                  <a:moveTo>
                    <a:pt x="148" y="0"/>
                  </a:moveTo>
                  <a:cubicBezTo>
                    <a:pt x="66" y="0"/>
                    <a:pt x="0" y="65"/>
                    <a:pt x="0" y="148"/>
                  </a:cubicBezTo>
                  <a:lnTo>
                    <a:pt x="0" y="812"/>
                  </a:lnTo>
                  <a:cubicBezTo>
                    <a:pt x="0" y="895"/>
                    <a:pt x="66" y="960"/>
                    <a:pt x="148" y="960"/>
                  </a:cubicBezTo>
                  <a:lnTo>
                    <a:pt x="813" y="960"/>
                  </a:lnTo>
                  <a:cubicBezTo>
                    <a:pt x="895" y="960"/>
                    <a:pt x="961" y="895"/>
                    <a:pt x="961" y="812"/>
                  </a:cubicBezTo>
                  <a:lnTo>
                    <a:pt x="961" y="148"/>
                  </a:lnTo>
                  <a:cubicBezTo>
                    <a:pt x="961" y="64"/>
                    <a:pt x="895" y="0"/>
                    <a:pt x="81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7" name="Google Shape;2007;g39e8b62e72a_0_154"/>
            <p:cNvSpPr/>
            <p:nvPr/>
          </p:nvSpPr>
          <p:spPr>
            <a:xfrm>
              <a:off x="5305898" y="1401944"/>
              <a:ext cx="25957" cy="26011"/>
            </a:xfrm>
            <a:custGeom>
              <a:rect b="b" l="l" r="r" t="t"/>
              <a:pathLst>
                <a:path extrusionOk="0" h="963" w="961">
                  <a:moveTo>
                    <a:pt x="668" y="296"/>
                  </a:moveTo>
                  <a:lnTo>
                    <a:pt x="668" y="667"/>
                  </a:lnTo>
                  <a:lnTo>
                    <a:pt x="298" y="667"/>
                  </a:lnTo>
                  <a:lnTo>
                    <a:pt x="298" y="296"/>
                  </a:lnTo>
                  <a:close/>
                  <a:moveTo>
                    <a:pt x="148" y="0"/>
                  </a:moveTo>
                  <a:cubicBezTo>
                    <a:pt x="66" y="0"/>
                    <a:pt x="0" y="67"/>
                    <a:pt x="0" y="148"/>
                  </a:cubicBezTo>
                  <a:lnTo>
                    <a:pt x="0" y="814"/>
                  </a:lnTo>
                  <a:cubicBezTo>
                    <a:pt x="0" y="895"/>
                    <a:pt x="66" y="962"/>
                    <a:pt x="148" y="962"/>
                  </a:cubicBezTo>
                  <a:lnTo>
                    <a:pt x="813" y="962"/>
                  </a:lnTo>
                  <a:cubicBezTo>
                    <a:pt x="895" y="962"/>
                    <a:pt x="961" y="895"/>
                    <a:pt x="961" y="814"/>
                  </a:cubicBezTo>
                  <a:lnTo>
                    <a:pt x="961" y="148"/>
                  </a:lnTo>
                  <a:cubicBezTo>
                    <a:pt x="961" y="67"/>
                    <a:pt x="895" y="0"/>
                    <a:pt x="81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8" name="Google Shape;2008;g39e8b62e72a_0_154"/>
            <p:cNvSpPr/>
            <p:nvPr/>
          </p:nvSpPr>
          <p:spPr>
            <a:xfrm>
              <a:off x="5339876" y="1401944"/>
              <a:ext cx="25984" cy="26011"/>
            </a:xfrm>
            <a:custGeom>
              <a:rect b="b" l="l" r="r" t="t"/>
              <a:pathLst>
                <a:path extrusionOk="0" h="963" w="962">
                  <a:moveTo>
                    <a:pt x="666" y="296"/>
                  </a:moveTo>
                  <a:lnTo>
                    <a:pt x="666" y="667"/>
                  </a:lnTo>
                  <a:lnTo>
                    <a:pt x="297" y="667"/>
                  </a:lnTo>
                  <a:lnTo>
                    <a:pt x="297" y="296"/>
                  </a:lnTo>
                  <a:close/>
                  <a:moveTo>
                    <a:pt x="149" y="0"/>
                  </a:moveTo>
                  <a:cubicBezTo>
                    <a:pt x="67" y="0"/>
                    <a:pt x="0" y="67"/>
                    <a:pt x="0" y="148"/>
                  </a:cubicBezTo>
                  <a:lnTo>
                    <a:pt x="0" y="814"/>
                  </a:lnTo>
                  <a:cubicBezTo>
                    <a:pt x="0" y="895"/>
                    <a:pt x="67" y="962"/>
                    <a:pt x="149" y="962"/>
                  </a:cubicBezTo>
                  <a:lnTo>
                    <a:pt x="814" y="962"/>
                  </a:lnTo>
                  <a:cubicBezTo>
                    <a:pt x="897" y="962"/>
                    <a:pt x="962" y="895"/>
                    <a:pt x="962" y="814"/>
                  </a:cubicBezTo>
                  <a:lnTo>
                    <a:pt x="962" y="148"/>
                  </a:lnTo>
                  <a:cubicBezTo>
                    <a:pt x="962" y="67"/>
                    <a:pt x="895" y="0"/>
                    <a:pt x="81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9" name="Google Shape;2009;g39e8b62e72a_0_154"/>
            <p:cNvSpPr/>
            <p:nvPr/>
          </p:nvSpPr>
          <p:spPr>
            <a:xfrm>
              <a:off x="5138788" y="1380498"/>
              <a:ext cx="31656" cy="102260"/>
            </a:xfrm>
            <a:custGeom>
              <a:rect b="b" l="l" r="r" t="t"/>
              <a:pathLst>
                <a:path extrusionOk="0" h="3786" w="1172">
                  <a:moveTo>
                    <a:pt x="149" y="1"/>
                  </a:moveTo>
                  <a:cubicBezTo>
                    <a:pt x="66" y="1"/>
                    <a:pt x="1" y="68"/>
                    <a:pt x="1" y="149"/>
                  </a:cubicBezTo>
                  <a:lnTo>
                    <a:pt x="1" y="3638"/>
                  </a:lnTo>
                  <a:cubicBezTo>
                    <a:pt x="1" y="3719"/>
                    <a:pt x="66" y="3786"/>
                    <a:pt x="149" y="3786"/>
                  </a:cubicBezTo>
                  <a:lnTo>
                    <a:pt x="1023" y="3786"/>
                  </a:lnTo>
                  <a:cubicBezTo>
                    <a:pt x="1106" y="3786"/>
                    <a:pt x="1171" y="3719"/>
                    <a:pt x="1171" y="3638"/>
                  </a:cubicBezTo>
                  <a:lnTo>
                    <a:pt x="1171" y="1478"/>
                  </a:lnTo>
                  <a:cubicBezTo>
                    <a:pt x="1171" y="1397"/>
                    <a:pt x="1106" y="1330"/>
                    <a:pt x="1023" y="1330"/>
                  </a:cubicBezTo>
                  <a:cubicBezTo>
                    <a:pt x="942" y="1330"/>
                    <a:pt x="875" y="1397"/>
                    <a:pt x="875" y="1478"/>
                  </a:cubicBezTo>
                  <a:lnTo>
                    <a:pt x="875" y="3490"/>
                  </a:lnTo>
                  <a:lnTo>
                    <a:pt x="296" y="3490"/>
                  </a:lnTo>
                  <a:lnTo>
                    <a:pt x="296" y="296"/>
                  </a:lnTo>
                  <a:lnTo>
                    <a:pt x="875" y="296"/>
                  </a:lnTo>
                  <a:lnTo>
                    <a:pt x="875" y="480"/>
                  </a:lnTo>
                  <a:cubicBezTo>
                    <a:pt x="875" y="561"/>
                    <a:pt x="942" y="628"/>
                    <a:pt x="1023" y="628"/>
                  </a:cubicBezTo>
                  <a:cubicBezTo>
                    <a:pt x="1106" y="628"/>
                    <a:pt x="1171" y="561"/>
                    <a:pt x="1171" y="480"/>
                  </a:cubicBezTo>
                  <a:lnTo>
                    <a:pt x="1171" y="149"/>
                  </a:lnTo>
                  <a:cubicBezTo>
                    <a:pt x="1171" y="68"/>
                    <a:pt x="1106" y="1"/>
                    <a:pt x="102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0" name="Google Shape;2010;g39e8b62e72a_0_154"/>
            <p:cNvSpPr/>
            <p:nvPr/>
          </p:nvSpPr>
          <p:spPr>
            <a:xfrm>
              <a:off x="5138788" y="1501691"/>
              <a:ext cx="31656" cy="33708"/>
            </a:xfrm>
            <a:custGeom>
              <a:rect b="b" l="l" r="r" t="t"/>
              <a:pathLst>
                <a:path extrusionOk="0" h="1248" w="1172">
                  <a:moveTo>
                    <a:pt x="875" y="295"/>
                  </a:moveTo>
                  <a:lnTo>
                    <a:pt x="875" y="950"/>
                  </a:lnTo>
                  <a:lnTo>
                    <a:pt x="296" y="950"/>
                  </a:lnTo>
                  <a:lnTo>
                    <a:pt x="296" y="295"/>
                  </a:lnTo>
                  <a:close/>
                  <a:moveTo>
                    <a:pt x="149" y="1"/>
                  </a:moveTo>
                  <a:cubicBezTo>
                    <a:pt x="66" y="1"/>
                    <a:pt x="1" y="66"/>
                    <a:pt x="1" y="149"/>
                  </a:cubicBezTo>
                  <a:lnTo>
                    <a:pt x="1" y="1100"/>
                  </a:lnTo>
                  <a:cubicBezTo>
                    <a:pt x="1" y="1182"/>
                    <a:pt x="66" y="1248"/>
                    <a:pt x="149" y="1248"/>
                  </a:cubicBezTo>
                  <a:lnTo>
                    <a:pt x="1023" y="1248"/>
                  </a:lnTo>
                  <a:cubicBezTo>
                    <a:pt x="1106" y="1248"/>
                    <a:pt x="1171" y="1182"/>
                    <a:pt x="1171" y="1100"/>
                  </a:cubicBezTo>
                  <a:lnTo>
                    <a:pt x="1171" y="149"/>
                  </a:lnTo>
                  <a:cubicBezTo>
                    <a:pt x="1171" y="66"/>
                    <a:pt x="1106" y="1"/>
                    <a:pt x="102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11" name="Google Shape;2011;g39e8b62e72a_0_154"/>
          <p:cNvGrpSpPr/>
          <p:nvPr/>
        </p:nvGrpSpPr>
        <p:grpSpPr>
          <a:xfrm>
            <a:off x="4202791" y="4434900"/>
            <a:ext cx="183074" cy="269074"/>
            <a:chOff x="4475291" y="1309625"/>
            <a:chExt cx="183074" cy="269074"/>
          </a:xfrm>
        </p:grpSpPr>
        <p:sp>
          <p:nvSpPr>
            <p:cNvPr id="2012" name="Google Shape;2012;g39e8b62e72a_0_154"/>
            <p:cNvSpPr/>
            <p:nvPr/>
          </p:nvSpPr>
          <p:spPr>
            <a:xfrm>
              <a:off x="4475291" y="1309625"/>
              <a:ext cx="183074" cy="269074"/>
            </a:xfrm>
            <a:custGeom>
              <a:rect b="b" l="l" r="r" t="t"/>
              <a:pathLst>
                <a:path extrusionOk="0" h="9962" w="6778">
                  <a:moveTo>
                    <a:pt x="5585" y="296"/>
                  </a:moveTo>
                  <a:cubicBezTo>
                    <a:pt x="5515" y="399"/>
                    <a:pt x="5472" y="520"/>
                    <a:pt x="5462" y="648"/>
                  </a:cubicBezTo>
                  <a:lnTo>
                    <a:pt x="5389" y="1518"/>
                  </a:lnTo>
                  <a:lnTo>
                    <a:pt x="5162" y="1518"/>
                  </a:lnTo>
                  <a:lnTo>
                    <a:pt x="5162" y="296"/>
                  </a:lnTo>
                  <a:close/>
                  <a:moveTo>
                    <a:pt x="2986" y="2905"/>
                  </a:moveTo>
                  <a:lnTo>
                    <a:pt x="2986" y="2994"/>
                  </a:lnTo>
                  <a:lnTo>
                    <a:pt x="2293" y="2994"/>
                  </a:lnTo>
                  <a:lnTo>
                    <a:pt x="2293" y="2905"/>
                  </a:lnTo>
                  <a:close/>
                  <a:moveTo>
                    <a:pt x="6120" y="297"/>
                  </a:moveTo>
                  <a:cubicBezTo>
                    <a:pt x="6128" y="297"/>
                    <a:pt x="6137" y="297"/>
                    <a:pt x="6146" y="298"/>
                  </a:cubicBezTo>
                  <a:cubicBezTo>
                    <a:pt x="6237" y="306"/>
                    <a:pt x="6320" y="355"/>
                    <a:pt x="6381" y="433"/>
                  </a:cubicBezTo>
                  <a:cubicBezTo>
                    <a:pt x="6447" y="516"/>
                    <a:pt x="6476" y="623"/>
                    <a:pt x="6466" y="734"/>
                  </a:cubicBezTo>
                  <a:lnTo>
                    <a:pt x="6270" y="3037"/>
                  </a:lnTo>
                  <a:lnTo>
                    <a:pt x="5556" y="3037"/>
                  </a:lnTo>
                  <a:lnTo>
                    <a:pt x="5756" y="674"/>
                  </a:lnTo>
                  <a:cubicBezTo>
                    <a:pt x="5766" y="562"/>
                    <a:pt x="5812" y="464"/>
                    <a:pt x="5890" y="391"/>
                  </a:cubicBezTo>
                  <a:cubicBezTo>
                    <a:pt x="5958" y="331"/>
                    <a:pt x="6037" y="297"/>
                    <a:pt x="6120" y="297"/>
                  </a:cubicBezTo>
                  <a:close/>
                  <a:moveTo>
                    <a:pt x="6202" y="3860"/>
                  </a:moveTo>
                  <a:lnTo>
                    <a:pt x="6122" y="4799"/>
                  </a:lnTo>
                  <a:lnTo>
                    <a:pt x="6122" y="4810"/>
                  </a:lnTo>
                  <a:lnTo>
                    <a:pt x="6122" y="4916"/>
                  </a:lnTo>
                  <a:cubicBezTo>
                    <a:pt x="5984" y="4802"/>
                    <a:pt x="5809" y="4734"/>
                    <a:pt x="5616" y="4734"/>
                  </a:cubicBezTo>
                  <a:lnTo>
                    <a:pt x="5412" y="4734"/>
                  </a:lnTo>
                  <a:lnTo>
                    <a:pt x="5486" y="3860"/>
                  </a:lnTo>
                  <a:close/>
                  <a:moveTo>
                    <a:pt x="5017" y="1"/>
                  </a:moveTo>
                  <a:cubicBezTo>
                    <a:pt x="4935" y="1"/>
                    <a:pt x="4869" y="66"/>
                    <a:pt x="4869" y="148"/>
                  </a:cubicBezTo>
                  <a:lnTo>
                    <a:pt x="4869" y="1666"/>
                  </a:lnTo>
                  <a:cubicBezTo>
                    <a:pt x="4869" y="1748"/>
                    <a:pt x="4935" y="1814"/>
                    <a:pt x="5017" y="1814"/>
                  </a:cubicBezTo>
                  <a:lnTo>
                    <a:pt x="5366" y="1814"/>
                  </a:lnTo>
                  <a:lnTo>
                    <a:pt x="5262" y="3037"/>
                  </a:lnTo>
                  <a:lnTo>
                    <a:pt x="4381" y="3037"/>
                  </a:lnTo>
                  <a:cubicBezTo>
                    <a:pt x="4300" y="3037"/>
                    <a:pt x="4233" y="3104"/>
                    <a:pt x="4233" y="3185"/>
                  </a:cubicBezTo>
                  <a:cubicBezTo>
                    <a:pt x="4233" y="3267"/>
                    <a:pt x="4298" y="3333"/>
                    <a:pt x="4381" y="3333"/>
                  </a:cubicBezTo>
                  <a:lnTo>
                    <a:pt x="6217" y="3333"/>
                  </a:lnTo>
                  <a:lnTo>
                    <a:pt x="6217" y="3569"/>
                  </a:lnTo>
                  <a:lnTo>
                    <a:pt x="2955" y="3569"/>
                  </a:lnTo>
                  <a:cubicBezTo>
                    <a:pt x="2754" y="3569"/>
                    <a:pt x="2592" y="3730"/>
                    <a:pt x="2592" y="3931"/>
                  </a:cubicBezTo>
                  <a:lnTo>
                    <a:pt x="2592" y="3937"/>
                  </a:lnTo>
                  <a:lnTo>
                    <a:pt x="2100" y="3937"/>
                  </a:lnTo>
                  <a:lnTo>
                    <a:pt x="2100" y="3333"/>
                  </a:lnTo>
                  <a:lnTo>
                    <a:pt x="3593" y="3333"/>
                  </a:lnTo>
                  <a:cubicBezTo>
                    <a:pt x="3674" y="3333"/>
                    <a:pt x="3741" y="3267"/>
                    <a:pt x="3741" y="3185"/>
                  </a:cubicBezTo>
                  <a:cubicBezTo>
                    <a:pt x="3741" y="3104"/>
                    <a:pt x="3674" y="3037"/>
                    <a:pt x="3593" y="3037"/>
                  </a:cubicBezTo>
                  <a:lnTo>
                    <a:pt x="3285" y="3037"/>
                  </a:lnTo>
                  <a:lnTo>
                    <a:pt x="3285" y="2760"/>
                  </a:lnTo>
                  <a:cubicBezTo>
                    <a:pt x="3285" y="2678"/>
                    <a:pt x="3219" y="2612"/>
                    <a:pt x="3137" y="2612"/>
                  </a:cubicBezTo>
                  <a:lnTo>
                    <a:pt x="2149" y="2612"/>
                  </a:lnTo>
                  <a:cubicBezTo>
                    <a:pt x="2068" y="2612"/>
                    <a:pt x="2001" y="2678"/>
                    <a:pt x="2001" y="2760"/>
                  </a:cubicBezTo>
                  <a:lnTo>
                    <a:pt x="2001" y="3037"/>
                  </a:lnTo>
                  <a:lnTo>
                    <a:pt x="1953" y="3037"/>
                  </a:lnTo>
                  <a:cubicBezTo>
                    <a:pt x="1870" y="3037"/>
                    <a:pt x="1805" y="3104"/>
                    <a:pt x="1805" y="3185"/>
                  </a:cubicBezTo>
                  <a:lnTo>
                    <a:pt x="1805" y="4085"/>
                  </a:lnTo>
                  <a:cubicBezTo>
                    <a:pt x="1805" y="4166"/>
                    <a:pt x="1870" y="4232"/>
                    <a:pt x="1953" y="4232"/>
                  </a:cubicBezTo>
                  <a:lnTo>
                    <a:pt x="2740" y="4232"/>
                  </a:lnTo>
                  <a:cubicBezTo>
                    <a:pt x="2823" y="4232"/>
                    <a:pt x="2888" y="4166"/>
                    <a:pt x="2888" y="4085"/>
                  </a:cubicBezTo>
                  <a:lnTo>
                    <a:pt x="2888" y="3931"/>
                  </a:lnTo>
                  <a:cubicBezTo>
                    <a:pt x="2888" y="3893"/>
                    <a:pt x="2918" y="3865"/>
                    <a:pt x="2955" y="3865"/>
                  </a:cubicBezTo>
                  <a:lnTo>
                    <a:pt x="5190" y="3865"/>
                  </a:lnTo>
                  <a:lnTo>
                    <a:pt x="5118" y="4715"/>
                  </a:lnTo>
                  <a:lnTo>
                    <a:pt x="5118" y="4738"/>
                  </a:lnTo>
                  <a:lnTo>
                    <a:pt x="2068" y="4738"/>
                  </a:lnTo>
                  <a:cubicBezTo>
                    <a:pt x="1985" y="4738"/>
                    <a:pt x="1920" y="4804"/>
                    <a:pt x="1920" y="4886"/>
                  </a:cubicBezTo>
                  <a:cubicBezTo>
                    <a:pt x="1920" y="4967"/>
                    <a:pt x="1985" y="5034"/>
                    <a:pt x="2068" y="5034"/>
                  </a:cubicBezTo>
                  <a:lnTo>
                    <a:pt x="5618" y="5034"/>
                  </a:lnTo>
                  <a:cubicBezTo>
                    <a:pt x="5897" y="5034"/>
                    <a:pt x="6124" y="5260"/>
                    <a:pt x="6124" y="5540"/>
                  </a:cubicBezTo>
                  <a:cubicBezTo>
                    <a:pt x="6124" y="5818"/>
                    <a:pt x="5898" y="6046"/>
                    <a:pt x="5618" y="6046"/>
                  </a:cubicBezTo>
                  <a:lnTo>
                    <a:pt x="802" y="6046"/>
                  </a:lnTo>
                  <a:cubicBezTo>
                    <a:pt x="524" y="6046"/>
                    <a:pt x="297" y="5820"/>
                    <a:pt x="297" y="5540"/>
                  </a:cubicBezTo>
                  <a:cubicBezTo>
                    <a:pt x="297" y="5260"/>
                    <a:pt x="522" y="5034"/>
                    <a:pt x="802" y="5034"/>
                  </a:cubicBezTo>
                  <a:lnTo>
                    <a:pt x="1188" y="5034"/>
                  </a:lnTo>
                  <a:cubicBezTo>
                    <a:pt x="1269" y="5034"/>
                    <a:pt x="1336" y="4967"/>
                    <a:pt x="1336" y="4886"/>
                  </a:cubicBezTo>
                  <a:cubicBezTo>
                    <a:pt x="1336" y="4804"/>
                    <a:pt x="1269" y="4738"/>
                    <a:pt x="1188" y="4738"/>
                  </a:cubicBezTo>
                  <a:lnTo>
                    <a:pt x="802" y="4738"/>
                  </a:lnTo>
                  <a:cubicBezTo>
                    <a:pt x="360" y="4738"/>
                    <a:pt x="1" y="5098"/>
                    <a:pt x="1" y="5540"/>
                  </a:cubicBezTo>
                  <a:cubicBezTo>
                    <a:pt x="1" y="5982"/>
                    <a:pt x="360" y="6341"/>
                    <a:pt x="802" y="6341"/>
                  </a:cubicBezTo>
                  <a:lnTo>
                    <a:pt x="5118" y="6341"/>
                  </a:lnTo>
                  <a:lnTo>
                    <a:pt x="5118" y="7138"/>
                  </a:lnTo>
                  <a:cubicBezTo>
                    <a:pt x="5118" y="7221"/>
                    <a:pt x="5184" y="7286"/>
                    <a:pt x="5266" y="7286"/>
                  </a:cubicBezTo>
                  <a:cubicBezTo>
                    <a:pt x="5347" y="7286"/>
                    <a:pt x="5414" y="7221"/>
                    <a:pt x="5414" y="7138"/>
                  </a:cubicBezTo>
                  <a:lnTo>
                    <a:pt x="5414" y="6341"/>
                  </a:lnTo>
                  <a:lnTo>
                    <a:pt x="5618" y="6341"/>
                  </a:lnTo>
                  <a:cubicBezTo>
                    <a:pt x="5808" y="6341"/>
                    <a:pt x="5985" y="6273"/>
                    <a:pt x="6124" y="6161"/>
                  </a:cubicBezTo>
                  <a:lnTo>
                    <a:pt x="6124" y="9671"/>
                  </a:lnTo>
                  <a:lnTo>
                    <a:pt x="2754" y="9671"/>
                  </a:lnTo>
                  <a:lnTo>
                    <a:pt x="2754" y="9604"/>
                  </a:lnTo>
                  <a:cubicBezTo>
                    <a:pt x="2754" y="9386"/>
                    <a:pt x="2932" y="9207"/>
                    <a:pt x="3151" y="9207"/>
                  </a:cubicBezTo>
                  <a:lnTo>
                    <a:pt x="4664" y="9207"/>
                  </a:lnTo>
                  <a:cubicBezTo>
                    <a:pt x="5076" y="9207"/>
                    <a:pt x="5414" y="8871"/>
                    <a:pt x="5414" y="8458"/>
                  </a:cubicBezTo>
                  <a:lnTo>
                    <a:pt x="5414" y="7867"/>
                  </a:lnTo>
                  <a:cubicBezTo>
                    <a:pt x="5414" y="7784"/>
                    <a:pt x="5347" y="7719"/>
                    <a:pt x="5266" y="7719"/>
                  </a:cubicBezTo>
                  <a:cubicBezTo>
                    <a:pt x="5184" y="7719"/>
                    <a:pt x="5118" y="7784"/>
                    <a:pt x="5118" y="7867"/>
                  </a:cubicBezTo>
                  <a:lnTo>
                    <a:pt x="5118" y="8458"/>
                  </a:lnTo>
                  <a:cubicBezTo>
                    <a:pt x="5118" y="8709"/>
                    <a:pt x="4913" y="8911"/>
                    <a:pt x="4664" y="8911"/>
                  </a:cubicBezTo>
                  <a:lnTo>
                    <a:pt x="3151" y="8911"/>
                  </a:lnTo>
                  <a:cubicBezTo>
                    <a:pt x="2770" y="8911"/>
                    <a:pt x="2458" y="9222"/>
                    <a:pt x="2458" y="9604"/>
                  </a:cubicBezTo>
                  <a:lnTo>
                    <a:pt x="2458" y="9814"/>
                  </a:lnTo>
                  <a:cubicBezTo>
                    <a:pt x="2458" y="9896"/>
                    <a:pt x="2524" y="9962"/>
                    <a:pt x="2606" y="9962"/>
                  </a:cubicBezTo>
                  <a:lnTo>
                    <a:pt x="6272" y="9962"/>
                  </a:lnTo>
                  <a:cubicBezTo>
                    <a:pt x="6353" y="9962"/>
                    <a:pt x="6419" y="9896"/>
                    <a:pt x="6419" y="9814"/>
                  </a:cubicBezTo>
                  <a:lnTo>
                    <a:pt x="6419" y="4818"/>
                  </a:lnTo>
                  <a:lnTo>
                    <a:pt x="6763" y="760"/>
                  </a:lnTo>
                  <a:cubicBezTo>
                    <a:pt x="6777" y="575"/>
                    <a:pt x="6728" y="396"/>
                    <a:pt x="6619" y="254"/>
                  </a:cubicBezTo>
                  <a:cubicBezTo>
                    <a:pt x="6511" y="114"/>
                    <a:pt x="6363" y="27"/>
                    <a:pt x="6198" y="7"/>
                  </a:cubicBezTo>
                  <a:cubicBezTo>
                    <a:pt x="6186" y="2"/>
                    <a:pt x="6172" y="1"/>
                    <a:pt x="616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3" name="Google Shape;2013;g39e8b62e72a_0_154"/>
            <p:cNvSpPr/>
            <p:nvPr/>
          </p:nvSpPr>
          <p:spPr>
            <a:xfrm>
              <a:off x="4613393" y="1448266"/>
              <a:ext cx="19717" cy="19663"/>
            </a:xfrm>
            <a:custGeom>
              <a:rect b="b" l="l" r="r" t="t"/>
              <a:pathLst>
                <a:path extrusionOk="0" h="728" w="730">
                  <a:moveTo>
                    <a:pt x="365" y="296"/>
                  </a:moveTo>
                  <a:cubicBezTo>
                    <a:pt x="402" y="296"/>
                    <a:pt x="433" y="327"/>
                    <a:pt x="433" y="363"/>
                  </a:cubicBezTo>
                  <a:cubicBezTo>
                    <a:pt x="433" y="401"/>
                    <a:pt x="402" y="432"/>
                    <a:pt x="365" y="432"/>
                  </a:cubicBezTo>
                  <a:cubicBezTo>
                    <a:pt x="327" y="432"/>
                    <a:pt x="296" y="401"/>
                    <a:pt x="296" y="363"/>
                  </a:cubicBezTo>
                  <a:cubicBezTo>
                    <a:pt x="296" y="327"/>
                    <a:pt x="327" y="296"/>
                    <a:pt x="365" y="296"/>
                  </a:cubicBezTo>
                  <a:close/>
                  <a:moveTo>
                    <a:pt x="365" y="1"/>
                  </a:moveTo>
                  <a:cubicBezTo>
                    <a:pt x="164" y="1"/>
                    <a:pt x="1" y="164"/>
                    <a:pt x="1" y="363"/>
                  </a:cubicBezTo>
                  <a:cubicBezTo>
                    <a:pt x="1" y="564"/>
                    <a:pt x="164" y="727"/>
                    <a:pt x="365" y="727"/>
                  </a:cubicBezTo>
                  <a:cubicBezTo>
                    <a:pt x="566" y="727"/>
                    <a:pt x="729" y="564"/>
                    <a:pt x="729" y="363"/>
                  </a:cubicBezTo>
                  <a:cubicBezTo>
                    <a:pt x="729" y="164"/>
                    <a:pt x="566" y="1"/>
                    <a:pt x="3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14" name="Google Shape;2014;g39e8b62e72a_0_154"/>
          <p:cNvSpPr/>
          <p:nvPr/>
        </p:nvSpPr>
        <p:spPr>
          <a:xfrm>
            <a:off x="3570410" y="4434900"/>
            <a:ext cx="88107" cy="269128"/>
          </a:xfrm>
          <a:custGeom>
            <a:rect b="b" l="l" r="r" t="t"/>
            <a:pathLst>
              <a:path extrusionOk="0" h="9964" w="3262">
                <a:moveTo>
                  <a:pt x="1588" y="3330"/>
                </a:moveTo>
                <a:lnTo>
                  <a:pt x="1761" y="3395"/>
                </a:lnTo>
                <a:cubicBezTo>
                  <a:pt x="1778" y="3401"/>
                  <a:pt x="1795" y="3406"/>
                  <a:pt x="1814" y="3406"/>
                </a:cubicBezTo>
                <a:lnTo>
                  <a:pt x="2262" y="3406"/>
                </a:lnTo>
                <a:lnTo>
                  <a:pt x="2262" y="4078"/>
                </a:lnTo>
                <a:lnTo>
                  <a:pt x="2262" y="4080"/>
                </a:lnTo>
                <a:lnTo>
                  <a:pt x="2290" y="5795"/>
                </a:lnTo>
                <a:lnTo>
                  <a:pt x="2004" y="7387"/>
                </a:lnTo>
                <a:lnTo>
                  <a:pt x="1739" y="7387"/>
                </a:lnTo>
                <a:lnTo>
                  <a:pt x="1739" y="4897"/>
                </a:lnTo>
                <a:cubicBezTo>
                  <a:pt x="1739" y="4816"/>
                  <a:pt x="1674" y="4749"/>
                  <a:pt x="1591" y="4749"/>
                </a:cubicBezTo>
                <a:cubicBezTo>
                  <a:pt x="1510" y="4749"/>
                  <a:pt x="1443" y="4816"/>
                  <a:pt x="1443" y="4897"/>
                </a:cubicBezTo>
                <a:lnTo>
                  <a:pt x="1443" y="7387"/>
                </a:lnTo>
                <a:lnTo>
                  <a:pt x="1179" y="7387"/>
                </a:lnTo>
                <a:lnTo>
                  <a:pt x="892" y="5795"/>
                </a:lnTo>
                <a:lnTo>
                  <a:pt x="919" y="4080"/>
                </a:lnTo>
                <a:lnTo>
                  <a:pt x="919" y="4078"/>
                </a:lnTo>
                <a:lnTo>
                  <a:pt x="919" y="3406"/>
                </a:lnTo>
                <a:lnTo>
                  <a:pt x="1339" y="3406"/>
                </a:lnTo>
                <a:cubicBezTo>
                  <a:pt x="1355" y="3406"/>
                  <a:pt x="1372" y="3403"/>
                  <a:pt x="1387" y="3398"/>
                </a:cubicBezTo>
                <a:lnTo>
                  <a:pt x="1588" y="3330"/>
                </a:lnTo>
                <a:close/>
                <a:moveTo>
                  <a:pt x="2265" y="7683"/>
                </a:moveTo>
                <a:lnTo>
                  <a:pt x="2265" y="7839"/>
                </a:lnTo>
                <a:lnTo>
                  <a:pt x="919" y="7839"/>
                </a:lnTo>
                <a:lnTo>
                  <a:pt x="919" y="7683"/>
                </a:lnTo>
                <a:close/>
                <a:moveTo>
                  <a:pt x="2603" y="8134"/>
                </a:moveTo>
                <a:lnTo>
                  <a:pt x="2603" y="8290"/>
                </a:lnTo>
                <a:lnTo>
                  <a:pt x="578" y="8290"/>
                </a:lnTo>
                <a:lnTo>
                  <a:pt x="578" y="8134"/>
                </a:lnTo>
                <a:close/>
                <a:moveTo>
                  <a:pt x="1440" y="1"/>
                </a:moveTo>
                <a:cubicBezTo>
                  <a:pt x="1165" y="1"/>
                  <a:pt x="944" y="223"/>
                  <a:pt x="944" y="497"/>
                </a:cubicBezTo>
                <a:lnTo>
                  <a:pt x="944" y="1188"/>
                </a:lnTo>
                <a:cubicBezTo>
                  <a:pt x="944" y="1345"/>
                  <a:pt x="1020" y="1493"/>
                  <a:pt x="1148" y="1582"/>
                </a:cubicBezTo>
                <a:lnTo>
                  <a:pt x="1170" y="1597"/>
                </a:lnTo>
                <a:lnTo>
                  <a:pt x="1170" y="1820"/>
                </a:lnTo>
                <a:cubicBezTo>
                  <a:pt x="1170" y="1915"/>
                  <a:pt x="1092" y="1993"/>
                  <a:pt x="997" y="1993"/>
                </a:cubicBezTo>
                <a:lnTo>
                  <a:pt x="807" y="1993"/>
                </a:lnTo>
                <a:cubicBezTo>
                  <a:pt x="362" y="1993"/>
                  <a:pt x="1" y="2355"/>
                  <a:pt x="1" y="2801"/>
                </a:cubicBezTo>
                <a:lnTo>
                  <a:pt x="1" y="2818"/>
                </a:lnTo>
                <a:lnTo>
                  <a:pt x="36" y="3141"/>
                </a:lnTo>
                <a:cubicBezTo>
                  <a:pt x="46" y="3216"/>
                  <a:pt x="108" y="3272"/>
                  <a:pt x="181" y="3272"/>
                </a:cubicBezTo>
                <a:cubicBezTo>
                  <a:pt x="187" y="3272"/>
                  <a:pt x="193" y="3271"/>
                  <a:pt x="200" y="3271"/>
                </a:cubicBezTo>
                <a:cubicBezTo>
                  <a:pt x="282" y="3261"/>
                  <a:pt x="340" y="3190"/>
                  <a:pt x="331" y="3107"/>
                </a:cubicBezTo>
                <a:lnTo>
                  <a:pt x="296" y="2793"/>
                </a:lnTo>
                <a:cubicBezTo>
                  <a:pt x="300" y="2514"/>
                  <a:pt x="527" y="2288"/>
                  <a:pt x="807" y="2288"/>
                </a:cubicBezTo>
                <a:lnTo>
                  <a:pt x="997" y="2288"/>
                </a:lnTo>
                <a:cubicBezTo>
                  <a:pt x="1255" y="2288"/>
                  <a:pt x="1464" y="2078"/>
                  <a:pt x="1464" y="1822"/>
                </a:cubicBezTo>
                <a:lnTo>
                  <a:pt x="1464" y="1524"/>
                </a:lnTo>
                <a:cubicBezTo>
                  <a:pt x="1464" y="1476"/>
                  <a:pt x="1440" y="1431"/>
                  <a:pt x="1401" y="1403"/>
                </a:cubicBezTo>
                <a:lnTo>
                  <a:pt x="1317" y="1345"/>
                </a:lnTo>
                <a:cubicBezTo>
                  <a:pt x="1266" y="1309"/>
                  <a:pt x="1238" y="1252"/>
                  <a:pt x="1238" y="1190"/>
                </a:cubicBezTo>
                <a:lnTo>
                  <a:pt x="1238" y="499"/>
                </a:lnTo>
                <a:cubicBezTo>
                  <a:pt x="1238" y="388"/>
                  <a:pt x="1327" y="298"/>
                  <a:pt x="1437" y="298"/>
                </a:cubicBezTo>
                <a:lnTo>
                  <a:pt x="1822" y="298"/>
                </a:lnTo>
                <a:cubicBezTo>
                  <a:pt x="1932" y="298"/>
                  <a:pt x="2021" y="388"/>
                  <a:pt x="2021" y="499"/>
                </a:cubicBezTo>
                <a:lnTo>
                  <a:pt x="2021" y="1190"/>
                </a:lnTo>
                <a:cubicBezTo>
                  <a:pt x="2021" y="1252"/>
                  <a:pt x="1993" y="1308"/>
                  <a:pt x="1942" y="1345"/>
                </a:cubicBezTo>
                <a:lnTo>
                  <a:pt x="1857" y="1403"/>
                </a:lnTo>
                <a:cubicBezTo>
                  <a:pt x="1819" y="1431"/>
                  <a:pt x="1795" y="1476"/>
                  <a:pt x="1795" y="1524"/>
                </a:cubicBezTo>
                <a:lnTo>
                  <a:pt x="1795" y="1822"/>
                </a:lnTo>
                <a:cubicBezTo>
                  <a:pt x="1795" y="2080"/>
                  <a:pt x="2005" y="2288"/>
                  <a:pt x="2262" y="2288"/>
                </a:cubicBezTo>
                <a:lnTo>
                  <a:pt x="2450" y="2288"/>
                </a:lnTo>
                <a:cubicBezTo>
                  <a:pt x="2731" y="2288"/>
                  <a:pt x="2959" y="2514"/>
                  <a:pt x="2963" y="2793"/>
                </a:cubicBezTo>
                <a:lnTo>
                  <a:pt x="2801" y="4212"/>
                </a:lnTo>
                <a:lnTo>
                  <a:pt x="2561" y="4390"/>
                </a:lnTo>
                <a:lnTo>
                  <a:pt x="2555" y="4078"/>
                </a:lnTo>
                <a:lnTo>
                  <a:pt x="2555" y="3261"/>
                </a:lnTo>
                <a:lnTo>
                  <a:pt x="2587" y="2771"/>
                </a:lnTo>
                <a:cubicBezTo>
                  <a:pt x="2594" y="2688"/>
                  <a:pt x="2531" y="2620"/>
                  <a:pt x="2449" y="2614"/>
                </a:cubicBezTo>
                <a:cubicBezTo>
                  <a:pt x="2445" y="2613"/>
                  <a:pt x="2441" y="2613"/>
                  <a:pt x="2438" y="2613"/>
                </a:cubicBezTo>
                <a:cubicBezTo>
                  <a:pt x="2362" y="2613"/>
                  <a:pt x="2298" y="2674"/>
                  <a:pt x="2292" y="2751"/>
                </a:cubicBezTo>
                <a:lnTo>
                  <a:pt x="2267" y="3110"/>
                </a:lnTo>
                <a:lnTo>
                  <a:pt x="1834" y="3110"/>
                </a:lnTo>
                <a:lnTo>
                  <a:pt x="1638" y="3034"/>
                </a:lnTo>
                <a:cubicBezTo>
                  <a:pt x="1620" y="3027"/>
                  <a:pt x="1601" y="3024"/>
                  <a:pt x="1582" y="3024"/>
                </a:cubicBezTo>
                <a:cubicBezTo>
                  <a:pt x="1567" y="3024"/>
                  <a:pt x="1552" y="3026"/>
                  <a:pt x="1537" y="3031"/>
                </a:cubicBezTo>
                <a:lnTo>
                  <a:pt x="1307" y="3110"/>
                </a:lnTo>
                <a:lnTo>
                  <a:pt x="900" y="3110"/>
                </a:lnTo>
                <a:lnTo>
                  <a:pt x="875" y="2751"/>
                </a:lnTo>
                <a:cubicBezTo>
                  <a:pt x="869" y="2673"/>
                  <a:pt x="804" y="2614"/>
                  <a:pt x="727" y="2614"/>
                </a:cubicBezTo>
                <a:cubicBezTo>
                  <a:pt x="724" y="2614"/>
                  <a:pt x="721" y="2614"/>
                  <a:pt x="718" y="2614"/>
                </a:cubicBezTo>
                <a:cubicBezTo>
                  <a:pt x="636" y="2618"/>
                  <a:pt x="575" y="2688"/>
                  <a:pt x="580" y="2771"/>
                </a:cubicBezTo>
                <a:lnTo>
                  <a:pt x="612" y="3261"/>
                </a:lnTo>
                <a:lnTo>
                  <a:pt x="612" y="4077"/>
                </a:lnTo>
                <a:lnTo>
                  <a:pt x="609" y="4352"/>
                </a:lnTo>
                <a:lnTo>
                  <a:pt x="402" y="4180"/>
                </a:lnTo>
                <a:cubicBezTo>
                  <a:pt x="374" y="4156"/>
                  <a:pt x="340" y="4144"/>
                  <a:pt x="307" y="4144"/>
                </a:cubicBezTo>
                <a:cubicBezTo>
                  <a:pt x="265" y="4144"/>
                  <a:pt x="223" y="4162"/>
                  <a:pt x="194" y="4197"/>
                </a:cubicBezTo>
                <a:cubicBezTo>
                  <a:pt x="142" y="4259"/>
                  <a:pt x="150" y="4352"/>
                  <a:pt x="212" y="4405"/>
                </a:cubicBezTo>
                <a:lnTo>
                  <a:pt x="603" y="4734"/>
                </a:lnTo>
                <a:lnTo>
                  <a:pt x="586" y="5804"/>
                </a:lnTo>
                <a:cubicBezTo>
                  <a:pt x="586" y="5814"/>
                  <a:pt x="586" y="5823"/>
                  <a:pt x="587" y="5834"/>
                </a:cubicBezTo>
                <a:lnTo>
                  <a:pt x="868" y="7387"/>
                </a:lnTo>
                <a:lnTo>
                  <a:pt x="760" y="7387"/>
                </a:lnTo>
                <a:cubicBezTo>
                  <a:pt x="679" y="7387"/>
                  <a:pt x="612" y="7454"/>
                  <a:pt x="612" y="7535"/>
                </a:cubicBezTo>
                <a:lnTo>
                  <a:pt x="612" y="7837"/>
                </a:lnTo>
                <a:lnTo>
                  <a:pt x="419" y="7837"/>
                </a:lnTo>
                <a:cubicBezTo>
                  <a:pt x="338" y="7837"/>
                  <a:pt x="271" y="7904"/>
                  <a:pt x="271" y="7985"/>
                </a:cubicBezTo>
                <a:lnTo>
                  <a:pt x="271" y="8436"/>
                </a:lnTo>
                <a:cubicBezTo>
                  <a:pt x="271" y="8519"/>
                  <a:pt x="338" y="8584"/>
                  <a:pt x="419" y="8584"/>
                </a:cubicBezTo>
                <a:lnTo>
                  <a:pt x="2594" y="8584"/>
                </a:lnTo>
                <a:lnTo>
                  <a:pt x="2594" y="9667"/>
                </a:lnTo>
                <a:lnTo>
                  <a:pt x="567" y="9667"/>
                </a:lnTo>
                <a:lnTo>
                  <a:pt x="567" y="9520"/>
                </a:lnTo>
                <a:cubicBezTo>
                  <a:pt x="567" y="9439"/>
                  <a:pt x="502" y="9372"/>
                  <a:pt x="419" y="9372"/>
                </a:cubicBezTo>
                <a:cubicBezTo>
                  <a:pt x="338" y="9372"/>
                  <a:pt x="271" y="9439"/>
                  <a:pt x="271" y="9520"/>
                </a:cubicBezTo>
                <a:lnTo>
                  <a:pt x="271" y="9815"/>
                </a:lnTo>
                <a:cubicBezTo>
                  <a:pt x="271" y="9898"/>
                  <a:pt x="338" y="9963"/>
                  <a:pt x="419" y="9963"/>
                </a:cubicBezTo>
                <a:lnTo>
                  <a:pt x="2738" y="9963"/>
                </a:lnTo>
                <a:cubicBezTo>
                  <a:pt x="2821" y="9963"/>
                  <a:pt x="2886" y="9898"/>
                  <a:pt x="2886" y="9815"/>
                </a:cubicBezTo>
                <a:lnTo>
                  <a:pt x="2886" y="8436"/>
                </a:lnTo>
                <a:lnTo>
                  <a:pt x="2886" y="7987"/>
                </a:lnTo>
                <a:cubicBezTo>
                  <a:pt x="2886" y="7906"/>
                  <a:pt x="2821" y="7839"/>
                  <a:pt x="2738" y="7839"/>
                </a:cubicBezTo>
                <a:lnTo>
                  <a:pt x="2547" y="7839"/>
                </a:lnTo>
                <a:lnTo>
                  <a:pt x="2547" y="7538"/>
                </a:lnTo>
                <a:cubicBezTo>
                  <a:pt x="2547" y="7456"/>
                  <a:pt x="2480" y="7390"/>
                  <a:pt x="2399" y="7390"/>
                </a:cubicBezTo>
                <a:lnTo>
                  <a:pt x="2292" y="7390"/>
                </a:lnTo>
                <a:lnTo>
                  <a:pt x="2572" y="5836"/>
                </a:lnTo>
                <a:cubicBezTo>
                  <a:pt x="2573" y="5826"/>
                  <a:pt x="2573" y="5815"/>
                  <a:pt x="2573" y="5806"/>
                </a:cubicBezTo>
                <a:lnTo>
                  <a:pt x="2556" y="4751"/>
                </a:lnTo>
                <a:lnTo>
                  <a:pt x="3017" y="4413"/>
                </a:lnTo>
                <a:cubicBezTo>
                  <a:pt x="3050" y="4388"/>
                  <a:pt x="3071" y="4351"/>
                  <a:pt x="3078" y="4310"/>
                </a:cubicBezTo>
                <a:lnTo>
                  <a:pt x="3247" y="2816"/>
                </a:lnTo>
                <a:lnTo>
                  <a:pt x="3247" y="2799"/>
                </a:lnTo>
                <a:cubicBezTo>
                  <a:pt x="3261" y="2355"/>
                  <a:pt x="2899" y="1993"/>
                  <a:pt x="2454" y="1993"/>
                </a:cubicBezTo>
                <a:lnTo>
                  <a:pt x="2265" y="1993"/>
                </a:lnTo>
                <a:cubicBezTo>
                  <a:pt x="2169" y="1993"/>
                  <a:pt x="2091" y="1915"/>
                  <a:pt x="2091" y="1820"/>
                </a:cubicBezTo>
                <a:lnTo>
                  <a:pt x="2091" y="1597"/>
                </a:lnTo>
                <a:lnTo>
                  <a:pt x="2113" y="1582"/>
                </a:lnTo>
                <a:cubicBezTo>
                  <a:pt x="2242" y="1492"/>
                  <a:pt x="2317" y="1344"/>
                  <a:pt x="2317" y="1188"/>
                </a:cubicBezTo>
                <a:lnTo>
                  <a:pt x="2317" y="497"/>
                </a:lnTo>
                <a:cubicBezTo>
                  <a:pt x="2317" y="225"/>
                  <a:pt x="2096" y="1"/>
                  <a:pt x="1822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15" name="Google Shape;2015;g39e8b62e72a_0_154"/>
          <p:cNvGrpSpPr/>
          <p:nvPr/>
        </p:nvGrpSpPr>
        <p:grpSpPr>
          <a:xfrm>
            <a:off x="2832042" y="4434900"/>
            <a:ext cx="205438" cy="269236"/>
            <a:chOff x="3104542" y="1309625"/>
            <a:chExt cx="205438" cy="269236"/>
          </a:xfrm>
        </p:grpSpPr>
        <p:sp>
          <p:nvSpPr>
            <p:cNvPr id="2016" name="Google Shape;2016;g39e8b62e72a_0_154"/>
            <p:cNvSpPr/>
            <p:nvPr/>
          </p:nvSpPr>
          <p:spPr>
            <a:xfrm>
              <a:off x="3104542" y="1309625"/>
              <a:ext cx="205438" cy="269236"/>
            </a:xfrm>
            <a:custGeom>
              <a:rect b="b" l="l" r="r" t="t"/>
              <a:pathLst>
                <a:path extrusionOk="0" h="9968" w="7606">
                  <a:moveTo>
                    <a:pt x="991" y="296"/>
                  </a:moveTo>
                  <a:cubicBezTo>
                    <a:pt x="1069" y="296"/>
                    <a:pt x="1132" y="360"/>
                    <a:pt x="1132" y="438"/>
                  </a:cubicBezTo>
                  <a:lnTo>
                    <a:pt x="1132" y="622"/>
                  </a:lnTo>
                  <a:cubicBezTo>
                    <a:pt x="977" y="586"/>
                    <a:pt x="894" y="553"/>
                    <a:pt x="851" y="530"/>
                  </a:cubicBezTo>
                  <a:lnTo>
                    <a:pt x="851" y="438"/>
                  </a:lnTo>
                  <a:cubicBezTo>
                    <a:pt x="849" y="360"/>
                    <a:pt x="913" y="296"/>
                    <a:pt x="991" y="296"/>
                  </a:cubicBezTo>
                  <a:close/>
                  <a:moveTo>
                    <a:pt x="6592" y="296"/>
                  </a:moveTo>
                  <a:cubicBezTo>
                    <a:pt x="6670" y="296"/>
                    <a:pt x="6734" y="360"/>
                    <a:pt x="6734" y="438"/>
                  </a:cubicBezTo>
                  <a:lnTo>
                    <a:pt x="6734" y="530"/>
                  </a:lnTo>
                  <a:cubicBezTo>
                    <a:pt x="6689" y="552"/>
                    <a:pt x="6605" y="584"/>
                    <a:pt x="6449" y="622"/>
                  </a:cubicBezTo>
                  <a:lnTo>
                    <a:pt x="6449" y="438"/>
                  </a:lnTo>
                  <a:cubicBezTo>
                    <a:pt x="6449" y="360"/>
                    <a:pt x="6514" y="296"/>
                    <a:pt x="6592" y="296"/>
                  </a:cubicBezTo>
                  <a:close/>
                  <a:moveTo>
                    <a:pt x="6732" y="3602"/>
                  </a:moveTo>
                  <a:lnTo>
                    <a:pt x="6732" y="5036"/>
                  </a:lnTo>
                  <a:lnTo>
                    <a:pt x="6449" y="5036"/>
                  </a:lnTo>
                  <a:lnTo>
                    <a:pt x="6449" y="3678"/>
                  </a:lnTo>
                  <a:cubicBezTo>
                    <a:pt x="6569" y="3652"/>
                    <a:pt x="6661" y="3627"/>
                    <a:pt x="6732" y="3602"/>
                  </a:cubicBezTo>
                  <a:close/>
                  <a:moveTo>
                    <a:pt x="849" y="3604"/>
                  </a:moveTo>
                  <a:cubicBezTo>
                    <a:pt x="921" y="3629"/>
                    <a:pt x="1014" y="3655"/>
                    <a:pt x="1131" y="3680"/>
                  </a:cubicBezTo>
                  <a:lnTo>
                    <a:pt x="1131" y="5040"/>
                  </a:lnTo>
                  <a:lnTo>
                    <a:pt x="849" y="5040"/>
                  </a:lnTo>
                  <a:lnTo>
                    <a:pt x="849" y="3604"/>
                  </a:lnTo>
                  <a:close/>
                  <a:moveTo>
                    <a:pt x="6155" y="3728"/>
                  </a:moveTo>
                  <a:lnTo>
                    <a:pt x="6155" y="5036"/>
                  </a:lnTo>
                  <a:lnTo>
                    <a:pt x="3014" y="5036"/>
                  </a:lnTo>
                  <a:cubicBezTo>
                    <a:pt x="2933" y="5036"/>
                    <a:pt x="2866" y="5101"/>
                    <a:pt x="2866" y="5183"/>
                  </a:cubicBezTo>
                  <a:cubicBezTo>
                    <a:pt x="2866" y="5264"/>
                    <a:pt x="2932" y="5331"/>
                    <a:pt x="3014" y="5331"/>
                  </a:cubicBezTo>
                  <a:lnTo>
                    <a:pt x="7045" y="5331"/>
                  </a:lnTo>
                  <a:cubicBezTo>
                    <a:pt x="7191" y="5331"/>
                    <a:pt x="7311" y="5450"/>
                    <a:pt x="7311" y="5597"/>
                  </a:cubicBezTo>
                  <a:cubicBezTo>
                    <a:pt x="7310" y="5745"/>
                    <a:pt x="7191" y="5865"/>
                    <a:pt x="7045" y="5865"/>
                  </a:cubicBezTo>
                  <a:lnTo>
                    <a:pt x="561" y="5865"/>
                  </a:lnTo>
                  <a:cubicBezTo>
                    <a:pt x="415" y="5865"/>
                    <a:pt x="295" y="5745"/>
                    <a:pt x="295" y="5597"/>
                  </a:cubicBezTo>
                  <a:cubicBezTo>
                    <a:pt x="295" y="5450"/>
                    <a:pt x="413" y="5331"/>
                    <a:pt x="561" y="5331"/>
                  </a:cubicBezTo>
                  <a:lnTo>
                    <a:pt x="2164" y="5331"/>
                  </a:lnTo>
                  <a:cubicBezTo>
                    <a:pt x="2245" y="5331"/>
                    <a:pt x="2312" y="5264"/>
                    <a:pt x="2312" y="5183"/>
                  </a:cubicBezTo>
                  <a:cubicBezTo>
                    <a:pt x="2312" y="5101"/>
                    <a:pt x="2245" y="5036"/>
                    <a:pt x="2164" y="5036"/>
                  </a:cubicBezTo>
                  <a:lnTo>
                    <a:pt x="1426" y="5036"/>
                  </a:lnTo>
                  <a:lnTo>
                    <a:pt x="1426" y="3728"/>
                  </a:lnTo>
                  <a:cubicBezTo>
                    <a:pt x="1531" y="3744"/>
                    <a:pt x="1651" y="3759"/>
                    <a:pt x="1784" y="3773"/>
                  </a:cubicBezTo>
                  <a:cubicBezTo>
                    <a:pt x="2335" y="3831"/>
                    <a:pt x="3047" y="3862"/>
                    <a:pt x="3791" y="3862"/>
                  </a:cubicBezTo>
                  <a:cubicBezTo>
                    <a:pt x="4533" y="3862"/>
                    <a:pt x="5246" y="3831"/>
                    <a:pt x="5797" y="3773"/>
                  </a:cubicBezTo>
                  <a:cubicBezTo>
                    <a:pt x="5931" y="3759"/>
                    <a:pt x="6049" y="3744"/>
                    <a:pt x="6155" y="3728"/>
                  </a:cubicBezTo>
                  <a:close/>
                  <a:moveTo>
                    <a:pt x="5022" y="6161"/>
                  </a:moveTo>
                  <a:lnTo>
                    <a:pt x="3739" y="7426"/>
                  </a:lnTo>
                  <a:lnTo>
                    <a:pt x="2458" y="6161"/>
                  </a:lnTo>
                  <a:close/>
                  <a:moveTo>
                    <a:pt x="5587" y="6164"/>
                  </a:moveTo>
                  <a:lnTo>
                    <a:pt x="4023" y="7706"/>
                  </a:lnTo>
                  <a:lnTo>
                    <a:pt x="3949" y="7636"/>
                  </a:lnTo>
                  <a:lnTo>
                    <a:pt x="5442" y="6164"/>
                  </a:lnTo>
                  <a:close/>
                  <a:moveTo>
                    <a:pt x="3458" y="8122"/>
                  </a:moveTo>
                  <a:lnTo>
                    <a:pt x="3529" y="8194"/>
                  </a:lnTo>
                  <a:lnTo>
                    <a:pt x="2047" y="9658"/>
                  </a:lnTo>
                  <a:lnTo>
                    <a:pt x="1901" y="9660"/>
                  </a:lnTo>
                  <a:lnTo>
                    <a:pt x="1901" y="9660"/>
                  </a:lnTo>
                  <a:lnTo>
                    <a:pt x="3458" y="8122"/>
                  </a:lnTo>
                  <a:close/>
                  <a:moveTo>
                    <a:pt x="2038" y="6162"/>
                  </a:moveTo>
                  <a:lnTo>
                    <a:pt x="5579" y="9660"/>
                  </a:lnTo>
                  <a:lnTo>
                    <a:pt x="5433" y="9658"/>
                  </a:lnTo>
                  <a:lnTo>
                    <a:pt x="1893" y="6162"/>
                  </a:lnTo>
                  <a:close/>
                  <a:moveTo>
                    <a:pt x="6591" y="1"/>
                  </a:moveTo>
                  <a:cubicBezTo>
                    <a:pt x="6349" y="1"/>
                    <a:pt x="6152" y="197"/>
                    <a:pt x="6152" y="438"/>
                  </a:cubicBezTo>
                  <a:lnTo>
                    <a:pt x="6152" y="676"/>
                  </a:lnTo>
                  <a:cubicBezTo>
                    <a:pt x="5949" y="707"/>
                    <a:pt x="5682" y="738"/>
                    <a:pt x="5327" y="763"/>
                  </a:cubicBezTo>
                  <a:cubicBezTo>
                    <a:pt x="4858" y="797"/>
                    <a:pt x="4316" y="814"/>
                    <a:pt x="3772" y="814"/>
                  </a:cubicBezTo>
                  <a:cubicBezTo>
                    <a:pt x="3429" y="814"/>
                    <a:pt x="3086" y="807"/>
                    <a:pt x="2759" y="793"/>
                  </a:cubicBezTo>
                  <a:cubicBezTo>
                    <a:pt x="2756" y="793"/>
                    <a:pt x="2753" y="793"/>
                    <a:pt x="2751" y="793"/>
                  </a:cubicBezTo>
                  <a:cubicBezTo>
                    <a:pt x="2673" y="793"/>
                    <a:pt x="2609" y="856"/>
                    <a:pt x="2606" y="934"/>
                  </a:cubicBezTo>
                  <a:cubicBezTo>
                    <a:pt x="2602" y="1015"/>
                    <a:pt x="2665" y="1084"/>
                    <a:pt x="2748" y="1088"/>
                  </a:cubicBezTo>
                  <a:cubicBezTo>
                    <a:pt x="3080" y="1102"/>
                    <a:pt x="3429" y="1109"/>
                    <a:pt x="3778" y="1109"/>
                  </a:cubicBezTo>
                  <a:cubicBezTo>
                    <a:pt x="4328" y="1109"/>
                    <a:pt x="4876" y="1092"/>
                    <a:pt x="5349" y="1059"/>
                  </a:cubicBezTo>
                  <a:cubicBezTo>
                    <a:pt x="6118" y="1004"/>
                    <a:pt x="6516" y="922"/>
                    <a:pt x="6731" y="849"/>
                  </a:cubicBezTo>
                  <a:lnTo>
                    <a:pt x="6731" y="3285"/>
                  </a:lnTo>
                  <a:cubicBezTo>
                    <a:pt x="6672" y="3316"/>
                    <a:pt x="6546" y="3362"/>
                    <a:pt x="6275" y="3411"/>
                  </a:cubicBezTo>
                  <a:cubicBezTo>
                    <a:pt x="6273" y="3411"/>
                    <a:pt x="6272" y="3411"/>
                    <a:pt x="6268" y="3414"/>
                  </a:cubicBezTo>
                  <a:cubicBezTo>
                    <a:pt x="6136" y="3437"/>
                    <a:pt x="5971" y="3460"/>
                    <a:pt x="5766" y="3481"/>
                  </a:cubicBezTo>
                  <a:cubicBezTo>
                    <a:pt x="5224" y="3538"/>
                    <a:pt x="4522" y="3569"/>
                    <a:pt x="3791" y="3569"/>
                  </a:cubicBezTo>
                  <a:cubicBezTo>
                    <a:pt x="3058" y="3569"/>
                    <a:pt x="2357" y="3538"/>
                    <a:pt x="1816" y="3481"/>
                  </a:cubicBezTo>
                  <a:cubicBezTo>
                    <a:pt x="1607" y="3460"/>
                    <a:pt x="1442" y="3437"/>
                    <a:pt x="1311" y="3414"/>
                  </a:cubicBezTo>
                  <a:cubicBezTo>
                    <a:pt x="1310" y="3414"/>
                    <a:pt x="1308" y="3414"/>
                    <a:pt x="1307" y="3411"/>
                  </a:cubicBezTo>
                  <a:cubicBezTo>
                    <a:pt x="1036" y="3362"/>
                    <a:pt x="910" y="3316"/>
                    <a:pt x="851" y="3285"/>
                  </a:cubicBezTo>
                  <a:lnTo>
                    <a:pt x="851" y="849"/>
                  </a:lnTo>
                  <a:cubicBezTo>
                    <a:pt x="1036" y="913"/>
                    <a:pt x="1346" y="978"/>
                    <a:pt x="1883" y="1029"/>
                  </a:cubicBezTo>
                  <a:cubicBezTo>
                    <a:pt x="1887" y="1030"/>
                    <a:pt x="1892" y="1030"/>
                    <a:pt x="1896" y="1030"/>
                  </a:cubicBezTo>
                  <a:cubicBezTo>
                    <a:pt x="1972" y="1030"/>
                    <a:pt x="2035" y="972"/>
                    <a:pt x="2043" y="897"/>
                  </a:cubicBezTo>
                  <a:cubicBezTo>
                    <a:pt x="2051" y="816"/>
                    <a:pt x="1991" y="745"/>
                    <a:pt x="1911" y="737"/>
                  </a:cubicBezTo>
                  <a:cubicBezTo>
                    <a:pt x="1721" y="717"/>
                    <a:pt x="1563" y="698"/>
                    <a:pt x="1431" y="678"/>
                  </a:cubicBezTo>
                  <a:lnTo>
                    <a:pt x="1431" y="441"/>
                  </a:lnTo>
                  <a:cubicBezTo>
                    <a:pt x="1431" y="200"/>
                    <a:pt x="1233" y="2"/>
                    <a:pt x="992" y="2"/>
                  </a:cubicBezTo>
                  <a:cubicBezTo>
                    <a:pt x="751" y="2"/>
                    <a:pt x="555" y="200"/>
                    <a:pt x="555" y="441"/>
                  </a:cubicBezTo>
                  <a:lnTo>
                    <a:pt x="555" y="608"/>
                  </a:lnTo>
                  <a:lnTo>
                    <a:pt x="555" y="3362"/>
                  </a:lnTo>
                  <a:lnTo>
                    <a:pt x="555" y="5040"/>
                  </a:lnTo>
                  <a:cubicBezTo>
                    <a:pt x="250" y="5043"/>
                    <a:pt x="1" y="5294"/>
                    <a:pt x="1" y="5602"/>
                  </a:cubicBezTo>
                  <a:cubicBezTo>
                    <a:pt x="1" y="5912"/>
                    <a:pt x="251" y="6164"/>
                    <a:pt x="563" y="6164"/>
                  </a:cubicBezTo>
                  <a:lnTo>
                    <a:pt x="1473" y="6164"/>
                  </a:lnTo>
                  <a:lnTo>
                    <a:pt x="3247" y="7916"/>
                  </a:lnTo>
                  <a:lnTo>
                    <a:pt x="1431" y="9713"/>
                  </a:lnTo>
                  <a:cubicBezTo>
                    <a:pt x="1388" y="9756"/>
                    <a:pt x="1374" y="9820"/>
                    <a:pt x="1397" y="9876"/>
                  </a:cubicBezTo>
                  <a:cubicBezTo>
                    <a:pt x="1420" y="9930"/>
                    <a:pt x="1475" y="9968"/>
                    <a:pt x="1534" y="9968"/>
                  </a:cubicBezTo>
                  <a:lnTo>
                    <a:pt x="1535" y="9968"/>
                  </a:lnTo>
                  <a:lnTo>
                    <a:pt x="2110" y="9958"/>
                  </a:lnTo>
                  <a:cubicBezTo>
                    <a:pt x="2149" y="9958"/>
                    <a:pt x="2183" y="9943"/>
                    <a:pt x="2211" y="9915"/>
                  </a:cubicBezTo>
                  <a:lnTo>
                    <a:pt x="3738" y="8405"/>
                  </a:lnTo>
                  <a:lnTo>
                    <a:pt x="5265" y="9915"/>
                  </a:lnTo>
                  <a:cubicBezTo>
                    <a:pt x="5293" y="9943"/>
                    <a:pt x="5330" y="9958"/>
                    <a:pt x="5366" y="9958"/>
                  </a:cubicBezTo>
                  <a:lnTo>
                    <a:pt x="5940" y="9968"/>
                  </a:lnTo>
                  <a:lnTo>
                    <a:pt x="5942" y="9968"/>
                  </a:lnTo>
                  <a:cubicBezTo>
                    <a:pt x="6002" y="9968"/>
                    <a:pt x="6055" y="9932"/>
                    <a:pt x="6079" y="9876"/>
                  </a:cubicBezTo>
                  <a:cubicBezTo>
                    <a:pt x="6102" y="9820"/>
                    <a:pt x="6088" y="9756"/>
                    <a:pt x="6046" y="9713"/>
                  </a:cubicBezTo>
                  <a:lnTo>
                    <a:pt x="4228" y="7916"/>
                  </a:lnTo>
                  <a:lnTo>
                    <a:pt x="6002" y="6164"/>
                  </a:lnTo>
                  <a:lnTo>
                    <a:pt x="7039" y="6164"/>
                  </a:lnTo>
                  <a:cubicBezTo>
                    <a:pt x="7349" y="6164"/>
                    <a:pt x="7602" y="5913"/>
                    <a:pt x="7602" y="5602"/>
                  </a:cubicBezTo>
                  <a:cubicBezTo>
                    <a:pt x="7605" y="5289"/>
                    <a:pt x="7355" y="5037"/>
                    <a:pt x="7045" y="5037"/>
                  </a:cubicBezTo>
                  <a:lnTo>
                    <a:pt x="7028" y="5037"/>
                  </a:lnTo>
                  <a:lnTo>
                    <a:pt x="7028" y="3361"/>
                  </a:lnTo>
                  <a:lnTo>
                    <a:pt x="7028" y="606"/>
                  </a:lnTo>
                  <a:lnTo>
                    <a:pt x="7028" y="438"/>
                  </a:lnTo>
                  <a:cubicBezTo>
                    <a:pt x="7028" y="197"/>
                    <a:pt x="6832" y="1"/>
                    <a:pt x="659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7" name="Google Shape;2017;g39e8b62e72a_0_154"/>
            <p:cNvSpPr/>
            <p:nvPr/>
          </p:nvSpPr>
          <p:spPr>
            <a:xfrm>
              <a:off x="3184086" y="1344927"/>
              <a:ext cx="53804" cy="51130"/>
            </a:xfrm>
            <a:custGeom>
              <a:rect b="b" l="l" r="r" t="t"/>
              <a:pathLst>
                <a:path extrusionOk="0" h="1893" w="1992">
                  <a:moveTo>
                    <a:pt x="997" y="457"/>
                  </a:moveTo>
                  <a:lnTo>
                    <a:pt x="1143" y="723"/>
                  </a:lnTo>
                  <a:cubicBezTo>
                    <a:pt x="1165" y="762"/>
                    <a:pt x="1202" y="788"/>
                    <a:pt x="1246" y="796"/>
                  </a:cubicBezTo>
                  <a:lnTo>
                    <a:pt x="1545" y="854"/>
                  </a:lnTo>
                  <a:lnTo>
                    <a:pt x="1334" y="1073"/>
                  </a:lnTo>
                  <a:cubicBezTo>
                    <a:pt x="1303" y="1106"/>
                    <a:pt x="1289" y="1150"/>
                    <a:pt x="1295" y="1193"/>
                  </a:cubicBezTo>
                  <a:lnTo>
                    <a:pt x="1334" y="1495"/>
                  </a:lnTo>
                  <a:lnTo>
                    <a:pt x="1059" y="1364"/>
                  </a:lnTo>
                  <a:cubicBezTo>
                    <a:pt x="1039" y="1355"/>
                    <a:pt x="1017" y="1350"/>
                    <a:pt x="996" y="1350"/>
                  </a:cubicBezTo>
                  <a:cubicBezTo>
                    <a:pt x="974" y="1350"/>
                    <a:pt x="953" y="1355"/>
                    <a:pt x="933" y="1364"/>
                  </a:cubicBezTo>
                  <a:lnTo>
                    <a:pt x="659" y="1495"/>
                  </a:lnTo>
                  <a:lnTo>
                    <a:pt x="698" y="1193"/>
                  </a:lnTo>
                  <a:cubicBezTo>
                    <a:pt x="702" y="1150"/>
                    <a:pt x="690" y="1106"/>
                    <a:pt x="659" y="1073"/>
                  </a:cubicBezTo>
                  <a:lnTo>
                    <a:pt x="450" y="854"/>
                  </a:lnTo>
                  <a:lnTo>
                    <a:pt x="748" y="796"/>
                  </a:lnTo>
                  <a:cubicBezTo>
                    <a:pt x="791" y="788"/>
                    <a:pt x="830" y="762"/>
                    <a:pt x="852" y="723"/>
                  </a:cubicBezTo>
                  <a:lnTo>
                    <a:pt x="997" y="457"/>
                  </a:lnTo>
                  <a:close/>
                  <a:moveTo>
                    <a:pt x="997" y="1"/>
                  </a:moveTo>
                  <a:cubicBezTo>
                    <a:pt x="942" y="1"/>
                    <a:pt x="894" y="31"/>
                    <a:pt x="867" y="77"/>
                  </a:cubicBezTo>
                  <a:lnTo>
                    <a:pt x="626" y="519"/>
                  </a:lnTo>
                  <a:lnTo>
                    <a:pt x="131" y="613"/>
                  </a:lnTo>
                  <a:cubicBezTo>
                    <a:pt x="78" y="622"/>
                    <a:pt x="35" y="661"/>
                    <a:pt x="19" y="711"/>
                  </a:cubicBezTo>
                  <a:cubicBezTo>
                    <a:pt x="1" y="762"/>
                    <a:pt x="15" y="818"/>
                    <a:pt x="52" y="859"/>
                  </a:cubicBezTo>
                  <a:lnTo>
                    <a:pt x="396" y="1224"/>
                  </a:lnTo>
                  <a:lnTo>
                    <a:pt x="332" y="1725"/>
                  </a:lnTo>
                  <a:cubicBezTo>
                    <a:pt x="324" y="1780"/>
                    <a:pt x="348" y="1831"/>
                    <a:pt x="393" y="1862"/>
                  </a:cubicBezTo>
                  <a:cubicBezTo>
                    <a:pt x="418" y="1883"/>
                    <a:pt x="449" y="1892"/>
                    <a:pt x="480" y="1892"/>
                  </a:cubicBezTo>
                  <a:cubicBezTo>
                    <a:pt x="502" y="1892"/>
                    <a:pt x="522" y="1889"/>
                    <a:pt x="542" y="1878"/>
                  </a:cubicBezTo>
                  <a:lnTo>
                    <a:pt x="997" y="1665"/>
                  </a:lnTo>
                  <a:lnTo>
                    <a:pt x="1453" y="1878"/>
                  </a:lnTo>
                  <a:cubicBezTo>
                    <a:pt x="1473" y="1888"/>
                    <a:pt x="1495" y="1893"/>
                    <a:pt x="1517" y="1893"/>
                  </a:cubicBezTo>
                  <a:cubicBezTo>
                    <a:pt x="1548" y="1893"/>
                    <a:pt x="1578" y="1884"/>
                    <a:pt x="1602" y="1866"/>
                  </a:cubicBezTo>
                  <a:cubicBezTo>
                    <a:pt x="1646" y="1834"/>
                    <a:pt x="1669" y="1780"/>
                    <a:pt x="1663" y="1727"/>
                  </a:cubicBezTo>
                  <a:lnTo>
                    <a:pt x="1599" y="1226"/>
                  </a:lnTo>
                  <a:lnTo>
                    <a:pt x="1943" y="860"/>
                  </a:lnTo>
                  <a:cubicBezTo>
                    <a:pt x="1980" y="820"/>
                    <a:pt x="1991" y="764"/>
                    <a:pt x="1976" y="711"/>
                  </a:cubicBezTo>
                  <a:cubicBezTo>
                    <a:pt x="1959" y="661"/>
                    <a:pt x="1915" y="622"/>
                    <a:pt x="1864" y="613"/>
                  </a:cubicBezTo>
                  <a:lnTo>
                    <a:pt x="1369" y="519"/>
                  </a:lnTo>
                  <a:lnTo>
                    <a:pt x="1127" y="77"/>
                  </a:lnTo>
                  <a:cubicBezTo>
                    <a:pt x="1102" y="31"/>
                    <a:pt x="1051" y="1"/>
                    <a:pt x="99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18" name="Google Shape;2018;g39e8b62e72a_0_154"/>
          <p:cNvGrpSpPr/>
          <p:nvPr/>
        </p:nvGrpSpPr>
        <p:grpSpPr>
          <a:xfrm>
            <a:off x="2120548" y="4447514"/>
            <a:ext cx="269074" cy="243846"/>
            <a:chOff x="2393048" y="1322239"/>
            <a:chExt cx="269074" cy="243846"/>
          </a:xfrm>
        </p:grpSpPr>
        <p:sp>
          <p:nvSpPr>
            <p:cNvPr id="2019" name="Google Shape;2019;g39e8b62e72a_0_154"/>
            <p:cNvSpPr/>
            <p:nvPr/>
          </p:nvSpPr>
          <p:spPr>
            <a:xfrm>
              <a:off x="2484099" y="1332367"/>
              <a:ext cx="154578" cy="21770"/>
            </a:xfrm>
            <a:custGeom>
              <a:rect b="b" l="l" r="r" t="t"/>
              <a:pathLst>
                <a:path extrusionOk="0" h="806" w="5723">
                  <a:moveTo>
                    <a:pt x="334" y="1"/>
                  </a:moveTo>
                  <a:cubicBezTo>
                    <a:pt x="150" y="1"/>
                    <a:pt x="1" y="152"/>
                    <a:pt x="1" y="334"/>
                  </a:cubicBezTo>
                  <a:lnTo>
                    <a:pt x="1" y="472"/>
                  </a:lnTo>
                  <a:cubicBezTo>
                    <a:pt x="1" y="654"/>
                    <a:pt x="149" y="805"/>
                    <a:pt x="334" y="805"/>
                  </a:cubicBezTo>
                  <a:lnTo>
                    <a:pt x="5391" y="805"/>
                  </a:lnTo>
                  <a:cubicBezTo>
                    <a:pt x="5573" y="805"/>
                    <a:pt x="5722" y="654"/>
                    <a:pt x="5722" y="472"/>
                  </a:cubicBezTo>
                  <a:lnTo>
                    <a:pt x="5722" y="334"/>
                  </a:lnTo>
                  <a:cubicBezTo>
                    <a:pt x="5722" y="148"/>
                    <a:pt x="5573" y="1"/>
                    <a:pt x="5391" y="1"/>
                  </a:cubicBezTo>
                  <a:lnTo>
                    <a:pt x="1885" y="1"/>
                  </a:lnTo>
                  <a:cubicBezTo>
                    <a:pt x="1805" y="1"/>
                    <a:pt x="1738" y="68"/>
                    <a:pt x="1738" y="148"/>
                  </a:cubicBezTo>
                  <a:cubicBezTo>
                    <a:pt x="1738" y="231"/>
                    <a:pt x="1805" y="296"/>
                    <a:pt x="1885" y="296"/>
                  </a:cubicBezTo>
                  <a:lnTo>
                    <a:pt x="5391" y="296"/>
                  </a:lnTo>
                  <a:cubicBezTo>
                    <a:pt x="5409" y="296"/>
                    <a:pt x="5425" y="312"/>
                    <a:pt x="5425" y="332"/>
                  </a:cubicBezTo>
                  <a:lnTo>
                    <a:pt x="5425" y="471"/>
                  </a:lnTo>
                  <a:cubicBezTo>
                    <a:pt x="5425" y="489"/>
                    <a:pt x="5409" y="505"/>
                    <a:pt x="5391" y="505"/>
                  </a:cubicBezTo>
                  <a:lnTo>
                    <a:pt x="334" y="505"/>
                  </a:lnTo>
                  <a:cubicBezTo>
                    <a:pt x="314" y="505"/>
                    <a:pt x="298" y="489"/>
                    <a:pt x="298" y="471"/>
                  </a:cubicBezTo>
                  <a:lnTo>
                    <a:pt x="298" y="332"/>
                  </a:lnTo>
                  <a:cubicBezTo>
                    <a:pt x="298" y="312"/>
                    <a:pt x="314" y="296"/>
                    <a:pt x="334" y="296"/>
                  </a:cubicBezTo>
                  <a:cubicBezTo>
                    <a:pt x="415" y="296"/>
                    <a:pt x="482" y="231"/>
                    <a:pt x="482" y="148"/>
                  </a:cubicBezTo>
                  <a:cubicBezTo>
                    <a:pt x="482" y="68"/>
                    <a:pt x="415" y="1"/>
                    <a:pt x="33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0" name="Google Shape;2020;g39e8b62e72a_0_154"/>
            <p:cNvSpPr/>
            <p:nvPr/>
          </p:nvSpPr>
          <p:spPr>
            <a:xfrm>
              <a:off x="2393048" y="1322239"/>
              <a:ext cx="269074" cy="243846"/>
            </a:xfrm>
            <a:custGeom>
              <a:rect b="b" l="l" r="r" t="t"/>
              <a:pathLst>
                <a:path extrusionOk="0" h="9028" w="9962">
                  <a:moveTo>
                    <a:pt x="450" y="0"/>
                  </a:moveTo>
                  <a:cubicBezTo>
                    <a:pt x="201" y="0"/>
                    <a:pt x="0" y="203"/>
                    <a:pt x="0" y="452"/>
                  </a:cubicBezTo>
                  <a:lnTo>
                    <a:pt x="0" y="2715"/>
                  </a:lnTo>
                  <a:cubicBezTo>
                    <a:pt x="0" y="2796"/>
                    <a:pt x="66" y="2863"/>
                    <a:pt x="148" y="2863"/>
                  </a:cubicBezTo>
                  <a:cubicBezTo>
                    <a:pt x="229" y="2863"/>
                    <a:pt x="296" y="2796"/>
                    <a:pt x="296" y="2715"/>
                  </a:cubicBezTo>
                  <a:lnTo>
                    <a:pt x="296" y="1627"/>
                  </a:lnTo>
                  <a:lnTo>
                    <a:pt x="8393" y="1627"/>
                  </a:lnTo>
                  <a:cubicBezTo>
                    <a:pt x="8475" y="1627"/>
                    <a:pt x="8541" y="1562"/>
                    <a:pt x="8541" y="1479"/>
                  </a:cubicBezTo>
                  <a:cubicBezTo>
                    <a:pt x="8541" y="1397"/>
                    <a:pt x="8475" y="1331"/>
                    <a:pt x="8393" y="1331"/>
                  </a:cubicBezTo>
                  <a:lnTo>
                    <a:pt x="296" y="1331"/>
                  </a:lnTo>
                  <a:lnTo>
                    <a:pt x="296" y="453"/>
                  </a:lnTo>
                  <a:cubicBezTo>
                    <a:pt x="296" y="368"/>
                    <a:pt x="366" y="299"/>
                    <a:pt x="450" y="299"/>
                  </a:cubicBezTo>
                  <a:lnTo>
                    <a:pt x="9510" y="299"/>
                  </a:lnTo>
                  <a:cubicBezTo>
                    <a:pt x="9596" y="299"/>
                    <a:pt x="9664" y="371"/>
                    <a:pt x="9664" y="453"/>
                  </a:cubicBezTo>
                  <a:lnTo>
                    <a:pt x="9664" y="8579"/>
                  </a:lnTo>
                  <a:cubicBezTo>
                    <a:pt x="9664" y="8665"/>
                    <a:pt x="9594" y="8734"/>
                    <a:pt x="9510" y="8734"/>
                  </a:cubicBezTo>
                  <a:lnTo>
                    <a:pt x="450" y="8734"/>
                  </a:lnTo>
                  <a:cubicBezTo>
                    <a:pt x="365" y="8734"/>
                    <a:pt x="296" y="8663"/>
                    <a:pt x="296" y="8579"/>
                  </a:cubicBezTo>
                  <a:lnTo>
                    <a:pt x="296" y="4814"/>
                  </a:lnTo>
                  <a:cubicBezTo>
                    <a:pt x="296" y="4732"/>
                    <a:pt x="229" y="4667"/>
                    <a:pt x="148" y="4667"/>
                  </a:cubicBezTo>
                  <a:cubicBezTo>
                    <a:pt x="66" y="4667"/>
                    <a:pt x="0" y="4732"/>
                    <a:pt x="0" y="4814"/>
                  </a:cubicBezTo>
                  <a:lnTo>
                    <a:pt x="0" y="8578"/>
                  </a:lnTo>
                  <a:cubicBezTo>
                    <a:pt x="0" y="8827"/>
                    <a:pt x="203" y="9028"/>
                    <a:pt x="450" y="9028"/>
                  </a:cubicBezTo>
                  <a:lnTo>
                    <a:pt x="9510" y="9028"/>
                  </a:lnTo>
                  <a:cubicBezTo>
                    <a:pt x="9759" y="9028"/>
                    <a:pt x="9960" y="8825"/>
                    <a:pt x="9960" y="8578"/>
                  </a:cubicBezTo>
                  <a:lnTo>
                    <a:pt x="9960" y="452"/>
                  </a:lnTo>
                  <a:cubicBezTo>
                    <a:pt x="9962" y="203"/>
                    <a:pt x="9759" y="0"/>
                    <a:pt x="95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1" name="Google Shape;2021;g39e8b62e72a_0_154"/>
            <p:cNvSpPr/>
            <p:nvPr/>
          </p:nvSpPr>
          <p:spPr>
            <a:xfrm>
              <a:off x="2492337" y="1397433"/>
              <a:ext cx="62447" cy="80544"/>
            </a:xfrm>
            <a:custGeom>
              <a:rect b="b" l="l" r="r" t="t"/>
              <a:pathLst>
                <a:path extrusionOk="0" h="2982" w="2312">
                  <a:moveTo>
                    <a:pt x="2016" y="297"/>
                  </a:moveTo>
                  <a:lnTo>
                    <a:pt x="2016" y="2686"/>
                  </a:lnTo>
                  <a:lnTo>
                    <a:pt x="296" y="2686"/>
                  </a:lnTo>
                  <a:lnTo>
                    <a:pt x="296" y="297"/>
                  </a:lnTo>
                  <a:close/>
                  <a:moveTo>
                    <a:pt x="149" y="1"/>
                  </a:moveTo>
                  <a:cubicBezTo>
                    <a:pt x="68" y="1"/>
                    <a:pt x="1" y="66"/>
                    <a:pt x="1" y="149"/>
                  </a:cubicBezTo>
                  <a:lnTo>
                    <a:pt x="1" y="2834"/>
                  </a:lnTo>
                  <a:cubicBezTo>
                    <a:pt x="1" y="2915"/>
                    <a:pt x="68" y="2981"/>
                    <a:pt x="149" y="2981"/>
                  </a:cubicBezTo>
                  <a:lnTo>
                    <a:pt x="2164" y="2981"/>
                  </a:lnTo>
                  <a:cubicBezTo>
                    <a:pt x="2247" y="2981"/>
                    <a:pt x="2312" y="2915"/>
                    <a:pt x="2312" y="2834"/>
                  </a:cubicBezTo>
                  <a:lnTo>
                    <a:pt x="2312" y="149"/>
                  </a:lnTo>
                  <a:cubicBezTo>
                    <a:pt x="2312" y="66"/>
                    <a:pt x="2247" y="1"/>
                    <a:pt x="216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2" name="Google Shape;2022;g39e8b62e72a_0_154"/>
            <p:cNvSpPr/>
            <p:nvPr/>
          </p:nvSpPr>
          <p:spPr>
            <a:xfrm>
              <a:off x="2426082" y="1410344"/>
              <a:ext cx="43054" cy="54641"/>
            </a:xfrm>
            <a:custGeom>
              <a:rect b="b" l="l" r="r" t="t"/>
              <a:pathLst>
                <a:path extrusionOk="0" h="2023" w="1594">
                  <a:moveTo>
                    <a:pt x="1297" y="296"/>
                  </a:moveTo>
                  <a:lnTo>
                    <a:pt x="1297" y="1727"/>
                  </a:lnTo>
                  <a:lnTo>
                    <a:pt x="297" y="1727"/>
                  </a:lnTo>
                  <a:lnTo>
                    <a:pt x="297" y="296"/>
                  </a:lnTo>
                  <a:close/>
                  <a:moveTo>
                    <a:pt x="149" y="1"/>
                  </a:moveTo>
                  <a:cubicBezTo>
                    <a:pt x="68" y="1"/>
                    <a:pt x="1" y="68"/>
                    <a:pt x="1" y="149"/>
                  </a:cubicBezTo>
                  <a:lnTo>
                    <a:pt x="1" y="1875"/>
                  </a:lnTo>
                  <a:cubicBezTo>
                    <a:pt x="1" y="1957"/>
                    <a:pt x="68" y="2023"/>
                    <a:pt x="149" y="2023"/>
                  </a:cubicBezTo>
                  <a:lnTo>
                    <a:pt x="1445" y="2023"/>
                  </a:lnTo>
                  <a:cubicBezTo>
                    <a:pt x="1526" y="2023"/>
                    <a:pt x="1593" y="1957"/>
                    <a:pt x="1593" y="1875"/>
                  </a:cubicBezTo>
                  <a:lnTo>
                    <a:pt x="1593" y="149"/>
                  </a:lnTo>
                  <a:cubicBezTo>
                    <a:pt x="1593" y="68"/>
                    <a:pt x="1526" y="1"/>
                    <a:pt x="144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3" name="Google Shape;2023;g39e8b62e72a_0_154"/>
            <p:cNvSpPr/>
            <p:nvPr/>
          </p:nvSpPr>
          <p:spPr>
            <a:xfrm>
              <a:off x="2580740" y="1410344"/>
              <a:ext cx="43000" cy="54641"/>
            </a:xfrm>
            <a:custGeom>
              <a:rect b="b" l="l" r="r" t="t"/>
              <a:pathLst>
                <a:path extrusionOk="0" h="2023" w="1592">
                  <a:moveTo>
                    <a:pt x="1296" y="296"/>
                  </a:moveTo>
                  <a:lnTo>
                    <a:pt x="1296" y="1727"/>
                  </a:lnTo>
                  <a:lnTo>
                    <a:pt x="297" y="1727"/>
                  </a:lnTo>
                  <a:lnTo>
                    <a:pt x="297" y="296"/>
                  </a:lnTo>
                  <a:close/>
                  <a:moveTo>
                    <a:pt x="149" y="1"/>
                  </a:moveTo>
                  <a:cubicBezTo>
                    <a:pt x="66" y="1"/>
                    <a:pt x="1" y="68"/>
                    <a:pt x="1" y="149"/>
                  </a:cubicBezTo>
                  <a:lnTo>
                    <a:pt x="1" y="1875"/>
                  </a:lnTo>
                  <a:cubicBezTo>
                    <a:pt x="1" y="1957"/>
                    <a:pt x="66" y="2023"/>
                    <a:pt x="149" y="2023"/>
                  </a:cubicBezTo>
                  <a:lnTo>
                    <a:pt x="1444" y="2023"/>
                  </a:lnTo>
                  <a:cubicBezTo>
                    <a:pt x="1526" y="2023"/>
                    <a:pt x="1592" y="1957"/>
                    <a:pt x="1592" y="1875"/>
                  </a:cubicBezTo>
                  <a:lnTo>
                    <a:pt x="1592" y="149"/>
                  </a:lnTo>
                  <a:cubicBezTo>
                    <a:pt x="1592" y="68"/>
                    <a:pt x="1526" y="1"/>
                    <a:pt x="14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4" name="Google Shape;2024;g39e8b62e72a_0_154"/>
            <p:cNvSpPr/>
            <p:nvPr/>
          </p:nvSpPr>
          <p:spPr>
            <a:xfrm>
              <a:off x="2502816" y="1417988"/>
              <a:ext cx="41568" cy="39435"/>
            </a:xfrm>
            <a:custGeom>
              <a:rect b="b" l="l" r="r" t="t"/>
              <a:pathLst>
                <a:path extrusionOk="0" h="1460" w="1539">
                  <a:moveTo>
                    <a:pt x="772" y="462"/>
                  </a:moveTo>
                  <a:lnTo>
                    <a:pt x="841" y="588"/>
                  </a:lnTo>
                  <a:cubicBezTo>
                    <a:pt x="863" y="627"/>
                    <a:pt x="901" y="656"/>
                    <a:pt x="947" y="664"/>
                  </a:cubicBezTo>
                  <a:lnTo>
                    <a:pt x="1088" y="689"/>
                  </a:lnTo>
                  <a:lnTo>
                    <a:pt x="981" y="792"/>
                  </a:lnTo>
                  <a:cubicBezTo>
                    <a:pt x="950" y="826"/>
                    <a:pt x="934" y="869"/>
                    <a:pt x="942" y="915"/>
                  </a:cubicBezTo>
                  <a:lnTo>
                    <a:pt x="962" y="1056"/>
                  </a:lnTo>
                  <a:lnTo>
                    <a:pt x="833" y="994"/>
                  </a:lnTo>
                  <a:cubicBezTo>
                    <a:pt x="814" y="985"/>
                    <a:pt x="791" y="978"/>
                    <a:pt x="769" y="978"/>
                  </a:cubicBezTo>
                  <a:cubicBezTo>
                    <a:pt x="747" y="978"/>
                    <a:pt x="724" y="985"/>
                    <a:pt x="704" y="994"/>
                  </a:cubicBezTo>
                  <a:lnTo>
                    <a:pt x="576" y="1056"/>
                  </a:lnTo>
                  <a:lnTo>
                    <a:pt x="595" y="915"/>
                  </a:lnTo>
                  <a:cubicBezTo>
                    <a:pt x="601" y="869"/>
                    <a:pt x="587" y="824"/>
                    <a:pt x="556" y="792"/>
                  </a:cubicBezTo>
                  <a:lnTo>
                    <a:pt x="458" y="689"/>
                  </a:lnTo>
                  <a:lnTo>
                    <a:pt x="599" y="664"/>
                  </a:lnTo>
                  <a:cubicBezTo>
                    <a:pt x="645" y="656"/>
                    <a:pt x="684" y="628"/>
                    <a:pt x="705" y="588"/>
                  </a:cubicBezTo>
                  <a:lnTo>
                    <a:pt x="772" y="462"/>
                  </a:lnTo>
                  <a:close/>
                  <a:moveTo>
                    <a:pt x="769" y="1"/>
                  </a:moveTo>
                  <a:cubicBezTo>
                    <a:pt x="715" y="1"/>
                    <a:pt x="663" y="29"/>
                    <a:pt x="638" y="79"/>
                  </a:cubicBezTo>
                  <a:lnTo>
                    <a:pt x="475" y="385"/>
                  </a:lnTo>
                  <a:lnTo>
                    <a:pt x="133" y="448"/>
                  </a:lnTo>
                  <a:cubicBezTo>
                    <a:pt x="78" y="457"/>
                    <a:pt x="36" y="496"/>
                    <a:pt x="17" y="547"/>
                  </a:cubicBezTo>
                  <a:cubicBezTo>
                    <a:pt x="0" y="600"/>
                    <a:pt x="14" y="656"/>
                    <a:pt x="52" y="695"/>
                  </a:cubicBezTo>
                  <a:lnTo>
                    <a:pt x="293" y="946"/>
                  </a:lnTo>
                  <a:lnTo>
                    <a:pt x="246" y="1290"/>
                  </a:lnTo>
                  <a:cubicBezTo>
                    <a:pt x="238" y="1344"/>
                    <a:pt x="262" y="1397"/>
                    <a:pt x="305" y="1430"/>
                  </a:cubicBezTo>
                  <a:cubicBezTo>
                    <a:pt x="332" y="1448"/>
                    <a:pt x="364" y="1458"/>
                    <a:pt x="395" y="1458"/>
                  </a:cubicBezTo>
                  <a:cubicBezTo>
                    <a:pt x="417" y="1458"/>
                    <a:pt x="438" y="1453"/>
                    <a:pt x="458" y="1444"/>
                  </a:cubicBezTo>
                  <a:lnTo>
                    <a:pt x="771" y="1293"/>
                  </a:lnTo>
                  <a:lnTo>
                    <a:pt x="1084" y="1444"/>
                  </a:lnTo>
                  <a:cubicBezTo>
                    <a:pt x="1105" y="1453"/>
                    <a:pt x="1127" y="1459"/>
                    <a:pt x="1149" y="1459"/>
                  </a:cubicBezTo>
                  <a:cubicBezTo>
                    <a:pt x="1180" y="1459"/>
                    <a:pt x="1208" y="1450"/>
                    <a:pt x="1236" y="1430"/>
                  </a:cubicBezTo>
                  <a:cubicBezTo>
                    <a:pt x="1281" y="1399"/>
                    <a:pt x="1301" y="1344"/>
                    <a:pt x="1297" y="1290"/>
                  </a:cubicBezTo>
                  <a:lnTo>
                    <a:pt x="1250" y="946"/>
                  </a:lnTo>
                  <a:lnTo>
                    <a:pt x="1491" y="695"/>
                  </a:lnTo>
                  <a:cubicBezTo>
                    <a:pt x="1524" y="656"/>
                    <a:pt x="1538" y="597"/>
                    <a:pt x="1519" y="547"/>
                  </a:cubicBezTo>
                  <a:cubicBezTo>
                    <a:pt x="1502" y="494"/>
                    <a:pt x="1460" y="457"/>
                    <a:pt x="1406" y="448"/>
                  </a:cubicBezTo>
                  <a:lnTo>
                    <a:pt x="1063" y="385"/>
                  </a:lnTo>
                  <a:lnTo>
                    <a:pt x="900" y="79"/>
                  </a:lnTo>
                  <a:cubicBezTo>
                    <a:pt x="873" y="29"/>
                    <a:pt x="824" y="1"/>
                    <a:pt x="76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5" name="Google Shape;2025;g39e8b62e72a_0_154"/>
            <p:cNvSpPr/>
            <p:nvPr/>
          </p:nvSpPr>
          <p:spPr>
            <a:xfrm>
              <a:off x="2491040" y="1497369"/>
              <a:ext cx="65013" cy="8022"/>
            </a:xfrm>
            <a:custGeom>
              <a:rect b="b" l="l" r="r" t="t"/>
              <a:pathLst>
                <a:path extrusionOk="0" h="297" w="2407">
                  <a:moveTo>
                    <a:pt x="148" y="1"/>
                  </a:moveTo>
                  <a:cubicBezTo>
                    <a:pt x="67" y="1"/>
                    <a:pt x="0" y="67"/>
                    <a:pt x="0" y="148"/>
                  </a:cubicBezTo>
                  <a:cubicBezTo>
                    <a:pt x="0" y="231"/>
                    <a:pt x="67" y="296"/>
                    <a:pt x="148" y="296"/>
                  </a:cubicBezTo>
                  <a:lnTo>
                    <a:pt x="2259" y="296"/>
                  </a:lnTo>
                  <a:cubicBezTo>
                    <a:pt x="2341" y="296"/>
                    <a:pt x="2407" y="231"/>
                    <a:pt x="2407" y="148"/>
                  </a:cubicBezTo>
                  <a:cubicBezTo>
                    <a:pt x="2407" y="67"/>
                    <a:pt x="2341" y="1"/>
                    <a:pt x="225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6" name="Google Shape;2026;g39e8b62e72a_0_154"/>
            <p:cNvSpPr/>
            <p:nvPr/>
          </p:nvSpPr>
          <p:spPr>
            <a:xfrm>
              <a:off x="2504194" y="1512495"/>
              <a:ext cx="38759" cy="8022"/>
            </a:xfrm>
            <a:custGeom>
              <a:rect b="b" l="l" r="r" t="t"/>
              <a:pathLst>
                <a:path extrusionOk="0" h="297" w="1435">
                  <a:moveTo>
                    <a:pt x="148" y="1"/>
                  </a:moveTo>
                  <a:cubicBezTo>
                    <a:pt x="66" y="1"/>
                    <a:pt x="1" y="68"/>
                    <a:pt x="1" y="149"/>
                  </a:cubicBezTo>
                  <a:cubicBezTo>
                    <a:pt x="1" y="231"/>
                    <a:pt x="66" y="297"/>
                    <a:pt x="148" y="297"/>
                  </a:cubicBezTo>
                  <a:lnTo>
                    <a:pt x="1286" y="297"/>
                  </a:lnTo>
                  <a:cubicBezTo>
                    <a:pt x="1367" y="297"/>
                    <a:pt x="1434" y="231"/>
                    <a:pt x="1434" y="149"/>
                  </a:cubicBezTo>
                  <a:cubicBezTo>
                    <a:pt x="1434" y="68"/>
                    <a:pt x="1367" y="1"/>
                    <a:pt x="128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7" name="Google Shape;2027;g39e8b62e72a_0_154"/>
            <p:cNvSpPr/>
            <p:nvPr/>
          </p:nvSpPr>
          <p:spPr>
            <a:xfrm>
              <a:off x="2491040" y="1527593"/>
              <a:ext cx="65013" cy="8022"/>
            </a:xfrm>
            <a:custGeom>
              <a:rect b="b" l="l" r="r" t="t"/>
              <a:pathLst>
                <a:path extrusionOk="0" h="297" w="2407">
                  <a:moveTo>
                    <a:pt x="148" y="1"/>
                  </a:moveTo>
                  <a:cubicBezTo>
                    <a:pt x="67" y="1"/>
                    <a:pt x="0" y="67"/>
                    <a:pt x="0" y="148"/>
                  </a:cubicBezTo>
                  <a:cubicBezTo>
                    <a:pt x="0" y="231"/>
                    <a:pt x="67" y="296"/>
                    <a:pt x="148" y="296"/>
                  </a:cubicBezTo>
                  <a:lnTo>
                    <a:pt x="2259" y="296"/>
                  </a:lnTo>
                  <a:cubicBezTo>
                    <a:pt x="2341" y="296"/>
                    <a:pt x="2407" y="231"/>
                    <a:pt x="2407" y="148"/>
                  </a:cubicBezTo>
                  <a:cubicBezTo>
                    <a:pt x="2407" y="67"/>
                    <a:pt x="2341" y="1"/>
                    <a:pt x="225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8" name="Google Shape;2028;g39e8b62e72a_0_154"/>
            <p:cNvSpPr/>
            <p:nvPr/>
          </p:nvSpPr>
          <p:spPr>
            <a:xfrm>
              <a:off x="2405878" y="1332367"/>
              <a:ext cx="21662" cy="21689"/>
            </a:xfrm>
            <a:custGeom>
              <a:rect b="b" l="l" r="r" t="t"/>
              <a:pathLst>
                <a:path extrusionOk="0" h="803" w="802">
                  <a:moveTo>
                    <a:pt x="400" y="296"/>
                  </a:moveTo>
                  <a:cubicBezTo>
                    <a:pt x="459" y="296"/>
                    <a:pt x="506" y="343"/>
                    <a:pt x="506" y="402"/>
                  </a:cubicBezTo>
                  <a:cubicBezTo>
                    <a:pt x="506" y="460"/>
                    <a:pt x="459" y="506"/>
                    <a:pt x="400" y="506"/>
                  </a:cubicBezTo>
                  <a:cubicBezTo>
                    <a:pt x="343" y="506"/>
                    <a:pt x="296" y="460"/>
                    <a:pt x="296" y="402"/>
                  </a:cubicBezTo>
                  <a:cubicBezTo>
                    <a:pt x="296" y="343"/>
                    <a:pt x="343" y="296"/>
                    <a:pt x="400" y="296"/>
                  </a:cubicBezTo>
                  <a:close/>
                  <a:moveTo>
                    <a:pt x="400" y="1"/>
                  </a:moveTo>
                  <a:cubicBezTo>
                    <a:pt x="179" y="1"/>
                    <a:pt x="0" y="180"/>
                    <a:pt x="0" y="402"/>
                  </a:cubicBezTo>
                  <a:cubicBezTo>
                    <a:pt x="0" y="623"/>
                    <a:pt x="179" y="802"/>
                    <a:pt x="400" y="802"/>
                  </a:cubicBezTo>
                  <a:cubicBezTo>
                    <a:pt x="623" y="802"/>
                    <a:pt x="802" y="623"/>
                    <a:pt x="802" y="402"/>
                  </a:cubicBezTo>
                  <a:cubicBezTo>
                    <a:pt x="802" y="180"/>
                    <a:pt x="623" y="1"/>
                    <a:pt x="4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9" name="Google Shape;2029;g39e8b62e72a_0_154"/>
            <p:cNvSpPr/>
            <p:nvPr/>
          </p:nvSpPr>
          <p:spPr>
            <a:xfrm>
              <a:off x="2429917" y="1332367"/>
              <a:ext cx="21689" cy="21689"/>
            </a:xfrm>
            <a:custGeom>
              <a:rect b="b" l="l" r="r" t="t"/>
              <a:pathLst>
                <a:path extrusionOk="0" h="803" w="803">
                  <a:moveTo>
                    <a:pt x="402" y="296"/>
                  </a:moveTo>
                  <a:cubicBezTo>
                    <a:pt x="460" y="296"/>
                    <a:pt x="506" y="343"/>
                    <a:pt x="506" y="402"/>
                  </a:cubicBezTo>
                  <a:cubicBezTo>
                    <a:pt x="506" y="460"/>
                    <a:pt x="460" y="506"/>
                    <a:pt x="402" y="506"/>
                  </a:cubicBezTo>
                  <a:cubicBezTo>
                    <a:pt x="343" y="506"/>
                    <a:pt x="296" y="460"/>
                    <a:pt x="296" y="402"/>
                  </a:cubicBezTo>
                  <a:cubicBezTo>
                    <a:pt x="296" y="343"/>
                    <a:pt x="343" y="296"/>
                    <a:pt x="402" y="296"/>
                  </a:cubicBezTo>
                  <a:close/>
                  <a:moveTo>
                    <a:pt x="402" y="1"/>
                  </a:moveTo>
                  <a:cubicBezTo>
                    <a:pt x="179" y="1"/>
                    <a:pt x="0" y="180"/>
                    <a:pt x="0" y="402"/>
                  </a:cubicBezTo>
                  <a:cubicBezTo>
                    <a:pt x="0" y="623"/>
                    <a:pt x="179" y="802"/>
                    <a:pt x="402" y="802"/>
                  </a:cubicBezTo>
                  <a:cubicBezTo>
                    <a:pt x="623" y="802"/>
                    <a:pt x="802" y="623"/>
                    <a:pt x="802" y="402"/>
                  </a:cubicBezTo>
                  <a:cubicBezTo>
                    <a:pt x="802" y="180"/>
                    <a:pt x="621" y="1"/>
                    <a:pt x="4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0" name="Google Shape;2030;g39e8b62e72a_0_154"/>
            <p:cNvSpPr/>
            <p:nvPr/>
          </p:nvSpPr>
          <p:spPr>
            <a:xfrm>
              <a:off x="2452119" y="1332367"/>
              <a:ext cx="21662" cy="21689"/>
            </a:xfrm>
            <a:custGeom>
              <a:rect b="b" l="l" r="r" t="t"/>
              <a:pathLst>
                <a:path extrusionOk="0" h="803" w="802">
                  <a:moveTo>
                    <a:pt x="400" y="296"/>
                  </a:moveTo>
                  <a:cubicBezTo>
                    <a:pt x="459" y="296"/>
                    <a:pt x="506" y="343"/>
                    <a:pt x="506" y="402"/>
                  </a:cubicBezTo>
                  <a:cubicBezTo>
                    <a:pt x="506" y="460"/>
                    <a:pt x="459" y="506"/>
                    <a:pt x="400" y="506"/>
                  </a:cubicBezTo>
                  <a:cubicBezTo>
                    <a:pt x="343" y="506"/>
                    <a:pt x="296" y="460"/>
                    <a:pt x="296" y="402"/>
                  </a:cubicBezTo>
                  <a:cubicBezTo>
                    <a:pt x="296" y="343"/>
                    <a:pt x="343" y="296"/>
                    <a:pt x="400" y="296"/>
                  </a:cubicBezTo>
                  <a:close/>
                  <a:moveTo>
                    <a:pt x="400" y="1"/>
                  </a:moveTo>
                  <a:cubicBezTo>
                    <a:pt x="179" y="1"/>
                    <a:pt x="0" y="180"/>
                    <a:pt x="0" y="402"/>
                  </a:cubicBezTo>
                  <a:cubicBezTo>
                    <a:pt x="0" y="623"/>
                    <a:pt x="179" y="802"/>
                    <a:pt x="400" y="802"/>
                  </a:cubicBezTo>
                  <a:cubicBezTo>
                    <a:pt x="623" y="802"/>
                    <a:pt x="802" y="623"/>
                    <a:pt x="802" y="402"/>
                  </a:cubicBezTo>
                  <a:cubicBezTo>
                    <a:pt x="802" y="180"/>
                    <a:pt x="621" y="1"/>
                    <a:pt x="4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31" name="Google Shape;2031;g39e8b62e72a_0_154"/>
          <p:cNvGrpSpPr/>
          <p:nvPr/>
        </p:nvGrpSpPr>
        <p:grpSpPr>
          <a:xfrm>
            <a:off x="1440819" y="4470499"/>
            <a:ext cx="269073" cy="197794"/>
            <a:chOff x="1713319" y="1345224"/>
            <a:chExt cx="269073" cy="197794"/>
          </a:xfrm>
        </p:grpSpPr>
        <p:sp>
          <p:nvSpPr>
            <p:cNvPr id="2032" name="Google Shape;2032;g39e8b62e72a_0_154"/>
            <p:cNvSpPr/>
            <p:nvPr/>
          </p:nvSpPr>
          <p:spPr>
            <a:xfrm>
              <a:off x="1713319" y="1345224"/>
              <a:ext cx="80085" cy="169569"/>
            </a:xfrm>
            <a:custGeom>
              <a:rect b="b" l="l" r="r" t="t"/>
              <a:pathLst>
                <a:path extrusionOk="0" h="6278" w="2965">
                  <a:moveTo>
                    <a:pt x="174" y="1"/>
                  </a:moveTo>
                  <a:cubicBezTo>
                    <a:pt x="79" y="1"/>
                    <a:pt x="1" y="79"/>
                    <a:pt x="1" y="175"/>
                  </a:cubicBezTo>
                  <a:lnTo>
                    <a:pt x="1" y="1167"/>
                  </a:lnTo>
                  <a:cubicBezTo>
                    <a:pt x="1" y="1262"/>
                    <a:pt x="79" y="1339"/>
                    <a:pt x="174" y="1339"/>
                  </a:cubicBezTo>
                  <a:lnTo>
                    <a:pt x="1820" y="1339"/>
                  </a:lnTo>
                  <a:cubicBezTo>
                    <a:pt x="2046" y="1339"/>
                    <a:pt x="2267" y="1433"/>
                    <a:pt x="2427" y="1595"/>
                  </a:cubicBezTo>
                  <a:cubicBezTo>
                    <a:pt x="2583" y="1755"/>
                    <a:pt x="2667" y="1960"/>
                    <a:pt x="2662" y="2178"/>
                  </a:cubicBezTo>
                  <a:cubicBezTo>
                    <a:pt x="2654" y="2623"/>
                    <a:pt x="2284" y="2986"/>
                    <a:pt x="1839" y="2986"/>
                  </a:cubicBezTo>
                  <a:lnTo>
                    <a:pt x="905" y="2986"/>
                  </a:lnTo>
                  <a:cubicBezTo>
                    <a:pt x="810" y="2986"/>
                    <a:pt x="732" y="3064"/>
                    <a:pt x="732" y="3159"/>
                  </a:cubicBezTo>
                  <a:lnTo>
                    <a:pt x="732" y="4152"/>
                  </a:lnTo>
                  <a:cubicBezTo>
                    <a:pt x="732" y="4186"/>
                    <a:pt x="742" y="4217"/>
                    <a:pt x="760" y="4247"/>
                  </a:cubicBezTo>
                  <a:cubicBezTo>
                    <a:pt x="788" y="4301"/>
                    <a:pt x="847" y="4335"/>
                    <a:pt x="911" y="4335"/>
                  </a:cubicBezTo>
                  <a:lnTo>
                    <a:pt x="1820" y="4335"/>
                  </a:lnTo>
                  <a:cubicBezTo>
                    <a:pt x="2046" y="4335"/>
                    <a:pt x="2267" y="4429"/>
                    <a:pt x="2427" y="4591"/>
                  </a:cubicBezTo>
                  <a:cubicBezTo>
                    <a:pt x="2583" y="4751"/>
                    <a:pt x="2667" y="4956"/>
                    <a:pt x="2662" y="5174"/>
                  </a:cubicBezTo>
                  <a:cubicBezTo>
                    <a:pt x="2654" y="5619"/>
                    <a:pt x="2284" y="5982"/>
                    <a:pt x="1839" y="5982"/>
                  </a:cubicBezTo>
                  <a:cubicBezTo>
                    <a:pt x="1758" y="5982"/>
                    <a:pt x="1691" y="6048"/>
                    <a:pt x="1691" y="6130"/>
                  </a:cubicBezTo>
                  <a:cubicBezTo>
                    <a:pt x="1691" y="6212"/>
                    <a:pt x="1758" y="6278"/>
                    <a:pt x="1839" y="6278"/>
                  </a:cubicBezTo>
                  <a:cubicBezTo>
                    <a:pt x="2135" y="6278"/>
                    <a:pt x="2412" y="6166"/>
                    <a:pt x="2623" y="5957"/>
                  </a:cubicBezTo>
                  <a:cubicBezTo>
                    <a:pt x="2833" y="5750"/>
                    <a:pt x="2952" y="5475"/>
                    <a:pt x="2958" y="5181"/>
                  </a:cubicBezTo>
                  <a:cubicBezTo>
                    <a:pt x="2964" y="4883"/>
                    <a:pt x="2851" y="4602"/>
                    <a:pt x="2639" y="4385"/>
                  </a:cubicBezTo>
                  <a:cubicBezTo>
                    <a:pt x="2423" y="4169"/>
                    <a:pt x="2125" y="4043"/>
                    <a:pt x="1820" y="4043"/>
                  </a:cubicBezTo>
                  <a:lnTo>
                    <a:pt x="1028" y="4043"/>
                  </a:lnTo>
                  <a:lnTo>
                    <a:pt x="1028" y="3283"/>
                  </a:lnTo>
                  <a:lnTo>
                    <a:pt x="1839" y="3283"/>
                  </a:lnTo>
                  <a:cubicBezTo>
                    <a:pt x="2135" y="3283"/>
                    <a:pt x="2412" y="3171"/>
                    <a:pt x="2623" y="2963"/>
                  </a:cubicBezTo>
                  <a:cubicBezTo>
                    <a:pt x="2833" y="2757"/>
                    <a:pt x="2952" y="2480"/>
                    <a:pt x="2958" y="2186"/>
                  </a:cubicBezTo>
                  <a:cubicBezTo>
                    <a:pt x="2964" y="1889"/>
                    <a:pt x="2851" y="1607"/>
                    <a:pt x="2639" y="1391"/>
                  </a:cubicBezTo>
                  <a:cubicBezTo>
                    <a:pt x="2426" y="1173"/>
                    <a:pt x="2127" y="1047"/>
                    <a:pt x="1822" y="1047"/>
                  </a:cubicBezTo>
                  <a:lnTo>
                    <a:pt x="297" y="1047"/>
                  </a:lnTo>
                  <a:lnTo>
                    <a:pt x="297" y="298"/>
                  </a:lnTo>
                  <a:lnTo>
                    <a:pt x="547" y="298"/>
                  </a:lnTo>
                  <a:cubicBezTo>
                    <a:pt x="630" y="298"/>
                    <a:pt x="695" y="231"/>
                    <a:pt x="695" y="149"/>
                  </a:cubicBezTo>
                  <a:cubicBezTo>
                    <a:pt x="695" y="68"/>
                    <a:pt x="630" y="1"/>
                    <a:pt x="54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3" name="Google Shape;2033;g39e8b62e72a_0_154"/>
            <p:cNvSpPr/>
            <p:nvPr/>
          </p:nvSpPr>
          <p:spPr>
            <a:xfrm>
              <a:off x="1713967" y="1345359"/>
              <a:ext cx="131674" cy="197659"/>
            </a:xfrm>
            <a:custGeom>
              <a:rect b="b" l="l" r="r" t="t"/>
              <a:pathLst>
                <a:path extrusionOk="0" h="7318" w="4875">
                  <a:moveTo>
                    <a:pt x="2915" y="310"/>
                  </a:moveTo>
                  <a:lnTo>
                    <a:pt x="2915" y="310"/>
                  </a:lnTo>
                  <a:cubicBezTo>
                    <a:pt x="3843" y="422"/>
                    <a:pt x="4568" y="1204"/>
                    <a:pt x="4576" y="2148"/>
                  </a:cubicBezTo>
                  <a:cubicBezTo>
                    <a:pt x="4581" y="2684"/>
                    <a:pt x="4352" y="3197"/>
                    <a:pt x="3953" y="3555"/>
                  </a:cubicBezTo>
                  <a:cubicBezTo>
                    <a:pt x="3922" y="3582"/>
                    <a:pt x="3905" y="3624"/>
                    <a:pt x="3905" y="3666"/>
                  </a:cubicBezTo>
                  <a:cubicBezTo>
                    <a:pt x="3905" y="3709"/>
                    <a:pt x="3922" y="3748"/>
                    <a:pt x="3953" y="3776"/>
                  </a:cubicBezTo>
                  <a:cubicBezTo>
                    <a:pt x="4344" y="4123"/>
                    <a:pt x="4573" y="4623"/>
                    <a:pt x="4576" y="5143"/>
                  </a:cubicBezTo>
                  <a:cubicBezTo>
                    <a:pt x="4581" y="5644"/>
                    <a:pt x="4388" y="6116"/>
                    <a:pt x="4036" y="6472"/>
                  </a:cubicBezTo>
                  <a:cubicBezTo>
                    <a:pt x="3734" y="6776"/>
                    <a:pt x="3348" y="6962"/>
                    <a:pt x="2931" y="7011"/>
                  </a:cubicBezTo>
                  <a:cubicBezTo>
                    <a:pt x="3082" y="6919"/>
                    <a:pt x="3222" y="6808"/>
                    <a:pt x="3351" y="6679"/>
                  </a:cubicBezTo>
                  <a:cubicBezTo>
                    <a:pt x="3759" y="6267"/>
                    <a:pt x="3983" y="5720"/>
                    <a:pt x="3977" y="5141"/>
                  </a:cubicBezTo>
                  <a:cubicBezTo>
                    <a:pt x="3974" y="4590"/>
                    <a:pt x="3753" y="4061"/>
                    <a:pt x="3370" y="3664"/>
                  </a:cubicBezTo>
                  <a:cubicBezTo>
                    <a:pt x="3760" y="3258"/>
                    <a:pt x="3981" y="2713"/>
                    <a:pt x="3977" y="2147"/>
                  </a:cubicBezTo>
                  <a:cubicBezTo>
                    <a:pt x="3971" y="1369"/>
                    <a:pt x="3546" y="687"/>
                    <a:pt x="2915" y="310"/>
                  </a:cubicBezTo>
                  <a:close/>
                  <a:moveTo>
                    <a:pt x="1455" y="1"/>
                  </a:moveTo>
                  <a:cubicBezTo>
                    <a:pt x="1373" y="1"/>
                    <a:pt x="1308" y="66"/>
                    <a:pt x="1308" y="148"/>
                  </a:cubicBezTo>
                  <a:cubicBezTo>
                    <a:pt x="1308" y="231"/>
                    <a:pt x="1374" y="296"/>
                    <a:pt x="1455" y="296"/>
                  </a:cubicBezTo>
                  <a:lnTo>
                    <a:pt x="1790" y="296"/>
                  </a:lnTo>
                  <a:cubicBezTo>
                    <a:pt x="2825" y="296"/>
                    <a:pt x="3673" y="1127"/>
                    <a:pt x="3681" y="2148"/>
                  </a:cubicBezTo>
                  <a:cubicBezTo>
                    <a:pt x="3684" y="2684"/>
                    <a:pt x="3457" y="3197"/>
                    <a:pt x="3059" y="3555"/>
                  </a:cubicBezTo>
                  <a:cubicBezTo>
                    <a:pt x="3027" y="3582"/>
                    <a:pt x="3010" y="3624"/>
                    <a:pt x="3010" y="3666"/>
                  </a:cubicBezTo>
                  <a:cubicBezTo>
                    <a:pt x="3010" y="3709"/>
                    <a:pt x="3027" y="3748"/>
                    <a:pt x="3059" y="3776"/>
                  </a:cubicBezTo>
                  <a:cubicBezTo>
                    <a:pt x="3451" y="4127"/>
                    <a:pt x="3678" y="4625"/>
                    <a:pt x="3681" y="5144"/>
                  </a:cubicBezTo>
                  <a:cubicBezTo>
                    <a:pt x="3684" y="5647"/>
                    <a:pt x="3493" y="6117"/>
                    <a:pt x="3139" y="6474"/>
                  </a:cubicBezTo>
                  <a:cubicBezTo>
                    <a:pt x="2788" y="6830"/>
                    <a:pt x="2318" y="7025"/>
                    <a:pt x="1815" y="7025"/>
                  </a:cubicBezTo>
                  <a:lnTo>
                    <a:pt x="296" y="7025"/>
                  </a:lnTo>
                  <a:lnTo>
                    <a:pt x="296" y="6274"/>
                  </a:lnTo>
                  <a:lnTo>
                    <a:pt x="903" y="6274"/>
                  </a:lnTo>
                  <a:cubicBezTo>
                    <a:pt x="985" y="6274"/>
                    <a:pt x="1051" y="6209"/>
                    <a:pt x="1051" y="6127"/>
                  </a:cubicBezTo>
                  <a:cubicBezTo>
                    <a:pt x="1051" y="6046"/>
                    <a:pt x="984" y="5979"/>
                    <a:pt x="903" y="5979"/>
                  </a:cubicBezTo>
                  <a:lnTo>
                    <a:pt x="173" y="5979"/>
                  </a:lnTo>
                  <a:cubicBezTo>
                    <a:pt x="78" y="5979"/>
                    <a:pt x="0" y="6057"/>
                    <a:pt x="0" y="6151"/>
                  </a:cubicBezTo>
                  <a:lnTo>
                    <a:pt x="0" y="7144"/>
                  </a:lnTo>
                  <a:cubicBezTo>
                    <a:pt x="0" y="7239"/>
                    <a:pt x="78" y="7317"/>
                    <a:pt x="173" y="7317"/>
                  </a:cubicBezTo>
                  <a:lnTo>
                    <a:pt x="2708" y="7317"/>
                  </a:lnTo>
                  <a:cubicBezTo>
                    <a:pt x="3289" y="7317"/>
                    <a:pt x="3834" y="7090"/>
                    <a:pt x="4241" y="6679"/>
                  </a:cubicBezTo>
                  <a:cubicBezTo>
                    <a:pt x="4651" y="6267"/>
                    <a:pt x="4873" y="5720"/>
                    <a:pt x="4867" y="5140"/>
                  </a:cubicBezTo>
                  <a:cubicBezTo>
                    <a:pt x="4864" y="4590"/>
                    <a:pt x="4644" y="4061"/>
                    <a:pt x="4262" y="3664"/>
                  </a:cubicBezTo>
                  <a:cubicBezTo>
                    <a:pt x="4655" y="3258"/>
                    <a:pt x="4875" y="2713"/>
                    <a:pt x="4870" y="2145"/>
                  </a:cubicBezTo>
                  <a:cubicBezTo>
                    <a:pt x="4861" y="962"/>
                    <a:pt x="3880" y="1"/>
                    <a:pt x="2683" y="1"/>
                  </a:cubicBezTo>
                  <a:lnTo>
                    <a:pt x="1876" y="1"/>
                  </a:lnTo>
                  <a:cubicBezTo>
                    <a:pt x="1869" y="1"/>
                    <a:pt x="1865" y="1"/>
                    <a:pt x="1859" y="2"/>
                  </a:cubicBezTo>
                  <a:cubicBezTo>
                    <a:pt x="1835" y="2"/>
                    <a:pt x="1813" y="1"/>
                    <a:pt x="17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4" name="Google Shape;2034;g39e8b62e72a_0_154"/>
            <p:cNvSpPr/>
            <p:nvPr/>
          </p:nvSpPr>
          <p:spPr>
            <a:xfrm>
              <a:off x="1888126" y="1372504"/>
              <a:ext cx="46403" cy="143315"/>
            </a:xfrm>
            <a:custGeom>
              <a:rect b="b" l="l" r="r" t="t"/>
              <a:pathLst>
                <a:path extrusionOk="0" h="5306" w="1718">
                  <a:moveTo>
                    <a:pt x="1219" y="300"/>
                  </a:moveTo>
                  <a:cubicBezTo>
                    <a:pt x="1333" y="300"/>
                    <a:pt x="1424" y="390"/>
                    <a:pt x="1424" y="504"/>
                  </a:cubicBezTo>
                  <a:lnTo>
                    <a:pt x="1424" y="5011"/>
                  </a:lnTo>
                  <a:lnTo>
                    <a:pt x="934" y="5011"/>
                  </a:lnTo>
                  <a:cubicBezTo>
                    <a:pt x="937" y="4885"/>
                    <a:pt x="937" y="4684"/>
                    <a:pt x="939" y="4364"/>
                  </a:cubicBezTo>
                  <a:cubicBezTo>
                    <a:pt x="942" y="3946"/>
                    <a:pt x="939" y="3367"/>
                    <a:pt x="937" y="2642"/>
                  </a:cubicBezTo>
                  <a:cubicBezTo>
                    <a:pt x="934" y="1657"/>
                    <a:pt x="928" y="666"/>
                    <a:pt x="926" y="300"/>
                  </a:cubicBezTo>
                  <a:close/>
                  <a:moveTo>
                    <a:pt x="148" y="1"/>
                  </a:moveTo>
                  <a:cubicBezTo>
                    <a:pt x="66" y="1"/>
                    <a:pt x="0" y="68"/>
                    <a:pt x="0" y="149"/>
                  </a:cubicBezTo>
                  <a:lnTo>
                    <a:pt x="0" y="667"/>
                  </a:lnTo>
                  <a:cubicBezTo>
                    <a:pt x="0" y="748"/>
                    <a:pt x="66" y="815"/>
                    <a:pt x="148" y="815"/>
                  </a:cubicBezTo>
                  <a:cubicBezTo>
                    <a:pt x="229" y="815"/>
                    <a:pt x="295" y="748"/>
                    <a:pt x="295" y="667"/>
                  </a:cubicBezTo>
                  <a:lnTo>
                    <a:pt x="295" y="297"/>
                  </a:lnTo>
                  <a:lnTo>
                    <a:pt x="629" y="297"/>
                  </a:lnTo>
                  <a:cubicBezTo>
                    <a:pt x="642" y="2017"/>
                    <a:pt x="651" y="4434"/>
                    <a:pt x="637" y="5009"/>
                  </a:cubicBezTo>
                  <a:lnTo>
                    <a:pt x="295" y="5009"/>
                  </a:lnTo>
                  <a:lnTo>
                    <a:pt x="295" y="1599"/>
                  </a:lnTo>
                  <a:cubicBezTo>
                    <a:pt x="295" y="1517"/>
                    <a:pt x="229" y="1452"/>
                    <a:pt x="148" y="1452"/>
                  </a:cubicBezTo>
                  <a:cubicBezTo>
                    <a:pt x="66" y="1452"/>
                    <a:pt x="0" y="1517"/>
                    <a:pt x="0" y="1599"/>
                  </a:cubicBezTo>
                  <a:lnTo>
                    <a:pt x="0" y="5157"/>
                  </a:lnTo>
                  <a:cubicBezTo>
                    <a:pt x="0" y="5238"/>
                    <a:pt x="66" y="5305"/>
                    <a:pt x="148" y="5305"/>
                  </a:cubicBezTo>
                  <a:lnTo>
                    <a:pt x="1569" y="5305"/>
                  </a:lnTo>
                  <a:cubicBezTo>
                    <a:pt x="1652" y="5305"/>
                    <a:pt x="1717" y="5238"/>
                    <a:pt x="1717" y="5157"/>
                  </a:cubicBezTo>
                  <a:lnTo>
                    <a:pt x="1717" y="501"/>
                  </a:lnTo>
                  <a:cubicBezTo>
                    <a:pt x="1717" y="227"/>
                    <a:pt x="1495" y="1"/>
                    <a:pt x="12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5" name="Google Shape;2035;g39e8b62e72a_0_154"/>
            <p:cNvSpPr/>
            <p:nvPr/>
          </p:nvSpPr>
          <p:spPr>
            <a:xfrm>
              <a:off x="1860928" y="1345359"/>
              <a:ext cx="121464" cy="197659"/>
            </a:xfrm>
            <a:custGeom>
              <a:rect b="b" l="l" r="r" t="t"/>
              <a:pathLst>
                <a:path extrusionOk="0" h="7318" w="4497">
                  <a:moveTo>
                    <a:pt x="3997" y="296"/>
                  </a:moveTo>
                  <a:cubicBezTo>
                    <a:pt x="4109" y="296"/>
                    <a:pt x="4201" y="388"/>
                    <a:pt x="4201" y="500"/>
                  </a:cubicBezTo>
                  <a:lnTo>
                    <a:pt x="4201" y="6818"/>
                  </a:lnTo>
                  <a:cubicBezTo>
                    <a:pt x="4201" y="6930"/>
                    <a:pt x="4109" y="7021"/>
                    <a:pt x="3997" y="7021"/>
                  </a:cubicBezTo>
                  <a:lnTo>
                    <a:pt x="3688" y="7021"/>
                  </a:lnTo>
                  <a:cubicBezTo>
                    <a:pt x="3717" y="6959"/>
                    <a:pt x="3733" y="6889"/>
                    <a:pt x="3733" y="6818"/>
                  </a:cubicBezTo>
                  <a:lnTo>
                    <a:pt x="3733" y="500"/>
                  </a:lnTo>
                  <a:cubicBezTo>
                    <a:pt x="3733" y="427"/>
                    <a:pt x="3717" y="358"/>
                    <a:pt x="3688" y="296"/>
                  </a:cubicBezTo>
                  <a:close/>
                  <a:moveTo>
                    <a:pt x="148" y="1"/>
                  </a:moveTo>
                  <a:cubicBezTo>
                    <a:pt x="67" y="1"/>
                    <a:pt x="0" y="66"/>
                    <a:pt x="0" y="148"/>
                  </a:cubicBezTo>
                  <a:lnTo>
                    <a:pt x="0" y="7169"/>
                  </a:lnTo>
                  <a:cubicBezTo>
                    <a:pt x="0" y="7252"/>
                    <a:pt x="67" y="7317"/>
                    <a:pt x="148" y="7317"/>
                  </a:cubicBezTo>
                  <a:lnTo>
                    <a:pt x="3997" y="7317"/>
                  </a:lnTo>
                  <a:cubicBezTo>
                    <a:pt x="4273" y="7317"/>
                    <a:pt x="4497" y="7095"/>
                    <a:pt x="4497" y="6818"/>
                  </a:cubicBezTo>
                  <a:lnTo>
                    <a:pt x="4497" y="500"/>
                  </a:lnTo>
                  <a:cubicBezTo>
                    <a:pt x="4497" y="225"/>
                    <a:pt x="4271" y="1"/>
                    <a:pt x="3997" y="1"/>
                  </a:cubicBezTo>
                  <a:lnTo>
                    <a:pt x="1943" y="1"/>
                  </a:lnTo>
                  <a:cubicBezTo>
                    <a:pt x="1860" y="1"/>
                    <a:pt x="1795" y="66"/>
                    <a:pt x="1795" y="148"/>
                  </a:cubicBezTo>
                  <a:cubicBezTo>
                    <a:pt x="1795" y="231"/>
                    <a:pt x="1860" y="296"/>
                    <a:pt x="1943" y="296"/>
                  </a:cubicBezTo>
                  <a:lnTo>
                    <a:pt x="3231" y="296"/>
                  </a:lnTo>
                  <a:cubicBezTo>
                    <a:pt x="3345" y="296"/>
                    <a:pt x="3437" y="388"/>
                    <a:pt x="3437" y="500"/>
                  </a:cubicBezTo>
                  <a:lnTo>
                    <a:pt x="3437" y="6818"/>
                  </a:lnTo>
                  <a:cubicBezTo>
                    <a:pt x="3437" y="6930"/>
                    <a:pt x="3345" y="7021"/>
                    <a:pt x="3231" y="7021"/>
                  </a:cubicBezTo>
                  <a:lnTo>
                    <a:pt x="296" y="7021"/>
                  </a:lnTo>
                  <a:lnTo>
                    <a:pt x="296" y="296"/>
                  </a:lnTo>
                  <a:lnTo>
                    <a:pt x="1065" y="296"/>
                  </a:lnTo>
                  <a:cubicBezTo>
                    <a:pt x="1146" y="296"/>
                    <a:pt x="1213" y="231"/>
                    <a:pt x="1213" y="148"/>
                  </a:cubicBezTo>
                  <a:cubicBezTo>
                    <a:pt x="1213" y="66"/>
                    <a:pt x="1146" y="1"/>
                    <a:pt x="10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36" name="Google Shape;2036;g39e8b62e72a_0_154"/>
          <p:cNvGrpSpPr/>
          <p:nvPr/>
        </p:nvGrpSpPr>
        <p:grpSpPr>
          <a:xfrm>
            <a:off x="761197" y="4434900"/>
            <a:ext cx="269074" cy="269047"/>
            <a:chOff x="1033697" y="1309625"/>
            <a:chExt cx="269074" cy="269047"/>
          </a:xfrm>
        </p:grpSpPr>
        <p:sp>
          <p:nvSpPr>
            <p:cNvPr id="2037" name="Google Shape;2037;g39e8b62e72a_0_154"/>
            <p:cNvSpPr/>
            <p:nvPr/>
          </p:nvSpPr>
          <p:spPr>
            <a:xfrm>
              <a:off x="1106867" y="1393112"/>
              <a:ext cx="122571" cy="119222"/>
            </a:xfrm>
            <a:custGeom>
              <a:rect b="b" l="l" r="r" t="t"/>
              <a:pathLst>
                <a:path extrusionOk="0" h="4414" w="4538">
                  <a:moveTo>
                    <a:pt x="2994" y="0"/>
                  </a:moveTo>
                  <a:cubicBezTo>
                    <a:pt x="2964" y="0"/>
                    <a:pt x="2934" y="9"/>
                    <a:pt x="2907" y="27"/>
                  </a:cubicBezTo>
                  <a:cubicBezTo>
                    <a:pt x="2868" y="54"/>
                    <a:pt x="2845" y="99"/>
                    <a:pt x="2845" y="147"/>
                  </a:cubicBezTo>
                  <a:lnTo>
                    <a:pt x="2845" y="910"/>
                  </a:lnTo>
                  <a:cubicBezTo>
                    <a:pt x="2845" y="962"/>
                    <a:pt x="2873" y="1011"/>
                    <a:pt x="2918" y="1039"/>
                  </a:cubicBezTo>
                  <a:cubicBezTo>
                    <a:pt x="3308" y="1268"/>
                    <a:pt x="3551" y="1692"/>
                    <a:pt x="3551" y="2144"/>
                  </a:cubicBezTo>
                  <a:cubicBezTo>
                    <a:pt x="3551" y="2849"/>
                    <a:pt x="2975" y="3425"/>
                    <a:pt x="2269" y="3425"/>
                  </a:cubicBezTo>
                  <a:cubicBezTo>
                    <a:pt x="1564" y="3425"/>
                    <a:pt x="988" y="2849"/>
                    <a:pt x="988" y="2144"/>
                  </a:cubicBezTo>
                  <a:cubicBezTo>
                    <a:pt x="988" y="1692"/>
                    <a:pt x="1231" y="1268"/>
                    <a:pt x="1621" y="1039"/>
                  </a:cubicBezTo>
                  <a:cubicBezTo>
                    <a:pt x="1666" y="1011"/>
                    <a:pt x="1693" y="962"/>
                    <a:pt x="1693" y="910"/>
                  </a:cubicBezTo>
                  <a:lnTo>
                    <a:pt x="1693" y="148"/>
                  </a:lnTo>
                  <a:cubicBezTo>
                    <a:pt x="1693" y="100"/>
                    <a:pt x="1669" y="55"/>
                    <a:pt x="1631" y="29"/>
                  </a:cubicBezTo>
                  <a:cubicBezTo>
                    <a:pt x="1606" y="11"/>
                    <a:pt x="1577" y="1"/>
                    <a:pt x="1547" y="1"/>
                  </a:cubicBezTo>
                  <a:cubicBezTo>
                    <a:pt x="1530" y="1"/>
                    <a:pt x="1512" y="5"/>
                    <a:pt x="1495" y="11"/>
                  </a:cubicBezTo>
                  <a:cubicBezTo>
                    <a:pt x="1318" y="75"/>
                    <a:pt x="1148" y="162"/>
                    <a:pt x="991" y="270"/>
                  </a:cubicBezTo>
                  <a:cubicBezTo>
                    <a:pt x="922" y="317"/>
                    <a:pt x="905" y="408"/>
                    <a:pt x="952" y="475"/>
                  </a:cubicBezTo>
                  <a:cubicBezTo>
                    <a:pt x="981" y="518"/>
                    <a:pt x="1027" y="540"/>
                    <a:pt x="1075" y="540"/>
                  </a:cubicBezTo>
                  <a:cubicBezTo>
                    <a:pt x="1104" y="540"/>
                    <a:pt x="1133" y="532"/>
                    <a:pt x="1159" y="514"/>
                  </a:cubicBezTo>
                  <a:cubicBezTo>
                    <a:pt x="1234" y="461"/>
                    <a:pt x="1315" y="415"/>
                    <a:pt x="1397" y="374"/>
                  </a:cubicBezTo>
                  <a:lnTo>
                    <a:pt x="1397" y="830"/>
                  </a:lnTo>
                  <a:cubicBezTo>
                    <a:pt x="960" y="1121"/>
                    <a:pt x="692" y="1618"/>
                    <a:pt x="692" y="2145"/>
                  </a:cubicBezTo>
                  <a:cubicBezTo>
                    <a:pt x="692" y="3015"/>
                    <a:pt x="1400" y="3722"/>
                    <a:pt x="2269" y="3722"/>
                  </a:cubicBezTo>
                  <a:cubicBezTo>
                    <a:pt x="3139" y="3722"/>
                    <a:pt x="3847" y="3015"/>
                    <a:pt x="3847" y="2145"/>
                  </a:cubicBezTo>
                  <a:cubicBezTo>
                    <a:pt x="3847" y="1618"/>
                    <a:pt x="3579" y="1121"/>
                    <a:pt x="3140" y="830"/>
                  </a:cubicBezTo>
                  <a:lnTo>
                    <a:pt x="3140" y="374"/>
                  </a:lnTo>
                  <a:cubicBezTo>
                    <a:pt x="3808" y="703"/>
                    <a:pt x="4242" y="1390"/>
                    <a:pt x="4242" y="2145"/>
                  </a:cubicBezTo>
                  <a:cubicBezTo>
                    <a:pt x="4242" y="3232"/>
                    <a:pt x="3357" y="4117"/>
                    <a:pt x="2269" y="4117"/>
                  </a:cubicBezTo>
                  <a:cubicBezTo>
                    <a:pt x="1182" y="4117"/>
                    <a:pt x="297" y="3232"/>
                    <a:pt x="297" y="2145"/>
                  </a:cubicBezTo>
                  <a:cubicBezTo>
                    <a:pt x="297" y="1710"/>
                    <a:pt x="437" y="1297"/>
                    <a:pt x="701" y="950"/>
                  </a:cubicBezTo>
                  <a:cubicBezTo>
                    <a:pt x="751" y="886"/>
                    <a:pt x="739" y="793"/>
                    <a:pt x="673" y="741"/>
                  </a:cubicBezTo>
                  <a:cubicBezTo>
                    <a:pt x="647" y="721"/>
                    <a:pt x="616" y="711"/>
                    <a:pt x="585" y="711"/>
                  </a:cubicBezTo>
                  <a:cubicBezTo>
                    <a:pt x="540" y="711"/>
                    <a:pt x="496" y="732"/>
                    <a:pt x="466" y="769"/>
                  </a:cubicBezTo>
                  <a:cubicBezTo>
                    <a:pt x="163" y="1168"/>
                    <a:pt x="1" y="1643"/>
                    <a:pt x="1" y="2145"/>
                  </a:cubicBezTo>
                  <a:cubicBezTo>
                    <a:pt x="1" y="3395"/>
                    <a:pt x="1019" y="4413"/>
                    <a:pt x="2269" y="4413"/>
                  </a:cubicBezTo>
                  <a:cubicBezTo>
                    <a:pt x="3520" y="4413"/>
                    <a:pt x="4538" y="3397"/>
                    <a:pt x="4538" y="2145"/>
                  </a:cubicBezTo>
                  <a:cubicBezTo>
                    <a:pt x="4538" y="1191"/>
                    <a:pt x="3937" y="335"/>
                    <a:pt x="3044" y="8"/>
                  </a:cubicBezTo>
                  <a:cubicBezTo>
                    <a:pt x="3028" y="3"/>
                    <a:pt x="3011" y="0"/>
                    <a:pt x="29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8" name="Google Shape;2038;g39e8b62e72a_0_154"/>
            <p:cNvSpPr/>
            <p:nvPr/>
          </p:nvSpPr>
          <p:spPr>
            <a:xfrm>
              <a:off x="1156160" y="1376096"/>
              <a:ext cx="23985" cy="55100"/>
            </a:xfrm>
            <a:custGeom>
              <a:rect b="b" l="l" r="r" t="t"/>
              <a:pathLst>
                <a:path extrusionOk="0" h="2040" w="888">
                  <a:moveTo>
                    <a:pt x="444" y="296"/>
                  </a:moveTo>
                  <a:cubicBezTo>
                    <a:pt x="526" y="296"/>
                    <a:pt x="592" y="363"/>
                    <a:pt x="592" y="444"/>
                  </a:cubicBezTo>
                  <a:lnTo>
                    <a:pt x="592" y="1596"/>
                  </a:lnTo>
                  <a:cubicBezTo>
                    <a:pt x="592" y="1678"/>
                    <a:pt x="526" y="1743"/>
                    <a:pt x="444" y="1743"/>
                  </a:cubicBezTo>
                  <a:cubicBezTo>
                    <a:pt x="363" y="1743"/>
                    <a:pt x="296" y="1678"/>
                    <a:pt x="296" y="1596"/>
                  </a:cubicBezTo>
                  <a:lnTo>
                    <a:pt x="296" y="444"/>
                  </a:lnTo>
                  <a:cubicBezTo>
                    <a:pt x="296" y="363"/>
                    <a:pt x="363" y="296"/>
                    <a:pt x="444" y="296"/>
                  </a:cubicBezTo>
                  <a:close/>
                  <a:moveTo>
                    <a:pt x="444" y="0"/>
                  </a:moveTo>
                  <a:cubicBezTo>
                    <a:pt x="199" y="0"/>
                    <a:pt x="0" y="199"/>
                    <a:pt x="0" y="444"/>
                  </a:cubicBezTo>
                  <a:lnTo>
                    <a:pt x="0" y="1596"/>
                  </a:lnTo>
                  <a:cubicBezTo>
                    <a:pt x="0" y="1841"/>
                    <a:pt x="199" y="2039"/>
                    <a:pt x="444" y="2039"/>
                  </a:cubicBezTo>
                  <a:cubicBezTo>
                    <a:pt x="690" y="2039"/>
                    <a:pt x="887" y="1841"/>
                    <a:pt x="887" y="1596"/>
                  </a:cubicBezTo>
                  <a:lnTo>
                    <a:pt x="887" y="444"/>
                  </a:lnTo>
                  <a:cubicBezTo>
                    <a:pt x="887" y="199"/>
                    <a:pt x="690" y="0"/>
                    <a:pt x="44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9" name="Google Shape;2039;g39e8b62e72a_0_154"/>
            <p:cNvSpPr/>
            <p:nvPr/>
          </p:nvSpPr>
          <p:spPr>
            <a:xfrm>
              <a:off x="1051172" y="1327235"/>
              <a:ext cx="233934" cy="233907"/>
            </a:xfrm>
            <a:custGeom>
              <a:rect b="b" l="l" r="r" t="t"/>
              <a:pathLst>
                <a:path extrusionOk="0" h="8660" w="8661">
                  <a:moveTo>
                    <a:pt x="4331" y="1"/>
                  </a:moveTo>
                  <a:cubicBezTo>
                    <a:pt x="3636" y="1"/>
                    <a:pt x="2973" y="159"/>
                    <a:pt x="2359" y="475"/>
                  </a:cubicBezTo>
                  <a:cubicBezTo>
                    <a:pt x="2287" y="511"/>
                    <a:pt x="2258" y="601"/>
                    <a:pt x="2295" y="673"/>
                  </a:cubicBezTo>
                  <a:cubicBezTo>
                    <a:pt x="2320" y="724"/>
                    <a:pt x="2372" y="753"/>
                    <a:pt x="2425" y="753"/>
                  </a:cubicBezTo>
                  <a:cubicBezTo>
                    <a:pt x="2448" y="753"/>
                    <a:pt x="2471" y="748"/>
                    <a:pt x="2493" y="737"/>
                  </a:cubicBezTo>
                  <a:cubicBezTo>
                    <a:pt x="3065" y="444"/>
                    <a:pt x="3683" y="296"/>
                    <a:pt x="4329" y="296"/>
                  </a:cubicBezTo>
                  <a:cubicBezTo>
                    <a:pt x="6553" y="296"/>
                    <a:pt x="8362" y="2105"/>
                    <a:pt x="8362" y="4329"/>
                  </a:cubicBezTo>
                  <a:cubicBezTo>
                    <a:pt x="8362" y="6553"/>
                    <a:pt x="6553" y="8362"/>
                    <a:pt x="4329" y="8362"/>
                  </a:cubicBezTo>
                  <a:cubicBezTo>
                    <a:pt x="2105" y="8362"/>
                    <a:pt x="296" y="6553"/>
                    <a:pt x="296" y="4329"/>
                  </a:cubicBezTo>
                  <a:cubicBezTo>
                    <a:pt x="296" y="3185"/>
                    <a:pt x="785" y="2089"/>
                    <a:pt x="1637" y="1327"/>
                  </a:cubicBezTo>
                  <a:cubicBezTo>
                    <a:pt x="1697" y="1272"/>
                    <a:pt x="1703" y="1179"/>
                    <a:pt x="1649" y="1118"/>
                  </a:cubicBezTo>
                  <a:cubicBezTo>
                    <a:pt x="1620" y="1086"/>
                    <a:pt x="1579" y="1070"/>
                    <a:pt x="1538" y="1070"/>
                  </a:cubicBezTo>
                  <a:cubicBezTo>
                    <a:pt x="1504" y="1070"/>
                    <a:pt x="1468" y="1082"/>
                    <a:pt x="1440" y="1107"/>
                  </a:cubicBezTo>
                  <a:cubicBezTo>
                    <a:pt x="525" y="1928"/>
                    <a:pt x="1" y="3103"/>
                    <a:pt x="1" y="4331"/>
                  </a:cubicBezTo>
                  <a:cubicBezTo>
                    <a:pt x="1" y="5487"/>
                    <a:pt x="451" y="6573"/>
                    <a:pt x="1269" y="7391"/>
                  </a:cubicBezTo>
                  <a:cubicBezTo>
                    <a:pt x="2086" y="8208"/>
                    <a:pt x="3174" y="8659"/>
                    <a:pt x="4329" y="8659"/>
                  </a:cubicBezTo>
                  <a:cubicBezTo>
                    <a:pt x="5486" y="8659"/>
                    <a:pt x="6572" y="8211"/>
                    <a:pt x="7389" y="7391"/>
                  </a:cubicBezTo>
                  <a:cubicBezTo>
                    <a:pt x="8206" y="6572"/>
                    <a:pt x="8657" y="5487"/>
                    <a:pt x="8657" y="4331"/>
                  </a:cubicBezTo>
                  <a:cubicBezTo>
                    <a:pt x="8661" y="3174"/>
                    <a:pt x="8211" y="2086"/>
                    <a:pt x="7392" y="1269"/>
                  </a:cubicBezTo>
                  <a:cubicBezTo>
                    <a:pt x="6575" y="452"/>
                    <a:pt x="5487" y="1"/>
                    <a:pt x="433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0" name="Google Shape;2040;g39e8b62e72a_0_154"/>
            <p:cNvSpPr/>
            <p:nvPr/>
          </p:nvSpPr>
          <p:spPr>
            <a:xfrm>
              <a:off x="1033697" y="1309625"/>
              <a:ext cx="269074" cy="269047"/>
            </a:xfrm>
            <a:custGeom>
              <a:rect b="b" l="l" r="r" t="t"/>
              <a:pathLst>
                <a:path extrusionOk="0" h="9961" w="9962">
                  <a:moveTo>
                    <a:pt x="4978" y="1"/>
                  </a:moveTo>
                  <a:cubicBezTo>
                    <a:pt x="4304" y="1"/>
                    <a:pt x="3650" y="133"/>
                    <a:pt x="3035" y="394"/>
                  </a:cubicBezTo>
                  <a:cubicBezTo>
                    <a:pt x="2959" y="425"/>
                    <a:pt x="2923" y="513"/>
                    <a:pt x="2957" y="589"/>
                  </a:cubicBezTo>
                  <a:cubicBezTo>
                    <a:pt x="2981" y="645"/>
                    <a:pt x="3035" y="679"/>
                    <a:pt x="3093" y="679"/>
                  </a:cubicBezTo>
                  <a:cubicBezTo>
                    <a:pt x="3113" y="679"/>
                    <a:pt x="3133" y="675"/>
                    <a:pt x="3152" y="667"/>
                  </a:cubicBezTo>
                  <a:cubicBezTo>
                    <a:pt x="3731" y="421"/>
                    <a:pt x="4346" y="296"/>
                    <a:pt x="4981" y="296"/>
                  </a:cubicBezTo>
                  <a:cubicBezTo>
                    <a:pt x="7564" y="296"/>
                    <a:pt x="9666" y="2397"/>
                    <a:pt x="9666" y="4981"/>
                  </a:cubicBezTo>
                  <a:cubicBezTo>
                    <a:pt x="9666" y="7565"/>
                    <a:pt x="7564" y="9666"/>
                    <a:pt x="4981" y="9666"/>
                  </a:cubicBezTo>
                  <a:cubicBezTo>
                    <a:pt x="2397" y="9666"/>
                    <a:pt x="296" y="7565"/>
                    <a:pt x="296" y="4981"/>
                  </a:cubicBezTo>
                  <a:cubicBezTo>
                    <a:pt x="296" y="3534"/>
                    <a:pt x="950" y="2189"/>
                    <a:pt x="2089" y="1294"/>
                  </a:cubicBezTo>
                  <a:cubicBezTo>
                    <a:pt x="2153" y="1244"/>
                    <a:pt x="2165" y="1151"/>
                    <a:pt x="2114" y="1087"/>
                  </a:cubicBezTo>
                  <a:cubicBezTo>
                    <a:pt x="2085" y="1049"/>
                    <a:pt x="2041" y="1029"/>
                    <a:pt x="1997" y="1029"/>
                  </a:cubicBezTo>
                  <a:cubicBezTo>
                    <a:pt x="1966" y="1029"/>
                    <a:pt x="1934" y="1040"/>
                    <a:pt x="1907" y="1060"/>
                  </a:cubicBezTo>
                  <a:cubicBezTo>
                    <a:pt x="1325" y="1517"/>
                    <a:pt x="844" y="2106"/>
                    <a:pt x="517" y="2765"/>
                  </a:cubicBezTo>
                  <a:cubicBezTo>
                    <a:pt x="173" y="3457"/>
                    <a:pt x="0" y="4203"/>
                    <a:pt x="0" y="4980"/>
                  </a:cubicBezTo>
                  <a:cubicBezTo>
                    <a:pt x="0" y="6310"/>
                    <a:pt x="517" y="7562"/>
                    <a:pt x="1459" y="8500"/>
                  </a:cubicBezTo>
                  <a:cubicBezTo>
                    <a:pt x="2400" y="9442"/>
                    <a:pt x="3650" y="9960"/>
                    <a:pt x="4981" y="9960"/>
                  </a:cubicBezTo>
                  <a:cubicBezTo>
                    <a:pt x="6312" y="9960"/>
                    <a:pt x="7561" y="9442"/>
                    <a:pt x="8501" y="8500"/>
                  </a:cubicBezTo>
                  <a:cubicBezTo>
                    <a:pt x="9443" y="7559"/>
                    <a:pt x="9961" y="6310"/>
                    <a:pt x="9961" y="4980"/>
                  </a:cubicBezTo>
                  <a:cubicBezTo>
                    <a:pt x="9961" y="3649"/>
                    <a:pt x="9441" y="2401"/>
                    <a:pt x="8500" y="1460"/>
                  </a:cubicBezTo>
                  <a:cubicBezTo>
                    <a:pt x="7558" y="519"/>
                    <a:pt x="6308" y="1"/>
                    <a:pt x="49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41" name="Google Shape;2041;g39e8b62e72a_0_154"/>
          <p:cNvSpPr txBox="1"/>
          <p:nvPr>
            <p:ph idx="1" type="body"/>
          </p:nvPr>
        </p:nvSpPr>
        <p:spPr>
          <a:xfrm>
            <a:off x="4385870" y="1225350"/>
            <a:ext cx="4393800" cy="3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/>
              <a:t> Lecciones Aprendidas</a:t>
            </a:r>
            <a:endParaRPr sz="7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750">
              <a:solidFill>
                <a:schemeClr val="lt1"/>
              </a:solidFill>
            </a:endParaRPr>
          </a:p>
          <a:p>
            <a:pPr indent="-27622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Char char="●"/>
            </a:pPr>
            <a:r>
              <a:rPr lang="en" sz="750">
                <a:solidFill>
                  <a:schemeClr val="lt1"/>
                </a:solidFill>
              </a:rPr>
              <a:t>Desafío: Sincronizar JWT_SECRET entre servicios Node.js y Python</a:t>
            </a:r>
            <a:endParaRPr sz="750">
              <a:solidFill>
                <a:schemeClr val="lt1"/>
              </a:solidFill>
            </a:endParaRPr>
          </a:p>
          <a:p>
            <a:pPr indent="-276225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Char char="○"/>
            </a:pPr>
            <a:r>
              <a:rPr lang="en" sz="750">
                <a:solidFill>
                  <a:schemeClr val="lt1"/>
                </a:solidFill>
              </a:rPr>
              <a:t>Solución: Variables de entorno centralizadas</a:t>
            </a:r>
            <a:endParaRPr sz="750">
              <a:solidFill>
                <a:schemeClr val="lt1"/>
              </a:solidFill>
            </a:endParaRPr>
          </a:p>
          <a:p>
            <a:pPr indent="-27622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Char char="●"/>
            </a:pPr>
            <a:r>
              <a:rPr lang="en" sz="750">
                <a:solidFill>
                  <a:schemeClr val="lt1"/>
                </a:solidFill>
              </a:rPr>
              <a:t>Desafío: CORS en arquitectura de microservicios</a:t>
            </a:r>
            <a:endParaRPr sz="750">
              <a:solidFill>
                <a:schemeClr val="lt1"/>
              </a:solidFill>
            </a:endParaRPr>
          </a:p>
          <a:p>
            <a:pPr indent="-27622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Char char="●"/>
            </a:pPr>
            <a:r>
              <a:t/>
            </a:r>
            <a:endParaRPr sz="750">
              <a:solidFill>
                <a:schemeClr val="lt1"/>
              </a:solidFill>
            </a:endParaRPr>
          </a:p>
          <a:p>
            <a:pPr indent="-276225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Char char="○"/>
            </a:pPr>
            <a:r>
              <a:rPr lang="en" sz="750">
                <a:solidFill>
                  <a:schemeClr val="lt1"/>
                </a:solidFill>
              </a:rPr>
              <a:t>Solución: Gateway como único punto de entrada</a:t>
            </a:r>
            <a:endParaRPr sz="750">
              <a:solidFill>
                <a:schemeClr val="lt1"/>
              </a:solidFill>
            </a:endParaRPr>
          </a:p>
          <a:p>
            <a:pPr indent="-27622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Char char="●"/>
            </a:pPr>
            <a:r>
              <a:rPr lang="en" sz="750">
                <a:solidFill>
                  <a:schemeClr val="lt1"/>
                </a:solidFill>
              </a:rPr>
              <a:t>Desafío: Elasticsearch requiere recursos</a:t>
            </a:r>
            <a:endParaRPr sz="750">
              <a:solidFill>
                <a:schemeClr val="lt1"/>
              </a:solidFill>
            </a:endParaRPr>
          </a:p>
          <a:p>
            <a:pPr indent="-276225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Char char="○"/>
            </a:pPr>
            <a:r>
              <a:rPr lang="en" sz="750">
                <a:solidFill>
                  <a:schemeClr val="lt1"/>
                </a:solidFill>
              </a:rPr>
              <a:t>Solución: Healthchecks + configuración de memoria</a:t>
            </a:r>
            <a:endParaRPr sz="75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/>
              <a:t>Por qué merece buena nota</a:t>
            </a:r>
            <a:endParaRPr sz="7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750">
              <a:solidFill>
                <a:schemeClr val="lt1"/>
              </a:solidFill>
            </a:endParaRPr>
          </a:p>
          <a:p>
            <a:pPr indent="-27622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Char char="●"/>
            </a:pPr>
            <a:r>
              <a:rPr lang="en" sz="750">
                <a:solidFill>
                  <a:schemeClr val="lt1"/>
                </a:solidFill>
              </a:rPr>
              <a:t>2+ microservicios </a:t>
            </a:r>
            <a:endParaRPr sz="750">
              <a:solidFill>
                <a:schemeClr val="lt1"/>
              </a:solidFill>
            </a:endParaRPr>
          </a:p>
          <a:p>
            <a:pPr indent="-27622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Char char="●"/>
            </a:pPr>
            <a:r>
              <a:rPr lang="en" sz="750">
                <a:solidFill>
                  <a:schemeClr val="lt1"/>
                </a:solidFill>
              </a:rPr>
              <a:t>2+ lenguajes (Node.js + Python) </a:t>
            </a:r>
            <a:endParaRPr sz="750">
              <a:solidFill>
                <a:schemeClr val="lt1"/>
              </a:solidFill>
            </a:endParaRPr>
          </a:p>
          <a:p>
            <a:pPr indent="-27622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Char char="●"/>
            </a:pPr>
            <a:r>
              <a:rPr lang="en" sz="750">
                <a:solidFill>
                  <a:schemeClr val="lt1"/>
                </a:solidFill>
              </a:rPr>
              <a:t>Docker + Docker Compose </a:t>
            </a:r>
            <a:endParaRPr sz="750">
              <a:solidFill>
                <a:schemeClr val="lt1"/>
              </a:solidFill>
            </a:endParaRPr>
          </a:p>
          <a:p>
            <a:pPr indent="-27622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Char char="●"/>
            </a:pPr>
            <a:r>
              <a:rPr lang="en" sz="750">
                <a:solidFill>
                  <a:schemeClr val="lt1"/>
                </a:solidFill>
              </a:rPr>
              <a:t>README completo con todas las secciones requeridas </a:t>
            </a:r>
            <a:br>
              <a:rPr lang="en" sz="750">
                <a:solidFill>
                  <a:schemeClr val="lt1"/>
                </a:solidFill>
              </a:rPr>
            </a:br>
            <a:endParaRPr sz="750">
              <a:solidFill>
                <a:schemeClr val="lt1"/>
              </a:solidFill>
            </a:endParaRPr>
          </a:p>
          <a:p>
            <a:pPr indent="-27622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Char char="●"/>
            </a:pPr>
            <a:r>
              <a:rPr lang="en" sz="750">
                <a:solidFill>
                  <a:schemeClr val="lt1"/>
                </a:solidFill>
              </a:rPr>
              <a:t>Extras no pedidos:</a:t>
            </a:r>
            <a:endParaRPr sz="750">
              <a:solidFill>
                <a:schemeClr val="lt1"/>
              </a:solidFill>
            </a:endParaRPr>
          </a:p>
          <a:p>
            <a:pPr indent="-276225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Char char="○"/>
            </a:pPr>
            <a:r>
              <a:rPr lang="en" sz="750">
                <a:solidFill>
                  <a:schemeClr val="lt1"/>
                </a:solidFill>
              </a:rPr>
              <a:t>Testing profesional (27 tests)</a:t>
            </a:r>
            <a:endParaRPr sz="750">
              <a:solidFill>
                <a:schemeClr val="lt1"/>
              </a:solidFill>
            </a:endParaRPr>
          </a:p>
          <a:p>
            <a:pPr indent="-276225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Char char="○"/>
            </a:pPr>
            <a:r>
              <a:rPr lang="en" sz="750">
                <a:solidFill>
                  <a:schemeClr val="lt1"/>
                </a:solidFill>
              </a:rPr>
              <a:t>Documentación técnica extensa (8 archivos en docs/)</a:t>
            </a:r>
            <a:endParaRPr sz="750">
              <a:solidFill>
                <a:schemeClr val="lt1"/>
              </a:solidFill>
            </a:endParaRPr>
          </a:p>
          <a:p>
            <a:pPr indent="-276225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Char char="○"/>
            </a:pPr>
            <a:r>
              <a:rPr lang="en" sz="750">
                <a:solidFill>
                  <a:schemeClr val="lt1"/>
                </a:solidFill>
              </a:rPr>
              <a:t>Elasticsearch para búsqueda avanzada</a:t>
            </a:r>
            <a:endParaRPr sz="750">
              <a:solidFill>
                <a:schemeClr val="lt1"/>
              </a:solidFill>
            </a:endParaRPr>
          </a:p>
          <a:p>
            <a:pPr indent="-276225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Char char="○"/>
            </a:pPr>
            <a:r>
              <a:rPr lang="en" sz="750">
                <a:solidFill>
                  <a:schemeClr val="lt1"/>
                </a:solidFill>
              </a:rPr>
              <a:t>3 bases de datos diferentes</a:t>
            </a:r>
            <a:endParaRPr sz="750">
              <a:solidFill>
                <a:schemeClr val="lt1"/>
              </a:solidFill>
            </a:endParaRPr>
          </a:p>
          <a:p>
            <a:pPr indent="-276225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Char char="○"/>
            </a:pPr>
            <a:r>
              <a:rPr lang="en" sz="750">
                <a:solidFill>
                  <a:schemeClr val="lt1"/>
                </a:solidFill>
              </a:rPr>
              <a:t>Health checks y monitoreo</a:t>
            </a:r>
            <a:endParaRPr sz="75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75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5" name="Shape 2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6" name="Google Shape;2046;g39e8b62e72a_0_217"/>
          <p:cNvSpPr txBox="1"/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en">
                <a:solidFill>
                  <a:schemeClr val="accent6"/>
                </a:solidFill>
              </a:rPr>
              <a:t>DEMO Y CONCLUSIONES</a:t>
            </a:r>
            <a:endParaRPr/>
          </a:p>
        </p:txBody>
      </p:sp>
      <p:pic>
        <p:nvPicPr>
          <p:cNvPr id="2047" name="Google Shape;2047;g39e8b62e72a_0_2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9775" y="1484575"/>
            <a:ext cx="4336151" cy="2578925"/>
          </a:xfrm>
          <a:prstGeom prst="rect">
            <a:avLst/>
          </a:prstGeom>
          <a:noFill/>
          <a:ln>
            <a:noFill/>
          </a:ln>
        </p:spPr>
      </p:pic>
      <p:sp>
        <p:nvSpPr>
          <p:cNvPr id="2048" name="Google Shape;2048;g39e8b62e72a_0_217"/>
          <p:cNvSpPr txBox="1"/>
          <p:nvPr>
            <p:ph idx="1" type="body"/>
          </p:nvPr>
        </p:nvSpPr>
        <p:spPr>
          <a:xfrm>
            <a:off x="621194" y="1287650"/>
            <a:ext cx="3697200" cy="3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70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50"/>
              <a:buChar char="●"/>
            </a:pPr>
            <a:r>
              <a:rPr lang="en" sz="1550">
                <a:solidFill>
                  <a:schemeClr val="lt1"/>
                </a:solidFill>
              </a:rPr>
              <a:t>Estructura </a:t>
            </a:r>
            <a:r>
              <a:rPr lang="en" sz="1550">
                <a:solidFill>
                  <a:schemeClr val="lt1"/>
                </a:solidFill>
              </a:rPr>
              <a:t>sólida</a:t>
            </a:r>
            <a:r>
              <a:rPr lang="en" sz="1550">
                <a:solidFill>
                  <a:schemeClr val="lt1"/>
                </a:solidFill>
              </a:rPr>
              <a:t> y escalable </a:t>
            </a:r>
            <a:endParaRPr sz="1550">
              <a:solidFill>
                <a:schemeClr val="lt1"/>
              </a:solidFill>
            </a:endParaRPr>
          </a:p>
          <a:p>
            <a:pPr indent="-3270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50"/>
              <a:buChar char="●"/>
            </a:pPr>
            <a:r>
              <a:rPr lang="en" sz="1550">
                <a:solidFill>
                  <a:schemeClr val="lt1"/>
                </a:solidFill>
              </a:rPr>
              <a:t>Integración realista de tecnologías modernas : React, Node.js , FastAPI, MongoDB, PostgreSQL y ElasticSearch</a:t>
            </a:r>
            <a:endParaRPr sz="1550">
              <a:solidFill>
                <a:schemeClr val="lt1"/>
              </a:solidFill>
            </a:endParaRPr>
          </a:p>
          <a:p>
            <a:pPr indent="-3270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50"/>
              <a:buChar char="●"/>
            </a:pPr>
            <a:r>
              <a:rPr lang="en" sz="1550">
                <a:solidFill>
                  <a:schemeClr val="lt1"/>
                </a:solidFill>
              </a:rPr>
              <a:t>Manejo de rutas API Rest</a:t>
            </a:r>
            <a:endParaRPr sz="1550">
              <a:solidFill>
                <a:schemeClr val="lt1"/>
              </a:solidFill>
            </a:endParaRPr>
          </a:p>
          <a:p>
            <a:pPr indent="-3270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50"/>
              <a:buChar char="●"/>
            </a:pPr>
            <a:r>
              <a:rPr lang="en" sz="1550">
                <a:solidFill>
                  <a:schemeClr val="lt1"/>
                </a:solidFill>
              </a:rPr>
              <a:t>Ventajas de la contenerización en Docker </a:t>
            </a:r>
            <a:endParaRPr sz="155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ury Cinema Theater Pitch Deck XL by Slidesgo">
  <a:themeElements>
    <a:clrScheme name="Simple Light">
      <a:dk1>
        <a:srgbClr val="000000"/>
      </a:dk1>
      <a:lt1>
        <a:srgbClr val="FFFFFF"/>
      </a:lt1>
      <a:dk2>
        <a:srgbClr val="0C1F1E"/>
      </a:dk2>
      <a:lt2>
        <a:srgbClr val="063332"/>
      </a:lt2>
      <a:accent1>
        <a:srgbClr val="2A6460"/>
      </a:accent1>
      <a:accent2>
        <a:srgbClr val="8BC5A7"/>
      </a:accent2>
      <a:accent3>
        <a:srgbClr val="B78534"/>
      </a:accent3>
      <a:accent4>
        <a:srgbClr val="CDA04B"/>
      </a:accent4>
      <a:accent5>
        <a:srgbClr val="EFC570"/>
      </a:accent5>
      <a:accent6>
        <a:srgbClr val="F7E7C6"/>
      </a:accent6>
      <a:hlink>
        <a:srgbClr val="F7E7C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